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730" r:id="rId2"/>
    <p:sldMasterId id="2147483810" r:id="rId3"/>
    <p:sldMasterId id="2147483822" r:id="rId4"/>
    <p:sldMasterId id="2147483834" r:id="rId5"/>
    <p:sldMasterId id="2147483906" r:id="rId6"/>
  </p:sldMasterIdLst>
  <p:notesMasterIdLst>
    <p:notesMasterId r:id="rId28"/>
  </p:notesMasterIdLst>
  <p:sldIdLst>
    <p:sldId id="275" r:id="rId7"/>
    <p:sldId id="436" r:id="rId8"/>
    <p:sldId id="482" r:id="rId9"/>
    <p:sldId id="483" r:id="rId10"/>
    <p:sldId id="484" r:id="rId11"/>
    <p:sldId id="485" r:id="rId12"/>
    <p:sldId id="486" r:id="rId13"/>
    <p:sldId id="487" r:id="rId14"/>
    <p:sldId id="488" r:id="rId15"/>
    <p:sldId id="489" r:id="rId16"/>
    <p:sldId id="490" r:id="rId17"/>
    <p:sldId id="491" r:id="rId18"/>
    <p:sldId id="492" r:id="rId19"/>
    <p:sldId id="493" r:id="rId20"/>
    <p:sldId id="494" r:id="rId21"/>
    <p:sldId id="477" r:id="rId22"/>
    <p:sldId id="478" r:id="rId23"/>
    <p:sldId id="479" r:id="rId24"/>
    <p:sldId id="495" r:id="rId25"/>
    <p:sldId id="480" r:id="rId26"/>
    <p:sldId id="481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99FFCC"/>
    <a:srgbClr val="CCFF66"/>
    <a:srgbClr val="00CC99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9" autoAdjust="0"/>
    <p:restoredTop sz="94660"/>
  </p:normalViewPr>
  <p:slideViewPr>
    <p:cSldViewPr snapToGrid="0">
      <p:cViewPr varScale="1">
        <p:scale>
          <a:sx n="60" d="100"/>
          <a:sy n="60" d="100"/>
        </p:scale>
        <p:origin x="378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502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BB3B10-E75A-4A99-8D77-4819A54DB04C}" type="datetimeFigureOut">
              <a:rPr lang="zh-CN" altLang="en-US" smtClean="0"/>
              <a:t>2019/8/3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CB6A66-BA5C-4236-87D9-16ACC10F6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005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CB6A66-BA5C-4236-87D9-16ACC10F606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01881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CB6A66-BA5C-4236-87D9-16ACC10F606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13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72EE2C75-0A3D-4B7F-84C6-86D721EDFDC1}" type="slidenum">
              <a:rPr lang="zh-CN" altLang="en-US" sz="800"/>
              <a:pPr algn="r">
                <a:lnSpc>
                  <a:spcPct val="100000"/>
                </a:lnSpc>
              </a:pPr>
              <a:t>3</a:t>
            </a:fld>
            <a:endParaRPr lang="en-US" altLang="zh-CN" sz="800"/>
          </a:p>
        </p:txBody>
      </p:sp>
      <p:sp>
        <p:nvSpPr>
          <p:cNvPr id="81923" name="Rectangle 2"/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055637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16FC74F6-D0E6-45AA-9C8B-2D45E6026B6F}" type="slidenum">
              <a:rPr lang="zh-CN" altLang="en-US" sz="800"/>
              <a:pPr algn="r">
                <a:lnSpc>
                  <a:spcPct val="100000"/>
                </a:lnSpc>
              </a:pPr>
              <a:t>4</a:t>
            </a:fld>
            <a:endParaRPr lang="en-US" altLang="zh-CN" sz="800"/>
          </a:p>
        </p:txBody>
      </p:sp>
      <p:sp>
        <p:nvSpPr>
          <p:cNvPr id="83971" name="Rectangle 2"/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2555221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63D024C0-E028-42B3-BA92-E387995B4F97}" type="slidenum">
              <a:rPr lang="zh-CN" altLang="en-US" sz="800"/>
              <a:pPr algn="r">
                <a:lnSpc>
                  <a:spcPct val="100000"/>
                </a:lnSpc>
              </a:pPr>
              <a:t>5</a:t>
            </a:fld>
            <a:endParaRPr lang="en-US" altLang="zh-CN" sz="800"/>
          </a:p>
        </p:txBody>
      </p:sp>
      <p:sp>
        <p:nvSpPr>
          <p:cNvPr id="86019" name="Rectangle 2"/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292687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D3124FED-99F9-4A7F-AB4B-78259BE3258B}" type="slidenum">
              <a:rPr lang="zh-CN" altLang="en-US" sz="800"/>
              <a:pPr algn="r">
                <a:lnSpc>
                  <a:spcPct val="100000"/>
                </a:lnSpc>
              </a:pPr>
              <a:t>6</a:t>
            </a:fld>
            <a:endParaRPr lang="en-US" altLang="zh-CN" sz="800"/>
          </a:p>
        </p:txBody>
      </p:sp>
      <p:sp>
        <p:nvSpPr>
          <p:cNvPr id="88067" name="Rectangle 2"/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632766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820C78F7-7B46-4C54-A13E-0075EE46C54D}" type="slidenum">
              <a:rPr lang="zh-CN" altLang="en-US" sz="800"/>
              <a:pPr algn="r">
                <a:lnSpc>
                  <a:spcPct val="100000"/>
                </a:lnSpc>
              </a:pPr>
              <a:t>7</a:t>
            </a:fld>
            <a:endParaRPr lang="en-US" altLang="zh-CN" sz="800"/>
          </a:p>
        </p:txBody>
      </p:sp>
      <p:sp>
        <p:nvSpPr>
          <p:cNvPr id="90115" name="Rectangle 2"/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7968493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A28F2068-FC2B-451A-A6B4-12EBD1A83DE7}" type="slidenum">
              <a:rPr lang="zh-CN" altLang="en-US" sz="800"/>
              <a:pPr algn="r">
                <a:lnSpc>
                  <a:spcPct val="100000"/>
                </a:lnSpc>
              </a:pPr>
              <a:t>8</a:t>
            </a:fld>
            <a:endParaRPr lang="en-US" altLang="zh-CN" sz="800"/>
          </a:p>
        </p:txBody>
      </p:sp>
      <p:sp>
        <p:nvSpPr>
          <p:cNvPr id="92163" name="Rectangle 2"/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5086190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45D3FAA6-4ED1-45E6-B34C-E61738F8D1B9}" type="slidenum">
              <a:rPr lang="zh-CN" altLang="en-US" sz="800"/>
              <a:pPr algn="r">
                <a:lnSpc>
                  <a:spcPct val="100000"/>
                </a:lnSpc>
              </a:pPr>
              <a:t>9</a:t>
            </a:fld>
            <a:endParaRPr lang="en-US" altLang="zh-CN" sz="800"/>
          </a:p>
        </p:txBody>
      </p:sp>
      <p:sp>
        <p:nvSpPr>
          <p:cNvPr id="94211" name="Rectangle 2"/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6566821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6769835F-BA7D-47BE-959D-75BC7CEE83D5}" type="slidenum">
              <a:rPr lang="zh-CN" altLang="en-US" sz="800"/>
              <a:pPr algn="r">
                <a:lnSpc>
                  <a:spcPct val="100000"/>
                </a:lnSpc>
              </a:pPr>
              <a:t>10</a:t>
            </a:fld>
            <a:endParaRPr lang="en-US" altLang="zh-CN" sz="800"/>
          </a:p>
        </p:txBody>
      </p:sp>
      <p:sp>
        <p:nvSpPr>
          <p:cNvPr id="96259" name="Rectangle 2"/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4847122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C4CFFD22-007E-40CA-A158-0E7C28FBC331}" type="slidenum">
              <a:rPr lang="zh-CN" altLang="en-US" sz="800"/>
              <a:pPr algn="r">
                <a:lnSpc>
                  <a:spcPct val="100000"/>
                </a:lnSpc>
              </a:pPr>
              <a:t>11</a:t>
            </a:fld>
            <a:endParaRPr lang="en-US" altLang="zh-CN" sz="800"/>
          </a:p>
        </p:txBody>
      </p:sp>
      <p:sp>
        <p:nvSpPr>
          <p:cNvPr id="98307" name="Rectangle 2"/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2780105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BAC6D8B8-DA5B-44E2-B7BA-68C21F8D7553}" type="slidenum">
              <a:rPr lang="zh-CN" altLang="en-US" sz="800"/>
              <a:pPr algn="r">
                <a:lnSpc>
                  <a:spcPct val="100000"/>
                </a:lnSpc>
              </a:pPr>
              <a:t>12</a:t>
            </a:fld>
            <a:endParaRPr lang="en-US" altLang="zh-CN" sz="800"/>
          </a:p>
        </p:txBody>
      </p:sp>
      <p:sp>
        <p:nvSpPr>
          <p:cNvPr id="100355" name="Rectangle 2"/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lvl="2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022269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1E91F698-741C-463E-AD60-9C7AA269678A}" type="slidenum">
              <a:rPr lang="zh-CN" altLang="en-US" sz="800"/>
              <a:pPr algn="r">
                <a:lnSpc>
                  <a:spcPct val="100000"/>
                </a:lnSpc>
              </a:pPr>
              <a:t>13</a:t>
            </a:fld>
            <a:endParaRPr lang="en-US" altLang="zh-CN" sz="800"/>
          </a:p>
        </p:txBody>
      </p:sp>
      <p:sp>
        <p:nvSpPr>
          <p:cNvPr id="102403" name="Rectangle 2"/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630852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DC560D76-C901-40C5-BF75-B28F4458570B}" type="slidenum">
              <a:rPr lang="zh-CN" altLang="en-US" sz="800"/>
              <a:pPr algn="r">
                <a:lnSpc>
                  <a:spcPct val="100000"/>
                </a:lnSpc>
              </a:pPr>
              <a:t>14</a:t>
            </a:fld>
            <a:endParaRPr lang="en-US" altLang="zh-CN" sz="800"/>
          </a:p>
        </p:txBody>
      </p:sp>
      <p:sp>
        <p:nvSpPr>
          <p:cNvPr id="104451" name="Rectangle 2"/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lvl="2">
              <a:buClr>
                <a:schemeClr val="accent1"/>
              </a:buClr>
              <a:buFont typeface="Wingdings" panose="05000000000000000000" pitchFamily="2" charset="2"/>
              <a:buNone/>
            </a:pP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4924701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881063">
              <a:lnSpc>
                <a:spcPct val="90000"/>
              </a:lnSpc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69F9243F-76ED-4777-A61B-7946E327EF52}" type="slidenum">
              <a:rPr lang="zh-CN" altLang="en-US" sz="800"/>
              <a:pPr algn="r">
                <a:lnSpc>
                  <a:spcPct val="100000"/>
                </a:lnSpc>
              </a:pPr>
              <a:t>15</a:t>
            </a:fld>
            <a:endParaRPr lang="en-US" altLang="zh-CN" sz="800"/>
          </a:p>
        </p:txBody>
      </p:sp>
      <p:sp>
        <p:nvSpPr>
          <p:cNvPr id="106499" name="Rectangle 2"/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144184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F4ADB6-05C2-42B8-9C52-505FE98AF533}" type="slidenum">
              <a:rPr lang="zh-CN" altLang="en-US">
                <a:solidFill>
                  <a:srgbClr val="000000"/>
                </a:solidFill>
              </a:rPr>
              <a:pPr/>
              <a:t>16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171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1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0246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8BF3BF6-FF09-4498-8BD8-5C846BCE3470}" type="slidenum">
              <a:rPr lang="zh-CN" altLang="en-US">
                <a:solidFill>
                  <a:srgbClr val="000000"/>
                </a:solidFill>
              </a:rPr>
              <a:pPr/>
              <a:t>17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173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3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2615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AB7B38-0C4F-418A-93A6-662C8C2FD459}" type="slidenum">
              <a:rPr lang="zh-CN" altLang="en-US">
                <a:solidFill>
                  <a:srgbClr val="000000"/>
                </a:solidFill>
              </a:rPr>
              <a:pPr/>
              <a:t>18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179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9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pt-BR"/>
          </a:p>
          <a:p>
            <a:r>
              <a:rPr lang="pt-BR" altLang="zh-CN"/>
              <a:t>R2(config)#no ip route 172.16.3.0 255.255.255.0 serial0/0/1</a:t>
            </a:r>
          </a:p>
          <a:p>
            <a:r>
              <a:rPr lang="pt-BR" altLang="zh-CN"/>
              <a:t>R2(config)#ip route 172.16.3.0 255.255.255.0 serial 0/0/0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46824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zh-CN" dirty="0" smtClean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/>
          <a:p>
            <a:pPr>
              <a:defRPr/>
            </a:pPr>
            <a:fld id="{13F69213-2BA0-458A-B0EC-2881B38C960B}" type="slidenum">
              <a:rPr lang="zh-CN" altLang="en-US"/>
              <a:pPr>
                <a:defRPr/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770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catc.edu.cn/" TargetMode="External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Line 2"/>
          <p:cNvSpPr>
            <a:spLocks noChangeShapeType="1"/>
          </p:cNvSpPr>
          <p:nvPr/>
        </p:nvSpPr>
        <p:spPr bwMode="auto">
          <a:xfrm>
            <a:off x="97536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000054"/>
              </a:buClr>
              <a:buSzPct val="70000"/>
              <a:buFont typeface="Wingdings" panose="05000000000000000000" pitchFamily="2" charset="2"/>
              <a:buNone/>
            </a:pPr>
            <a:endParaRPr lang="zh-CN" altLang="en-US" sz="2400" b="1" smtClean="0">
              <a:solidFill>
                <a:srgbClr val="000054"/>
              </a:solidFill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21217" y="466725"/>
            <a:ext cx="9042400" cy="2133600"/>
          </a:xfrm>
        </p:spPr>
        <p:txBody>
          <a:bodyPr/>
          <a:lstStyle>
            <a:lvl1pPr algn="r">
              <a:defRPr sz="50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ECECA0CB-3403-4466-995B-8DF8662D85CD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  <p:grpSp>
        <p:nvGrpSpPr>
          <p:cNvPr id="6152" name="Group 8"/>
          <p:cNvGrpSpPr>
            <a:grpSpLocks/>
          </p:cNvGrpSpPr>
          <p:nvPr/>
        </p:nvGrpSpPr>
        <p:grpSpPr bwMode="auto">
          <a:xfrm>
            <a:off x="9990667" y="2992438"/>
            <a:ext cx="1784351" cy="2189162"/>
            <a:chOff x="4704" y="1885"/>
            <a:chExt cx="843" cy="1379"/>
          </a:xfrm>
        </p:grpSpPr>
        <p:sp>
          <p:nvSpPr>
            <p:cNvPr id="6153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54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55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56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57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58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59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0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1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2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3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4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5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6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7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8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9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0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1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2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3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4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5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6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7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8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9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80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81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82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83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</p:grpSp>
      <p:sp>
        <p:nvSpPr>
          <p:cNvPr id="6184" name="Line 40"/>
          <p:cNvSpPr>
            <a:spLocks noChangeShapeType="1"/>
          </p:cNvSpPr>
          <p:nvPr/>
        </p:nvSpPr>
        <p:spPr bwMode="auto">
          <a:xfrm>
            <a:off x="406400" y="2819400"/>
            <a:ext cx="109728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000054"/>
              </a:buClr>
              <a:buSzPct val="70000"/>
              <a:buFont typeface="Wingdings" panose="05000000000000000000" pitchFamily="2" charset="2"/>
              <a:buNone/>
            </a:pPr>
            <a:endParaRPr lang="zh-CN" altLang="en-US" sz="2400" b="1" smtClean="0">
              <a:solidFill>
                <a:srgbClr val="00005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7605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>
              <a:defRPr sz="24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>
              <a:defRPr sz="24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>
              <a:defRPr sz="24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>
              <a:defRPr sz="24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F417F7-DC4D-4FC6-9A4A-A143788C97EF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615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33550" y="169864"/>
            <a:ext cx="10058400" cy="858837"/>
          </a:xfrm>
        </p:spPr>
        <p:txBody>
          <a:bodyPr/>
          <a:lstStyle>
            <a:lvl1pPr algn="ctr">
              <a:defRPr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endParaRPr lang="en-US" altLang="zh-CN" smtClean="0">
              <a:solidFill>
                <a:srgbClr val="FFFF66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endParaRPr lang="en-US" altLang="zh-CN" smtClean="0">
              <a:solidFill>
                <a:srgbClr val="FFFF66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fld id="{6C0BB67A-27FA-4C67-851A-9DC3FA391F2F}" type="slidenum">
              <a:rPr lang="en-US" altLang="zh-CN" smtClean="0">
                <a:solidFill>
                  <a:srgbClr val="FFFF66"/>
                </a:solidFill>
              </a:rPr>
              <a:pPr fontAlgn="base">
                <a:spcAft>
                  <a:spcPct val="0"/>
                </a:spcAft>
              </a:pPr>
              <a:t>‹#›</a:t>
            </a:fld>
            <a:endParaRPr lang="en-US" altLang="zh-CN" smtClean="0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1075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310A4A-FEDF-41D2-BF60-E6112B374BF7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0596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34434" y="981075"/>
            <a:ext cx="5659967" cy="54721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1" y="981075"/>
            <a:ext cx="5659967" cy="54721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926A3C-9A65-4465-B748-5538B9A78C93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82319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AE3A43-2650-4DAD-A263-DE8EBD946AC1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3552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CE085D-FDF0-4913-894C-E6D3A82B6E59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10217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837768-19DA-411A-9793-5B5B9B3B817E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3748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02B331-6AF9-48FA-9C2E-F0AE2EB47695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6223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C7D681-DB39-4082-899A-F93CAFB7A110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37851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F68B8E-8429-4779-9666-C8F651629F7C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4089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76785" y="122238"/>
            <a:ext cx="2880783" cy="63309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34434" y="122238"/>
            <a:ext cx="8439151" cy="633095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CF449B-A966-495A-B607-28E85774EB35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376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239"/>
            <a:ext cx="10058400" cy="8588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34434" y="981076"/>
            <a:ext cx="11523133" cy="26590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34434" y="3792538"/>
            <a:ext cx="11523133" cy="26606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453188"/>
            <a:ext cx="2844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453188"/>
            <a:ext cx="3860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203267" y="6489701"/>
            <a:ext cx="2844800" cy="252413"/>
          </a:xfrm>
        </p:spPr>
        <p:txBody>
          <a:bodyPr/>
          <a:lstStyle>
            <a:lvl1pPr>
              <a:defRPr/>
            </a:lvl1pPr>
          </a:lstStyle>
          <a:p>
            <a:fld id="{8E431CDB-2883-498D-A682-DB6A869F556A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059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239"/>
            <a:ext cx="10058400" cy="8588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34434" y="981075"/>
            <a:ext cx="5659967" cy="54721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1" y="981076"/>
            <a:ext cx="5659967" cy="26590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1" y="3792538"/>
            <a:ext cx="5659967" cy="26606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09600" y="6453188"/>
            <a:ext cx="2844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4165600" y="6453188"/>
            <a:ext cx="3860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9203267" y="6489701"/>
            <a:ext cx="2844800" cy="252413"/>
          </a:xfrm>
        </p:spPr>
        <p:txBody>
          <a:bodyPr/>
          <a:lstStyle>
            <a:lvl1pPr>
              <a:defRPr/>
            </a:lvl1pPr>
          </a:lstStyle>
          <a:p>
            <a:fld id="{A268E265-8EE9-496D-BD35-3811849A603C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10327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239"/>
            <a:ext cx="10058400" cy="8588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34434" y="981075"/>
            <a:ext cx="5659967" cy="54721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97601" y="981075"/>
            <a:ext cx="5659967" cy="54721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453188"/>
            <a:ext cx="2844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453188"/>
            <a:ext cx="3860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203267" y="6489701"/>
            <a:ext cx="2844800" cy="252413"/>
          </a:xfrm>
        </p:spPr>
        <p:txBody>
          <a:bodyPr/>
          <a:lstStyle>
            <a:lvl1pPr>
              <a:defRPr/>
            </a:lvl1pPr>
          </a:lstStyle>
          <a:p>
            <a:fld id="{0648895C-B952-4267-AF29-20AB1E08D80B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6542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239"/>
            <a:ext cx="10058400" cy="8588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34434" y="981075"/>
            <a:ext cx="5659967" cy="54721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1" y="981075"/>
            <a:ext cx="5659967" cy="54721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453188"/>
            <a:ext cx="2844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453188"/>
            <a:ext cx="3860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203267" y="6489701"/>
            <a:ext cx="2844800" cy="252413"/>
          </a:xfrm>
        </p:spPr>
        <p:txBody>
          <a:bodyPr/>
          <a:lstStyle>
            <a:lvl1pPr>
              <a:defRPr/>
            </a:lvl1pPr>
          </a:lstStyle>
          <a:p>
            <a:fld id="{C63F3E33-8CFD-4753-9383-87EAA3B93554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7064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239"/>
            <a:ext cx="10058400" cy="8588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34434" y="981076"/>
            <a:ext cx="11523133" cy="26590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34434" y="3792538"/>
            <a:ext cx="11523133" cy="26606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453188"/>
            <a:ext cx="2844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453188"/>
            <a:ext cx="3860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203267" y="6489701"/>
            <a:ext cx="2844800" cy="252413"/>
          </a:xfrm>
        </p:spPr>
        <p:txBody>
          <a:bodyPr/>
          <a:lstStyle>
            <a:lvl1pPr>
              <a:defRPr/>
            </a:lvl1pPr>
          </a:lstStyle>
          <a:p>
            <a:fld id="{59CB732B-B811-43FF-AE6F-7861E5DFCD38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8838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01D3EC-6C0A-4B75-B9B1-B8470296CBC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4646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08E3AB-722A-4AEA-A937-2E08357C51E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006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279BAD-A866-4A16-8F4C-85F87023AB3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0534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AB781C-6227-43DA-92D8-561D200F7F6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01234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60B88B-A646-4A8F-B6A0-76BA405E215C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6079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9ECE20-8548-4556-AF6B-4FBBEC13A2E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0657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BE1699-C1C9-4481-B980-35A70BADA65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1095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C9DB47-0FF2-450E-BE52-8874B15CEDA8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5889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0934E9-6569-44DA-8526-9D879588D8E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56440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AD7049-B63C-4907-AD62-042A86EA7DB5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01351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CB55F8-9B30-4017-98B7-3BB8572DDC3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2652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01D3EC-6C0A-4B75-B9B1-B8470296CBC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10350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08E3AB-722A-4AEA-A937-2E08357C51E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1364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279BAD-A866-4A16-8F4C-85F87023AB3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53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AB781C-6227-43DA-92D8-561D200F7F6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18640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60B88B-A646-4A8F-B6A0-76BA405E215C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1894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9ECE20-8548-4556-AF6B-4FBBEC13A2E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4579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BE1699-C1C9-4481-B980-35A70BADA65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5108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C9DB47-0FF2-450E-BE52-8874B15CEDA8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70760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0934E9-6569-44DA-8526-9D879588D8E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43500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AD7049-B63C-4907-AD62-042A86EA7DB5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941655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CB55F8-9B30-4017-98B7-3BB8572DDC3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55190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B8741C-2A94-4BA4-84F0-A9D0AA864BB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314273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45583E-B6BA-4465-B27F-29966067464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4792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111126-AA2D-4C0C-9D7D-7A55AAB5A180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627093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F51426-9369-43AC-9154-E44311111744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42492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584C02-567E-413F-9075-6AC68F1CACDB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42506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92D539-2572-4A46-A56A-FD2CF5EC81C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36560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38737E-8065-49D4-96D4-E45928EA0EC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87204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50A346-57F6-4326-A424-88D184A05C9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47114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F3722F-A34E-4929-807C-DCE44AD8D0F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6637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ABB5B9-0CE0-4DE4-8E59-4A96B432D02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646299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37651" y="1"/>
            <a:ext cx="2842683" cy="612616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"/>
            <a:ext cx="8324851" cy="612616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F51D1E-BE3D-4E4C-9185-726F0697648B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727133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8CC4B3-103C-4FA1-A68D-1FB9F075AFF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004372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27E1B7-39E0-4F97-9653-0E370A7EDDE4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3727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73498B-4C8F-4E2A-A190-241E72E75ED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55287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ECF9A5-B2B9-432B-BDA7-0C7480E22055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37888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A1F89A-F9F3-4709-9C8E-664833A3BDF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832817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7A4993-FAAD-4E7A-8C63-D56FAAF76266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90713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49CA8-A1E5-411D-84A0-7AECECD9921E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90891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B5B94E-C47E-48F1-883F-2BEE49F2600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3509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6DBB2C-CE1C-4A39-BD38-0AC96A0FE49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27235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BADA-B8BC-4B76-87B9-686904981D9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21533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37651" y="1"/>
            <a:ext cx="2842683" cy="61261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"/>
            <a:ext cx="8324851" cy="61261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07B075-A0E9-4B83-9CBE-93E9D4C9553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64408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298" name="Rectangle 2"/>
          <p:cNvSpPr>
            <a:spLocks noChangeArrowheads="1"/>
          </p:cNvSpPr>
          <p:nvPr/>
        </p:nvSpPr>
        <p:spPr bwMode="auto">
          <a:xfrm rot="16200000">
            <a:off x="4724400" y="-3094037"/>
            <a:ext cx="2743200" cy="12192000"/>
          </a:xfrm>
          <a:prstGeom prst="rect">
            <a:avLst/>
          </a:prstGeom>
          <a:solidFill>
            <a:srgbClr val="015F8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B2B2B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3025" tIns="36512" rIns="73025" bIns="36512" anchor="ctr"/>
          <a:lstStyle/>
          <a:p>
            <a:pPr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</a:pPr>
            <a:endParaRPr lang="zh-CN" altLang="en-US" sz="2400" i="1" smtClean="0">
              <a:solidFill>
                <a:srgbClr val="000000"/>
              </a:solidFill>
            </a:endParaRPr>
          </a:p>
        </p:txBody>
      </p:sp>
      <p:sp>
        <p:nvSpPr>
          <p:cNvPr id="1335299" name="Rectangle 3"/>
          <p:cNvSpPr>
            <a:spLocks noChangeArrowheads="1"/>
          </p:cNvSpPr>
          <p:nvPr/>
        </p:nvSpPr>
        <p:spPr bwMode="auto">
          <a:xfrm>
            <a:off x="3898900" y="6615453"/>
            <a:ext cx="1345662" cy="206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b" anchorCtr="1">
            <a:spAutoFit/>
          </a:bodyPr>
          <a:lstStyle>
            <a:lvl1pPr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06400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14388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22375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630363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875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447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019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591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zh-CN" altLang="en-US" sz="800" smtClean="0">
                <a:solidFill>
                  <a:srgbClr val="0183B7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思科网络技术学院理事会</a:t>
            </a:r>
            <a:r>
              <a:rPr lang="en-US" altLang="zh-CN" sz="800" smtClean="0">
                <a:solidFill>
                  <a:srgbClr val="0183B7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.</a:t>
            </a:r>
          </a:p>
        </p:txBody>
      </p:sp>
      <p:sp>
        <p:nvSpPr>
          <p:cNvPr id="1335300" name="Rectangle 4"/>
          <p:cNvSpPr>
            <a:spLocks noChangeArrowheads="1"/>
          </p:cNvSpPr>
          <p:nvPr/>
        </p:nvSpPr>
        <p:spPr bwMode="auto">
          <a:xfrm>
            <a:off x="6102135" y="6615453"/>
            <a:ext cx="1204598" cy="206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b">
            <a:spAutoFit/>
          </a:bodyPr>
          <a:lstStyle>
            <a:lvl1pPr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06400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14388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22375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630363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875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447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019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591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fontAlgn="base" hangingPunct="0">
              <a:spcAft>
                <a:spcPct val="0"/>
              </a:spcAft>
            </a:pPr>
            <a:r>
              <a:rPr lang="en-US" altLang="zh-CN" sz="800" smtClean="0">
                <a:solidFill>
                  <a:srgbClr val="0183B7"/>
                </a:solidFill>
                <a:ea typeface="宋体" panose="02010600030101010101" pitchFamily="2" charset="-122"/>
                <a:hlinkClick r:id="rId2"/>
              </a:rPr>
              <a:t>http://www.catc.edu.cn</a:t>
            </a:r>
            <a:endParaRPr lang="en-US" altLang="zh-CN" sz="800" smtClean="0">
              <a:solidFill>
                <a:srgbClr val="0183B7"/>
              </a:solidFill>
              <a:ea typeface="宋体" panose="02010600030101010101" pitchFamily="2" charset="-122"/>
            </a:endParaRPr>
          </a:p>
        </p:txBody>
      </p:sp>
      <p:sp>
        <p:nvSpPr>
          <p:cNvPr id="1335301" name="Rectangle 5"/>
          <p:cNvSpPr>
            <a:spLocks noChangeArrowheads="1"/>
          </p:cNvSpPr>
          <p:nvPr/>
        </p:nvSpPr>
        <p:spPr bwMode="auto">
          <a:xfrm>
            <a:off x="11566372" y="6624363"/>
            <a:ext cx="322946" cy="236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b">
            <a:spAutoFit/>
          </a:bodyPr>
          <a:lstStyle>
            <a:lvl1pPr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06400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14388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22375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630363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875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447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019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591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fontAlgn="base" hangingPunct="0">
              <a:spcAft>
                <a:spcPct val="0"/>
              </a:spcAft>
            </a:pPr>
            <a:fld id="{3009CFF4-D4D0-413F-912F-76BF385B1D9F}" type="slidenum">
              <a:rPr lang="zh-CN" altLang="en-US" sz="1000" smtClean="0">
                <a:solidFill>
                  <a:srgbClr val="D3D3D3"/>
                </a:solidFill>
                <a:ea typeface="宋体" panose="02010600030101010101" pitchFamily="2" charset="-122"/>
              </a:rPr>
              <a:pPr algn="r" eaLnBrk="0" fontAlgn="base" hangingPunct="0">
                <a:spcAft>
                  <a:spcPct val="0"/>
                </a:spcAft>
              </a:pPr>
              <a:t>‹#›</a:t>
            </a:fld>
            <a:endParaRPr lang="en-US" altLang="zh-CN" sz="1000" smtClean="0">
              <a:solidFill>
                <a:srgbClr val="D3D3D3"/>
              </a:solidFill>
              <a:ea typeface="宋体" panose="02010600030101010101" pitchFamily="2" charset="-122"/>
            </a:endParaRPr>
          </a:p>
        </p:txBody>
      </p:sp>
      <p:grpSp>
        <p:nvGrpSpPr>
          <p:cNvPr id="1335302" name="Group 6"/>
          <p:cNvGrpSpPr>
            <a:grpSpLocks/>
          </p:cNvGrpSpPr>
          <p:nvPr/>
        </p:nvGrpSpPr>
        <p:grpSpPr bwMode="auto">
          <a:xfrm>
            <a:off x="812800" y="525464"/>
            <a:ext cx="1930400" cy="769937"/>
            <a:chOff x="3272" y="1316"/>
            <a:chExt cx="1889" cy="1002"/>
          </a:xfrm>
        </p:grpSpPr>
        <p:sp>
          <p:nvSpPr>
            <p:cNvPr id="1335303" name="AutoShape 7"/>
            <p:cNvSpPr>
              <a:spLocks noChangeAspect="1" noChangeArrowheads="1" noTextEdit="1"/>
            </p:cNvSpPr>
            <p:nvPr/>
          </p:nvSpPr>
          <p:spPr bwMode="auto">
            <a:xfrm>
              <a:off x="3272" y="1316"/>
              <a:ext cx="1889" cy="1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04" name="Rectangle 8"/>
            <p:cNvSpPr>
              <a:spLocks noChangeArrowheads="1"/>
            </p:cNvSpPr>
            <p:nvPr/>
          </p:nvSpPr>
          <p:spPr bwMode="auto">
            <a:xfrm>
              <a:off x="3803" y="1980"/>
              <a:ext cx="86" cy="325"/>
            </a:xfrm>
            <a:prstGeom prst="rect">
              <a:avLst/>
            </a:prstGeom>
            <a:solidFill>
              <a:srgbClr val="B21A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05" name="Freeform 9"/>
            <p:cNvSpPr>
              <a:spLocks/>
            </p:cNvSpPr>
            <p:nvPr/>
          </p:nvSpPr>
          <p:spPr bwMode="auto">
            <a:xfrm>
              <a:off x="4304" y="1971"/>
              <a:ext cx="249" cy="343"/>
            </a:xfrm>
            <a:custGeom>
              <a:avLst/>
              <a:gdLst>
                <a:gd name="T0" fmla="*/ 58 w 58"/>
                <a:gd name="T1" fmla="*/ 24 h 80"/>
                <a:gd name="T2" fmla="*/ 42 w 58"/>
                <a:gd name="T3" fmla="*/ 20 h 80"/>
                <a:gd name="T4" fmla="*/ 21 w 58"/>
                <a:gd name="T5" fmla="*/ 40 h 80"/>
                <a:gd name="T6" fmla="*/ 42 w 58"/>
                <a:gd name="T7" fmla="*/ 60 h 80"/>
                <a:gd name="T8" fmla="*/ 58 w 58"/>
                <a:gd name="T9" fmla="*/ 56 h 80"/>
                <a:gd name="T10" fmla="*/ 58 w 58"/>
                <a:gd name="T11" fmla="*/ 77 h 80"/>
                <a:gd name="T12" fmla="*/ 41 w 58"/>
                <a:gd name="T13" fmla="*/ 80 h 80"/>
                <a:gd name="T14" fmla="*/ 0 w 58"/>
                <a:gd name="T15" fmla="*/ 40 h 80"/>
                <a:gd name="T16" fmla="*/ 41 w 58"/>
                <a:gd name="T17" fmla="*/ 0 h 80"/>
                <a:gd name="T18" fmla="*/ 58 w 58"/>
                <a:gd name="T19" fmla="*/ 3 h 80"/>
                <a:gd name="T20" fmla="*/ 58 w 58"/>
                <a:gd name="T21" fmla="*/ 2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8" y="23"/>
                    <a:pt x="51" y="20"/>
                    <a:pt x="42" y="20"/>
                  </a:cubicBezTo>
                  <a:cubicBezTo>
                    <a:pt x="30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1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1" y="0"/>
                  </a:cubicBezTo>
                  <a:cubicBezTo>
                    <a:pt x="50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solidFill>
              <a:srgbClr val="B21A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06" name="Freeform 10"/>
            <p:cNvSpPr>
              <a:spLocks/>
            </p:cNvSpPr>
            <p:nvPr/>
          </p:nvSpPr>
          <p:spPr bwMode="auto">
            <a:xfrm>
              <a:off x="3443" y="1971"/>
              <a:ext cx="249" cy="343"/>
            </a:xfrm>
            <a:custGeom>
              <a:avLst/>
              <a:gdLst>
                <a:gd name="T0" fmla="*/ 58 w 58"/>
                <a:gd name="T1" fmla="*/ 24 h 80"/>
                <a:gd name="T2" fmla="*/ 42 w 58"/>
                <a:gd name="T3" fmla="*/ 20 h 80"/>
                <a:gd name="T4" fmla="*/ 21 w 58"/>
                <a:gd name="T5" fmla="*/ 40 h 80"/>
                <a:gd name="T6" fmla="*/ 42 w 58"/>
                <a:gd name="T7" fmla="*/ 60 h 80"/>
                <a:gd name="T8" fmla="*/ 58 w 58"/>
                <a:gd name="T9" fmla="*/ 56 h 80"/>
                <a:gd name="T10" fmla="*/ 58 w 58"/>
                <a:gd name="T11" fmla="*/ 77 h 80"/>
                <a:gd name="T12" fmla="*/ 40 w 58"/>
                <a:gd name="T13" fmla="*/ 80 h 80"/>
                <a:gd name="T14" fmla="*/ 0 w 58"/>
                <a:gd name="T15" fmla="*/ 40 h 80"/>
                <a:gd name="T16" fmla="*/ 40 w 58"/>
                <a:gd name="T17" fmla="*/ 0 h 80"/>
                <a:gd name="T18" fmla="*/ 58 w 58"/>
                <a:gd name="T19" fmla="*/ 3 h 80"/>
                <a:gd name="T20" fmla="*/ 58 w 58"/>
                <a:gd name="T21" fmla="*/ 2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7" y="23"/>
                    <a:pt x="51" y="20"/>
                    <a:pt x="42" y="20"/>
                  </a:cubicBezTo>
                  <a:cubicBezTo>
                    <a:pt x="29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0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0" y="0"/>
                  </a:cubicBezTo>
                  <a:cubicBezTo>
                    <a:pt x="49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solidFill>
              <a:srgbClr val="B21A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07" name="Freeform 11"/>
            <p:cNvSpPr>
              <a:spLocks noEditPoints="1"/>
            </p:cNvSpPr>
            <p:nvPr/>
          </p:nvSpPr>
          <p:spPr bwMode="auto">
            <a:xfrm>
              <a:off x="4643" y="1971"/>
              <a:ext cx="342" cy="343"/>
            </a:xfrm>
            <a:custGeom>
              <a:avLst/>
              <a:gdLst>
                <a:gd name="T0" fmla="*/ 80 w 80"/>
                <a:gd name="T1" fmla="*/ 40 h 80"/>
                <a:gd name="T2" fmla="*/ 40 w 80"/>
                <a:gd name="T3" fmla="*/ 80 h 80"/>
                <a:gd name="T4" fmla="*/ 0 w 80"/>
                <a:gd name="T5" fmla="*/ 40 h 80"/>
                <a:gd name="T6" fmla="*/ 40 w 80"/>
                <a:gd name="T7" fmla="*/ 0 h 80"/>
                <a:gd name="T8" fmla="*/ 80 w 80"/>
                <a:gd name="T9" fmla="*/ 40 h 80"/>
                <a:gd name="T10" fmla="*/ 40 w 80"/>
                <a:gd name="T11" fmla="*/ 20 h 80"/>
                <a:gd name="T12" fmla="*/ 20 w 80"/>
                <a:gd name="T13" fmla="*/ 40 h 80"/>
                <a:gd name="T14" fmla="*/ 40 w 80"/>
                <a:gd name="T15" fmla="*/ 60 h 80"/>
                <a:gd name="T16" fmla="*/ 60 w 80"/>
                <a:gd name="T17" fmla="*/ 40 h 80"/>
                <a:gd name="T18" fmla="*/ 40 w 80"/>
                <a:gd name="T19" fmla="*/ 2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cubicBezTo>
                    <a:pt x="80" y="62"/>
                    <a:pt x="64" y="80"/>
                    <a:pt x="40" y="80"/>
                  </a:cubicBezTo>
                  <a:cubicBezTo>
                    <a:pt x="16" y="80"/>
                    <a:pt x="0" y="62"/>
                    <a:pt x="0" y="40"/>
                  </a:cubicBezTo>
                  <a:cubicBezTo>
                    <a:pt x="0" y="18"/>
                    <a:pt x="16" y="0"/>
                    <a:pt x="40" y="0"/>
                  </a:cubicBezTo>
                  <a:cubicBezTo>
                    <a:pt x="64" y="0"/>
                    <a:pt x="80" y="18"/>
                    <a:pt x="80" y="40"/>
                  </a:cubicBezTo>
                  <a:moveTo>
                    <a:pt x="40" y="20"/>
                  </a:moveTo>
                  <a:cubicBezTo>
                    <a:pt x="29" y="20"/>
                    <a:pt x="20" y="29"/>
                    <a:pt x="20" y="40"/>
                  </a:cubicBezTo>
                  <a:cubicBezTo>
                    <a:pt x="20" y="51"/>
                    <a:pt x="29" y="60"/>
                    <a:pt x="40" y="60"/>
                  </a:cubicBezTo>
                  <a:cubicBezTo>
                    <a:pt x="51" y="60"/>
                    <a:pt x="60" y="51"/>
                    <a:pt x="60" y="40"/>
                  </a:cubicBezTo>
                  <a:cubicBezTo>
                    <a:pt x="60" y="29"/>
                    <a:pt x="51" y="20"/>
                    <a:pt x="40" y="20"/>
                  </a:cubicBezTo>
                </a:path>
              </a:pathLst>
            </a:custGeom>
            <a:solidFill>
              <a:srgbClr val="B21A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08" name="Freeform 12"/>
            <p:cNvSpPr>
              <a:spLocks/>
            </p:cNvSpPr>
            <p:nvPr/>
          </p:nvSpPr>
          <p:spPr bwMode="auto">
            <a:xfrm>
              <a:off x="4000" y="1971"/>
              <a:ext cx="223" cy="343"/>
            </a:xfrm>
            <a:custGeom>
              <a:avLst/>
              <a:gdLst>
                <a:gd name="T0" fmla="*/ 47 w 52"/>
                <a:gd name="T1" fmla="*/ 19 h 80"/>
                <a:gd name="T2" fmla="*/ 32 w 52"/>
                <a:gd name="T3" fmla="*/ 17 h 80"/>
                <a:gd name="T4" fmla="*/ 20 w 52"/>
                <a:gd name="T5" fmla="*/ 23 h 80"/>
                <a:gd name="T6" fmla="*/ 29 w 52"/>
                <a:gd name="T7" fmla="*/ 30 h 80"/>
                <a:gd name="T8" fmla="*/ 34 w 52"/>
                <a:gd name="T9" fmla="*/ 32 h 80"/>
                <a:gd name="T10" fmla="*/ 52 w 52"/>
                <a:gd name="T11" fmla="*/ 54 h 80"/>
                <a:gd name="T12" fmla="*/ 21 w 52"/>
                <a:gd name="T13" fmla="*/ 80 h 80"/>
                <a:gd name="T14" fmla="*/ 0 w 52"/>
                <a:gd name="T15" fmla="*/ 77 h 80"/>
                <a:gd name="T16" fmla="*/ 0 w 52"/>
                <a:gd name="T17" fmla="*/ 60 h 80"/>
                <a:gd name="T18" fmla="*/ 18 w 52"/>
                <a:gd name="T19" fmla="*/ 63 h 80"/>
                <a:gd name="T20" fmla="*/ 32 w 52"/>
                <a:gd name="T21" fmla="*/ 56 h 80"/>
                <a:gd name="T22" fmla="*/ 23 w 52"/>
                <a:gd name="T23" fmla="*/ 48 h 80"/>
                <a:gd name="T24" fmla="*/ 19 w 52"/>
                <a:gd name="T25" fmla="*/ 47 h 80"/>
                <a:gd name="T26" fmla="*/ 0 w 52"/>
                <a:gd name="T27" fmla="*/ 24 h 80"/>
                <a:gd name="T28" fmla="*/ 28 w 52"/>
                <a:gd name="T29" fmla="*/ 0 h 80"/>
                <a:gd name="T30" fmla="*/ 47 w 52"/>
                <a:gd name="T31" fmla="*/ 3 h 80"/>
                <a:gd name="T32" fmla="*/ 47 w 52"/>
                <a:gd name="T3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2" h="80">
                  <a:moveTo>
                    <a:pt x="47" y="19"/>
                  </a:moveTo>
                  <a:cubicBezTo>
                    <a:pt x="47" y="19"/>
                    <a:pt x="38" y="17"/>
                    <a:pt x="32" y="17"/>
                  </a:cubicBezTo>
                  <a:cubicBezTo>
                    <a:pt x="24" y="17"/>
                    <a:pt x="20" y="19"/>
                    <a:pt x="20" y="23"/>
                  </a:cubicBezTo>
                  <a:cubicBezTo>
                    <a:pt x="20" y="28"/>
                    <a:pt x="26" y="29"/>
                    <a:pt x="29" y="30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47" y="36"/>
                    <a:pt x="52" y="45"/>
                    <a:pt x="52" y="54"/>
                  </a:cubicBezTo>
                  <a:cubicBezTo>
                    <a:pt x="52" y="73"/>
                    <a:pt x="35" y="80"/>
                    <a:pt x="21" y="80"/>
                  </a:cubicBezTo>
                  <a:cubicBezTo>
                    <a:pt x="10" y="80"/>
                    <a:pt x="1" y="78"/>
                    <a:pt x="0" y="7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2" y="60"/>
                    <a:pt x="10" y="63"/>
                    <a:pt x="18" y="63"/>
                  </a:cubicBezTo>
                  <a:cubicBezTo>
                    <a:pt x="28" y="63"/>
                    <a:pt x="32" y="60"/>
                    <a:pt x="32" y="56"/>
                  </a:cubicBezTo>
                  <a:cubicBezTo>
                    <a:pt x="32" y="52"/>
                    <a:pt x="28" y="49"/>
                    <a:pt x="23" y="48"/>
                  </a:cubicBezTo>
                  <a:cubicBezTo>
                    <a:pt x="22" y="48"/>
                    <a:pt x="21" y="47"/>
                    <a:pt x="19" y="47"/>
                  </a:cubicBezTo>
                  <a:cubicBezTo>
                    <a:pt x="9" y="43"/>
                    <a:pt x="0" y="37"/>
                    <a:pt x="0" y="24"/>
                  </a:cubicBezTo>
                  <a:cubicBezTo>
                    <a:pt x="0" y="10"/>
                    <a:pt x="10" y="0"/>
                    <a:pt x="28" y="0"/>
                  </a:cubicBezTo>
                  <a:cubicBezTo>
                    <a:pt x="37" y="0"/>
                    <a:pt x="46" y="3"/>
                    <a:pt x="47" y="3"/>
                  </a:cubicBezTo>
                  <a:lnTo>
                    <a:pt x="47" y="19"/>
                  </a:lnTo>
                  <a:close/>
                </a:path>
              </a:pathLst>
            </a:custGeom>
            <a:solidFill>
              <a:srgbClr val="B21A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09" name="Freeform 13"/>
            <p:cNvSpPr>
              <a:spLocks/>
            </p:cNvSpPr>
            <p:nvPr/>
          </p:nvSpPr>
          <p:spPr bwMode="auto">
            <a:xfrm>
              <a:off x="3272" y="1586"/>
              <a:ext cx="81" cy="167"/>
            </a:xfrm>
            <a:custGeom>
              <a:avLst/>
              <a:gdLst>
                <a:gd name="T0" fmla="*/ 19 w 19"/>
                <a:gd name="T1" fmla="*/ 10 h 39"/>
                <a:gd name="T2" fmla="*/ 10 w 19"/>
                <a:gd name="T3" fmla="*/ 0 h 39"/>
                <a:gd name="T4" fmla="*/ 0 w 19"/>
                <a:gd name="T5" fmla="*/ 10 h 39"/>
                <a:gd name="T6" fmla="*/ 0 w 19"/>
                <a:gd name="T7" fmla="*/ 30 h 39"/>
                <a:gd name="T8" fmla="*/ 10 w 19"/>
                <a:gd name="T9" fmla="*/ 39 h 39"/>
                <a:gd name="T10" fmla="*/ 19 w 19"/>
                <a:gd name="T11" fmla="*/ 30 h 39"/>
                <a:gd name="T12" fmla="*/ 19 w 19"/>
                <a:gd name="T13" fmla="*/ 1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10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10" name="Freeform 14"/>
            <p:cNvSpPr>
              <a:spLocks/>
            </p:cNvSpPr>
            <p:nvPr/>
          </p:nvSpPr>
          <p:spPr bwMode="auto">
            <a:xfrm>
              <a:off x="3499" y="1474"/>
              <a:ext cx="81" cy="279"/>
            </a:xfrm>
            <a:custGeom>
              <a:avLst/>
              <a:gdLst>
                <a:gd name="T0" fmla="*/ 19 w 19"/>
                <a:gd name="T1" fmla="*/ 9 h 65"/>
                <a:gd name="T2" fmla="*/ 9 w 19"/>
                <a:gd name="T3" fmla="*/ 0 h 65"/>
                <a:gd name="T4" fmla="*/ 0 w 19"/>
                <a:gd name="T5" fmla="*/ 9 h 65"/>
                <a:gd name="T6" fmla="*/ 0 w 19"/>
                <a:gd name="T7" fmla="*/ 56 h 65"/>
                <a:gd name="T8" fmla="*/ 9 w 19"/>
                <a:gd name="T9" fmla="*/ 65 h 65"/>
                <a:gd name="T10" fmla="*/ 19 w 19"/>
                <a:gd name="T11" fmla="*/ 56 h 65"/>
                <a:gd name="T12" fmla="*/ 19 w 19"/>
                <a:gd name="T13" fmla="*/ 9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4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4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11" name="Freeform 15"/>
            <p:cNvSpPr>
              <a:spLocks/>
            </p:cNvSpPr>
            <p:nvPr/>
          </p:nvSpPr>
          <p:spPr bwMode="auto">
            <a:xfrm>
              <a:off x="3722" y="1320"/>
              <a:ext cx="81" cy="514"/>
            </a:xfrm>
            <a:custGeom>
              <a:avLst/>
              <a:gdLst>
                <a:gd name="T0" fmla="*/ 19 w 19"/>
                <a:gd name="T1" fmla="*/ 9 h 120"/>
                <a:gd name="T2" fmla="*/ 10 w 19"/>
                <a:gd name="T3" fmla="*/ 0 h 120"/>
                <a:gd name="T4" fmla="*/ 0 w 19"/>
                <a:gd name="T5" fmla="*/ 9 h 120"/>
                <a:gd name="T6" fmla="*/ 0 w 19"/>
                <a:gd name="T7" fmla="*/ 111 h 120"/>
                <a:gd name="T8" fmla="*/ 10 w 19"/>
                <a:gd name="T9" fmla="*/ 120 h 120"/>
                <a:gd name="T10" fmla="*/ 19 w 19"/>
                <a:gd name="T11" fmla="*/ 111 h 120"/>
                <a:gd name="T12" fmla="*/ 19 w 19"/>
                <a:gd name="T13" fmla="*/ 9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5" y="120"/>
                    <a:pt x="10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12" name="Freeform 16"/>
            <p:cNvSpPr>
              <a:spLocks/>
            </p:cNvSpPr>
            <p:nvPr/>
          </p:nvSpPr>
          <p:spPr bwMode="auto">
            <a:xfrm>
              <a:off x="3949" y="1474"/>
              <a:ext cx="81" cy="279"/>
            </a:xfrm>
            <a:custGeom>
              <a:avLst/>
              <a:gdLst>
                <a:gd name="T0" fmla="*/ 19 w 19"/>
                <a:gd name="T1" fmla="*/ 9 h 65"/>
                <a:gd name="T2" fmla="*/ 9 w 19"/>
                <a:gd name="T3" fmla="*/ 0 h 65"/>
                <a:gd name="T4" fmla="*/ 0 w 19"/>
                <a:gd name="T5" fmla="*/ 9 h 65"/>
                <a:gd name="T6" fmla="*/ 0 w 19"/>
                <a:gd name="T7" fmla="*/ 56 h 65"/>
                <a:gd name="T8" fmla="*/ 9 w 19"/>
                <a:gd name="T9" fmla="*/ 65 h 65"/>
                <a:gd name="T10" fmla="*/ 19 w 19"/>
                <a:gd name="T11" fmla="*/ 56 h 65"/>
                <a:gd name="T12" fmla="*/ 19 w 19"/>
                <a:gd name="T13" fmla="*/ 9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13" name="Freeform 17"/>
            <p:cNvSpPr>
              <a:spLocks/>
            </p:cNvSpPr>
            <p:nvPr/>
          </p:nvSpPr>
          <p:spPr bwMode="auto">
            <a:xfrm>
              <a:off x="4171" y="1586"/>
              <a:ext cx="86" cy="167"/>
            </a:xfrm>
            <a:custGeom>
              <a:avLst/>
              <a:gdLst>
                <a:gd name="T0" fmla="*/ 20 w 20"/>
                <a:gd name="T1" fmla="*/ 10 h 39"/>
                <a:gd name="T2" fmla="*/ 10 w 20"/>
                <a:gd name="T3" fmla="*/ 0 h 39"/>
                <a:gd name="T4" fmla="*/ 0 w 20"/>
                <a:gd name="T5" fmla="*/ 10 h 39"/>
                <a:gd name="T6" fmla="*/ 0 w 20"/>
                <a:gd name="T7" fmla="*/ 30 h 39"/>
                <a:gd name="T8" fmla="*/ 10 w 20"/>
                <a:gd name="T9" fmla="*/ 39 h 39"/>
                <a:gd name="T10" fmla="*/ 20 w 20"/>
                <a:gd name="T11" fmla="*/ 30 h 39"/>
                <a:gd name="T12" fmla="*/ 20 w 20"/>
                <a:gd name="T13" fmla="*/ 1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39">
                  <a:moveTo>
                    <a:pt x="20" y="10"/>
                  </a:moveTo>
                  <a:cubicBezTo>
                    <a:pt x="20" y="4"/>
                    <a:pt x="15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5" y="39"/>
                    <a:pt x="10" y="39"/>
                  </a:cubicBezTo>
                  <a:cubicBezTo>
                    <a:pt x="15" y="39"/>
                    <a:pt x="20" y="35"/>
                    <a:pt x="20" y="30"/>
                  </a:cubicBezTo>
                  <a:lnTo>
                    <a:pt x="20" y="10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14" name="Freeform 18"/>
            <p:cNvSpPr>
              <a:spLocks/>
            </p:cNvSpPr>
            <p:nvPr/>
          </p:nvSpPr>
          <p:spPr bwMode="auto">
            <a:xfrm>
              <a:off x="4398" y="1474"/>
              <a:ext cx="82" cy="279"/>
            </a:xfrm>
            <a:custGeom>
              <a:avLst/>
              <a:gdLst>
                <a:gd name="T0" fmla="*/ 19 w 19"/>
                <a:gd name="T1" fmla="*/ 9 h 65"/>
                <a:gd name="T2" fmla="*/ 10 w 19"/>
                <a:gd name="T3" fmla="*/ 0 h 65"/>
                <a:gd name="T4" fmla="*/ 0 w 19"/>
                <a:gd name="T5" fmla="*/ 9 h 65"/>
                <a:gd name="T6" fmla="*/ 0 w 19"/>
                <a:gd name="T7" fmla="*/ 56 h 65"/>
                <a:gd name="T8" fmla="*/ 10 w 19"/>
                <a:gd name="T9" fmla="*/ 65 h 65"/>
                <a:gd name="T10" fmla="*/ 19 w 19"/>
                <a:gd name="T11" fmla="*/ 56 h 65"/>
                <a:gd name="T12" fmla="*/ 19 w 19"/>
                <a:gd name="T13" fmla="*/ 9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15" name="Freeform 19"/>
            <p:cNvSpPr>
              <a:spLocks/>
            </p:cNvSpPr>
            <p:nvPr/>
          </p:nvSpPr>
          <p:spPr bwMode="auto">
            <a:xfrm>
              <a:off x="4625" y="1320"/>
              <a:ext cx="82" cy="514"/>
            </a:xfrm>
            <a:custGeom>
              <a:avLst/>
              <a:gdLst>
                <a:gd name="T0" fmla="*/ 19 w 19"/>
                <a:gd name="T1" fmla="*/ 9 h 120"/>
                <a:gd name="T2" fmla="*/ 9 w 19"/>
                <a:gd name="T3" fmla="*/ 0 h 120"/>
                <a:gd name="T4" fmla="*/ 0 w 19"/>
                <a:gd name="T5" fmla="*/ 9 h 120"/>
                <a:gd name="T6" fmla="*/ 0 w 19"/>
                <a:gd name="T7" fmla="*/ 111 h 120"/>
                <a:gd name="T8" fmla="*/ 9 w 19"/>
                <a:gd name="T9" fmla="*/ 120 h 120"/>
                <a:gd name="T10" fmla="*/ 19 w 19"/>
                <a:gd name="T11" fmla="*/ 111 h 120"/>
                <a:gd name="T12" fmla="*/ 19 w 19"/>
                <a:gd name="T13" fmla="*/ 9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4" y="120"/>
                    <a:pt x="9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16" name="Freeform 20"/>
            <p:cNvSpPr>
              <a:spLocks/>
            </p:cNvSpPr>
            <p:nvPr/>
          </p:nvSpPr>
          <p:spPr bwMode="auto">
            <a:xfrm>
              <a:off x="4848" y="1474"/>
              <a:ext cx="82" cy="279"/>
            </a:xfrm>
            <a:custGeom>
              <a:avLst/>
              <a:gdLst>
                <a:gd name="T0" fmla="*/ 19 w 19"/>
                <a:gd name="T1" fmla="*/ 9 h 65"/>
                <a:gd name="T2" fmla="*/ 10 w 19"/>
                <a:gd name="T3" fmla="*/ 0 h 65"/>
                <a:gd name="T4" fmla="*/ 0 w 19"/>
                <a:gd name="T5" fmla="*/ 9 h 65"/>
                <a:gd name="T6" fmla="*/ 0 w 19"/>
                <a:gd name="T7" fmla="*/ 56 h 65"/>
                <a:gd name="T8" fmla="*/ 10 w 19"/>
                <a:gd name="T9" fmla="*/ 65 h 65"/>
                <a:gd name="T10" fmla="*/ 19 w 19"/>
                <a:gd name="T11" fmla="*/ 56 h 65"/>
                <a:gd name="T12" fmla="*/ 19 w 19"/>
                <a:gd name="T13" fmla="*/ 9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5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17" name="Freeform 21"/>
            <p:cNvSpPr>
              <a:spLocks/>
            </p:cNvSpPr>
            <p:nvPr/>
          </p:nvSpPr>
          <p:spPr bwMode="auto">
            <a:xfrm>
              <a:off x="5075" y="1586"/>
              <a:ext cx="82" cy="167"/>
            </a:xfrm>
            <a:custGeom>
              <a:avLst/>
              <a:gdLst>
                <a:gd name="T0" fmla="*/ 19 w 19"/>
                <a:gd name="T1" fmla="*/ 10 h 39"/>
                <a:gd name="T2" fmla="*/ 9 w 19"/>
                <a:gd name="T3" fmla="*/ 0 h 39"/>
                <a:gd name="T4" fmla="*/ 0 w 19"/>
                <a:gd name="T5" fmla="*/ 10 h 39"/>
                <a:gd name="T6" fmla="*/ 0 w 19"/>
                <a:gd name="T7" fmla="*/ 30 h 39"/>
                <a:gd name="T8" fmla="*/ 9 w 19"/>
                <a:gd name="T9" fmla="*/ 39 h 39"/>
                <a:gd name="T10" fmla="*/ 19 w 19"/>
                <a:gd name="T11" fmla="*/ 30 h 39"/>
                <a:gd name="T12" fmla="*/ 19 w 19"/>
                <a:gd name="T13" fmla="*/ 1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9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1335318" name="Rectangle 22"/>
          <p:cNvSpPr>
            <a:spLocks noGrp="1" noChangeArrowheads="1"/>
          </p:cNvSpPr>
          <p:nvPr>
            <p:ph type="ctrTitle"/>
          </p:nvPr>
        </p:nvSpPr>
        <p:spPr bwMode="white">
          <a:xfrm>
            <a:off x="867834" y="2676526"/>
            <a:ext cx="5024967" cy="830263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</a:p>
        </p:txBody>
      </p:sp>
      <p:sp>
        <p:nvSpPr>
          <p:cNvPr id="1335319" name="Rectangle 23"/>
          <p:cNvSpPr>
            <a:spLocks noGrp="1" noChangeArrowheads="1"/>
          </p:cNvSpPr>
          <p:nvPr>
            <p:ph type="subTitle" idx="1"/>
          </p:nvPr>
        </p:nvSpPr>
        <p:spPr>
          <a:xfrm>
            <a:off x="867833" y="4733925"/>
            <a:ext cx="9254067" cy="4191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</a:p>
        </p:txBody>
      </p:sp>
      <p:pic>
        <p:nvPicPr>
          <p:cNvPr id="1335320" name="Picture 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4734" y="1658938"/>
            <a:ext cx="3075517" cy="2665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53355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32882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2935968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74185" y="1781176"/>
            <a:ext cx="5192183" cy="35718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69567" y="1781176"/>
            <a:ext cx="5192184" cy="35718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222991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601291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51283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532446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9438048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4672039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42682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021234" y="457200"/>
            <a:ext cx="2713567" cy="48958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74185" y="457200"/>
            <a:ext cx="7943849" cy="489585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235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13" Type="http://schemas.openxmlformats.org/officeDocument/2006/relationships/hyperlink" Target="http://www.catc.edu.cn/" TargetMode="External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Line 2"/>
          <p:cNvSpPr>
            <a:spLocks noChangeShapeType="1"/>
          </p:cNvSpPr>
          <p:nvPr/>
        </p:nvSpPr>
        <p:spPr bwMode="auto">
          <a:xfrm>
            <a:off x="106172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000054"/>
              </a:buClr>
              <a:buSzPct val="70000"/>
              <a:buFont typeface="Wingdings" panose="05000000000000000000" pitchFamily="2" charset="2"/>
              <a:buNone/>
            </a:pPr>
            <a:endParaRPr lang="zh-CN" altLang="en-US" sz="2400" b="1" smtClean="0">
              <a:solidFill>
                <a:srgbClr val="000054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9"/>
            <a:ext cx="100584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4434" y="981075"/>
            <a:ext cx="11523133" cy="5472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453188"/>
            <a:ext cx="2844800" cy="252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0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fontAlgn="base">
              <a:spcAft>
                <a:spcPct val="0"/>
              </a:spcAft>
            </a:pPr>
            <a:endParaRPr lang="en-US" altLang="zh-CN" smtClean="0">
              <a:solidFill>
                <a:srgbClr val="FFFF66"/>
              </a:solidFill>
            </a:endParaRP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453188"/>
            <a:ext cx="3860800" cy="252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buSzTx/>
              <a:buFontTx/>
              <a:buNone/>
              <a:defRPr sz="10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fontAlgn="base">
              <a:spcAft>
                <a:spcPct val="0"/>
              </a:spcAft>
            </a:pPr>
            <a:endParaRPr lang="en-US" altLang="zh-CN" smtClean="0">
              <a:solidFill>
                <a:srgbClr val="FFFF66"/>
              </a:solidFill>
            </a:endParaRP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03267" y="6489701"/>
            <a:ext cx="2844800" cy="25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0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fontAlgn="base">
              <a:spcAft>
                <a:spcPct val="0"/>
              </a:spcAft>
            </a:pPr>
            <a:fld id="{6C0BB67A-27FA-4C67-851A-9DC3FA391F2F}" type="slidenum">
              <a:rPr lang="en-US" altLang="zh-CN" smtClean="0">
                <a:solidFill>
                  <a:srgbClr val="FFFF66"/>
                </a:solidFill>
              </a:rPr>
              <a:pPr fontAlgn="base">
                <a:spcAft>
                  <a:spcPct val="0"/>
                </a:spcAft>
              </a:pPr>
              <a:t>‹#›</a:t>
            </a:fld>
            <a:endParaRPr lang="en-US" altLang="zh-CN" smtClean="0">
              <a:solidFill>
                <a:srgbClr val="FFFF66"/>
              </a:solidFill>
            </a:endParaRPr>
          </a:p>
        </p:txBody>
      </p:sp>
      <p:grpSp>
        <p:nvGrpSpPr>
          <p:cNvPr id="5128" name="Group 8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5129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0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1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2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3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4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5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6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7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8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9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0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1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2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3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4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5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6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7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8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9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0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1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2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3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4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5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6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7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8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9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</p:grpSp>
      <p:pic>
        <p:nvPicPr>
          <p:cNvPr id="5160" name="Picture 40" descr="ppt_bg"/>
          <p:cNvPicPr>
            <a:picLocks noChangeAspect="1" noChangeArrowheads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6160080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78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3200" b="1" kern="1200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692150" indent="-347663" algn="l" rtl="0" fontAlgn="base">
        <a:spcBef>
          <a:spcPct val="20000"/>
        </a:spcBef>
        <a:spcAft>
          <a:spcPct val="0"/>
        </a:spcAft>
        <a:buClr>
          <a:srgbClr val="FF99FF"/>
        </a:buClr>
        <a:buSzPct val="70000"/>
        <a:buFont typeface="Wingdings" panose="05000000000000000000" pitchFamily="2" charset="2"/>
        <a:buChar char="l"/>
        <a:defRPr sz="28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987425" indent="-293688" algn="l" rtl="0" fontAlgn="base">
        <a:spcBef>
          <a:spcPct val="20000"/>
        </a:spcBef>
        <a:spcAft>
          <a:spcPct val="0"/>
        </a:spcAft>
        <a:buClr>
          <a:srgbClr val="00FF00"/>
        </a:buClr>
        <a:buSzPct val="70000"/>
        <a:buFont typeface="Wingdings" panose="05000000000000000000" pitchFamily="2" charset="2"/>
        <a:buChar char="u"/>
        <a:defRPr sz="24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281113" indent="-2921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4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1598613" indent="-315913" algn="l" rtl="0" fontAlgn="base">
        <a:spcBef>
          <a:spcPct val="20000"/>
        </a:spcBef>
        <a:spcAft>
          <a:spcPct val="0"/>
        </a:spcAft>
        <a:buClr>
          <a:srgbClr val="FFFFFF"/>
        </a:buClr>
        <a:buSzPct val="80000"/>
        <a:buFont typeface="Wingdings" panose="05000000000000000000" pitchFamily="2" charset="2"/>
        <a:buChar char="Ø"/>
        <a:defRPr sz="20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4597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597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kumimoji="1"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fontAlgn="base"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4597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buSzTx/>
              <a:buFontTx/>
              <a:buNone/>
              <a:defRPr kumimoji="1"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fontAlgn="base"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45978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kumimoji="1"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fontAlgn="base">
              <a:spcAft>
                <a:spcPct val="0"/>
              </a:spcAft>
            </a:pPr>
            <a:fld id="{3C6D6F0C-2B97-467D-A0BD-E656AC1471E3}" type="slidenum">
              <a:rPr lang="en-US" altLang="zh-CN" smtClean="0">
                <a:solidFill>
                  <a:srgbClr val="000000"/>
                </a:solidFill>
              </a:rPr>
              <a:pPr fontAlgn="base">
                <a:spcAft>
                  <a:spcPct val="0"/>
                </a:spcAft>
              </a:pPr>
              <a:t>‹#›</a:t>
            </a:fld>
            <a:endParaRPr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6068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4597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597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kumimoji="1"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fontAlgn="base"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4597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buSzTx/>
              <a:buFontTx/>
              <a:buNone/>
              <a:defRPr kumimoji="1"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fontAlgn="base"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45978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kumimoji="1"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fontAlgn="base">
              <a:spcAft>
                <a:spcPct val="0"/>
              </a:spcAft>
            </a:pPr>
            <a:fld id="{3C6D6F0C-2B97-467D-A0BD-E656AC1471E3}" type="slidenum">
              <a:rPr lang="en-US" altLang="zh-CN" smtClean="0">
                <a:solidFill>
                  <a:srgbClr val="000000"/>
                </a:solidFill>
              </a:rPr>
              <a:pPr fontAlgn="base">
                <a:spcAft>
                  <a:spcPct val="0"/>
                </a:spcAft>
              </a:pPr>
              <a:t>‹#›</a:t>
            </a:fld>
            <a:endParaRPr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399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9266" name="Picture 2" descr="ppt_b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926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503085" y="0"/>
            <a:ext cx="8477249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77926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77926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effectLst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77927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effectLst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77927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ffectLst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33C9A19-84A2-441C-8897-CF7DDD77051C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166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000" b="1" kern="1200">
          <a:solidFill>
            <a:srgbClr val="FFFF00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32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800" b="1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•"/>
        <a:defRPr sz="2000" b="1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•"/>
        <a:defRPr sz="2000" b="1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5826" name="Picture 2" descr="ppt_b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458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503085" y="0"/>
            <a:ext cx="8477249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8458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8458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effectLst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458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effectLst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458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ffectLst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FCC9321-D69F-4A64-96AF-E6B7A8F42028}" type="slidenum">
              <a:rPr lang="en-US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198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000" b="1" kern="1200">
          <a:solidFill>
            <a:srgbClr val="FFFF00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32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800" b="1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•"/>
        <a:defRPr sz="2000" b="1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•"/>
        <a:defRPr sz="2000" b="1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2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74184" y="457200"/>
            <a:ext cx="10860616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Slide Title</a:t>
            </a:r>
          </a:p>
        </p:txBody>
      </p:sp>
      <p:sp>
        <p:nvSpPr>
          <p:cNvPr id="1334275" name="Rectangle 3"/>
          <p:cNvSpPr>
            <a:spLocks noChangeArrowheads="1"/>
          </p:cNvSpPr>
          <p:nvPr/>
        </p:nvSpPr>
        <p:spPr bwMode="auto">
          <a:xfrm>
            <a:off x="0" y="0"/>
            <a:ext cx="12192000" cy="177800"/>
          </a:xfrm>
          <a:prstGeom prst="rect">
            <a:avLst/>
          </a:prstGeom>
          <a:solidFill>
            <a:srgbClr val="015F8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</a:pPr>
            <a:endParaRPr lang="zh-CN" altLang="en-US" sz="2400" i="1" smtClean="0">
              <a:solidFill>
                <a:srgbClr val="000000"/>
              </a:solidFill>
            </a:endParaRPr>
          </a:p>
        </p:txBody>
      </p:sp>
      <p:sp>
        <p:nvSpPr>
          <p:cNvPr id="1334276" name="Rectangle 4"/>
          <p:cNvSpPr>
            <a:spLocks noChangeArrowheads="1"/>
          </p:cNvSpPr>
          <p:nvPr/>
        </p:nvSpPr>
        <p:spPr bwMode="auto">
          <a:xfrm>
            <a:off x="11566372" y="6624363"/>
            <a:ext cx="322946" cy="236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b">
            <a:spAutoFit/>
          </a:bodyPr>
          <a:lstStyle>
            <a:lvl1pPr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06400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14388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22375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630363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875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447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019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591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fontAlgn="base" hangingPunct="0">
              <a:spcAft>
                <a:spcPct val="0"/>
              </a:spcAft>
            </a:pPr>
            <a:fld id="{F783EE2E-3158-4F4F-9F3F-119AF15F4FBA}" type="slidenum">
              <a:rPr lang="zh-CN" altLang="en-US" sz="1000" smtClean="0">
                <a:solidFill>
                  <a:srgbClr val="D3D3D3"/>
                </a:solidFill>
                <a:ea typeface="宋体" panose="02010600030101010101" pitchFamily="2" charset="-122"/>
              </a:rPr>
              <a:pPr algn="r" eaLnBrk="0" fontAlgn="base" hangingPunct="0">
                <a:spcAft>
                  <a:spcPct val="0"/>
                </a:spcAft>
              </a:pPr>
              <a:t>‹#›</a:t>
            </a:fld>
            <a:endParaRPr lang="en-US" altLang="zh-CN" sz="1000" smtClean="0">
              <a:solidFill>
                <a:srgbClr val="D3D3D3"/>
              </a:solidFill>
              <a:ea typeface="宋体" panose="02010600030101010101" pitchFamily="2" charset="-122"/>
            </a:endParaRPr>
          </a:p>
        </p:txBody>
      </p:sp>
      <p:sp>
        <p:nvSpPr>
          <p:cNvPr id="133427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874185" y="1781176"/>
            <a:ext cx="10587567" cy="357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0677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Body Text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334279" name="Rectangle 7"/>
          <p:cNvSpPr>
            <a:spLocks noChangeArrowheads="1"/>
          </p:cNvSpPr>
          <p:nvPr/>
        </p:nvSpPr>
        <p:spPr bwMode="auto">
          <a:xfrm>
            <a:off x="3898900" y="6615453"/>
            <a:ext cx="1345662" cy="206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b" anchorCtr="1">
            <a:spAutoFit/>
          </a:bodyPr>
          <a:lstStyle>
            <a:lvl1pPr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06400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14388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22375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630363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875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447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019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591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zh-CN" altLang="en-US" sz="800" smtClean="0">
                <a:solidFill>
                  <a:srgbClr val="0183B7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思科网络技术学院理事会</a:t>
            </a:r>
            <a:r>
              <a:rPr lang="en-US" altLang="zh-CN" sz="800" smtClean="0">
                <a:solidFill>
                  <a:srgbClr val="0183B7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.</a:t>
            </a:r>
          </a:p>
        </p:txBody>
      </p:sp>
      <p:sp>
        <p:nvSpPr>
          <p:cNvPr id="1334280" name="Rectangle 8"/>
          <p:cNvSpPr>
            <a:spLocks noChangeArrowheads="1"/>
          </p:cNvSpPr>
          <p:nvPr/>
        </p:nvSpPr>
        <p:spPr bwMode="auto">
          <a:xfrm>
            <a:off x="6102135" y="6615453"/>
            <a:ext cx="1204598" cy="206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b">
            <a:spAutoFit/>
          </a:bodyPr>
          <a:lstStyle>
            <a:lvl1pPr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06400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14388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22375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630363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875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447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019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591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fontAlgn="base" hangingPunct="0">
              <a:spcAft>
                <a:spcPct val="0"/>
              </a:spcAft>
            </a:pPr>
            <a:r>
              <a:rPr lang="en-US" altLang="zh-CN" sz="800" smtClean="0">
                <a:solidFill>
                  <a:srgbClr val="0183B7"/>
                </a:solidFill>
                <a:ea typeface="宋体" panose="02010600030101010101" pitchFamily="2" charset="-122"/>
                <a:hlinkClick r:id="rId13"/>
              </a:rPr>
              <a:t>http://www.catc.edu.cn</a:t>
            </a:r>
            <a:endParaRPr lang="en-US" altLang="zh-CN" sz="800" smtClean="0">
              <a:solidFill>
                <a:srgbClr val="0183B7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0406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</p:sldLayoutIdLst>
  <p:timing>
    <p:tnLst>
      <p:par>
        <p:cTn id="1" dur="indefinite" restart="never" nodeType="tmRoot"/>
      </p:par>
    </p:tnLst>
  </p:timing>
  <p:txStyles>
    <p:titleStyle>
      <a:lvl1pPr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2pPr>
      <a:lvl3pPr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3pPr>
      <a:lvl4pPr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4pPr>
      <a:lvl5pPr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5pPr>
      <a:lvl6pPr marL="4572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6pPr>
      <a:lvl7pPr marL="9144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7pPr>
      <a:lvl8pPr marL="13716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8pPr>
      <a:lvl9pPr marL="18288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chemeClr val="tx2"/>
        </a:buClr>
        <a:buSzPct val="100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46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5412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66610" y="1884459"/>
            <a:ext cx="10515600" cy="2512614"/>
          </a:xfrm>
        </p:spPr>
        <p:txBody>
          <a:bodyPr>
            <a:noAutofit/>
          </a:bodyPr>
          <a:lstStyle/>
          <a:p>
            <a:pPr algn="ctr" eaLnBrk="0" hangingPunct="0">
              <a:lnSpc>
                <a:spcPct val="150000"/>
              </a:lnSpc>
              <a:defRPr/>
            </a:pPr>
            <a:r>
              <a:rPr lang="zh-CN" altLang="en-US" sz="3975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</a:t>
            </a:r>
            <a:r>
              <a:rPr lang="en-US" altLang="zh-CN" sz="3975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en-US" altLang="zh-CN" sz="3975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br>
              <a:rPr lang="en-US" altLang="zh-CN" sz="3975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3975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静态</a:t>
            </a:r>
            <a:r>
              <a:rPr lang="zh-CN" altLang="en-US" sz="3975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路由高级配置</a:t>
            </a:r>
          </a:p>
        </p:txBody>
      </p:sp>
    </p:spTree>
    <p:extLst>
      <p:ext uri="{BB962C8B-B14F-4D97-AF65-F5344CB8AC3E}">
        <p14:creationId xmlns:p14="http://schemas.microsoft.com/office/powerpoint/2010/main" val="3827830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静态路由的优势</a:t>
            </a:r>
            <a:endParaRPr lang="en-US" altLang="zh-CN" b="1" dirty="0"/>
          </a:p>
        </p:txBody>
      </p:sp>
      <p:sp>
        <p:nvSpPr>
          <p:cNvPr id="55" name="文本框 54"/>
          <p:cNvSpPr txBox="1"/>
          <p:nvPr/>
        </p:nvSpPr>
        <p:spPr>
          <a:xfrm>
            <a:off x="238185" y="1402938"/>
            <a:ext cx="11434330" cy="319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静态路由</a:t>
            </a:r>
            <a:r>
              <a:rPr lang="zh-CN" altLang="en-US" sz="2800" b="1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的优势</a:t>
            </a:r>
            <a:endParaRPr lang="en-US" altLang="zh-CN" sz="2800" b="1" dirty="0" smtClean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手动配置，允许对分组的转发路径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进行精确控制。</a:t>
            </a:r>
            <a:endParaRPr lang="zh-CN" altLang="en-US" sz="2400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比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动态路由负担轻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：不占用用户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带宽</a:t>
            </a:r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占用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CPU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资源，减轻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路由器的负担。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静态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路由是单向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进行双向通信必须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同时配置回程</a:t>
            </a:r>
            <a:r>
              <a:rPr lang="zh-CN" altLang="en-US" sz="24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静态路由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原理</a:t>
            </a:r>
            <a:r>
              <a:rPr lang="zh-CN" altLang="en-US" sz="24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简单，配置简便，易于掌握。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安全性。</a:t>
            </a:r>
            <a:endParaRPr lang="zh-CN" altLang="en-US" sz="2400" b="1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61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0717" y="3443659"/>
            <a:ext cx="5064576" cy="3183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44022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394020"/>
            <a:ext cx="12125740" cy="808492"/>
          </a:xfrm>
        </p:spPr>
        <p:txBody>
          <a:bodyPr/>
          <a:lstStyle/>
          <a:p>
            <a:pPr marL="4508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Step1-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PC1将IP数据包封装成以太网帧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并将其目的MAC地址设为R1 </a:t>
            </a:r>
            <a:r>
              <a:rPr lang="en-US" alt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FastEthernet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0/0接口的MAC地址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090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3093" y="2350165"/>
            <a:ext cx="7900379" cy="4300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846856" y="206732"/>
            <a:ext cx="5211544" cy="793143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分组转发过程</a:t>
            </a:r>
            <a:endParaRPr lang="en-US" altLang="zh-CN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7357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7205" y="1403351"/>
            <a:ext cx="8113713" cy="304800"/>
          </a:xfrm>
        </p:spPr>
        <p:txBody>
          <a:bodyPr/>
          <a:lstStyle/>
          <a:p>
            <a:pPr marL="450850">
              <a:lnSpc>
                <a:spcPct val="75000"/>
              </a:lnSpc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Step2(1)- R1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发现帧的目的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地址是自己的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</a:t>
            </a:r>
          </a:p>
        </p:txBody>
      </p:sp>
      <p:sp>
        <p:nvSpPr>
          <p:cNvPr id="82948" name="Rectangle 9"/>
          <p:cNvSpPr>
            <a:spLocks noChangeArrowheads="1"/>
          </p:cNvSpPr>
          <p:nvPr/>
        </p:nvSpPr>
        <p:spPr bwMode="auto">
          <a:xfrm>
            <a:off x="157205" y="4000951"/>
            <a:ext cx="7962900" cy="436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0677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124" tIns="41061" rIns="82124" bIns="41061"/>
          <a:lstStyle>
            <a:lvl1pPr marL="236538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14388">
              <a:lnSpc>
                <a:spcPct val="95000"/>
              </a:lnSpc>
              <a:spcBef>
                <a:spcPct val="35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14388">
              <a:lnSpc>
                <a:spcPct val="95000"/>
              </a:lnSpc>
              <a:spcBef>
                <a:spcPct val="35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14388">
              <a:lnSpc>
                <a:spcPct val="95000"/>
              </a:lnSpc>
              <a:spcBef>
                <a:spcPct val="35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14388">
              <a:lnSpc>
                <a:spcPct val="95000"/>
              </a:lnSpc>
              <a:spcBef>
                <a:spcPct val="35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0850" indent="-342900" fontAlgn="base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70000"/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Step2(2-3)- R1 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剥离以太网帧后检测目的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82949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3651" y="1726265"/>
            <a:ext cx="6563429" cy="2204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950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029" y="4377180"/>
            <a:ext cx="6866504" cy="23681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846856" y="206732"/>
            <a:ext cx="5211544" cy="793143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分组转发过程</a:t>
            </a:r>
            <a:endParaRPr lang="en-US" altLang="zh-CN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7734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6498" y="1439946"/>
            <a:ext cx="7570787" cy="446087"/>
          </a:xfrm>
        </p:spPr>
        <p:txBody>
          <a:bodyPr/>
          <a:lstStyle/>
          <a:p>
            <a:pPr marL="4508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Step2(4)- R1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在路由表中寻找目的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84996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1606" y="1886033"/>
            <a:ext cx="7016794" cy="4611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846856" y="206732"/>
            <a:ext cx="5211544" cy="793143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分组转发过程</a:t>
            </a:r>
            <a:endParaRPr lang="en-US" altLang="zh-CN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9698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4206" y="1495606"/>
            <a:ext cx="9604194" cy="511175"/>
          </a:xfrm>
        </p:spPr>
        <p:txBody>
          <a:bodyPr/>
          <a:lstStyle/>
          <a:p>
            <a:pPr marL="4508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Step2(5)- R1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查询下一跳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地址，更新目的地址重新封装成帧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704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6041" y="2006781"/>
            <a:ext cx="8311141" cy="4647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846856" y="206732"/>
            <a:ext cx="5211544" cy="793143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分组转发过程</a:t>
            </a:r>
            <a:endParaRPr lang="en-US" altLang="zh-CN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4707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1326" y="1416093"/>
            <a:ext cx="7570787" cy="511175"/>
          </a:xfrm>
        </p:spPr>
        <p:txBody>
          <a:bodyPr/>
          <a:lstStyle/>
          <a:p>
            <a:pPr marL="4508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Step2(6)- R3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将以太网数据包从接口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Fa0/0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转发出去</a:t>
            </a:r>
          </a:p>
        </p:txBody>
      </p:sp>
      <p:pic>
        <p:nvPicPr>
          <p:cNvPr id="8909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7598" y="2000056"/>
            <a:ext cx="8229553" cy="4567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846856" y="206732"/>
            <a:ext cx="5211544" cy="793143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分组转发过程</a:t>
            </a:r>
            <a:endParaRPr lang="en-US" altLang="zh-CN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4273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8060" y="1339196"/>
            <a:ext cx="7996237" cy="304800"/>
          </a:xfrm>
        </p:spPr>
        <p:txBody>
          <a:bodyPr/>
          <a:lstStyle/>
          <a:p>
            <a:pPr marL="450850">
              <a:lnSpc>
                <a:spcPct val="75000"/>
              </a:lnSpc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Step3(1)- R2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发现帧的目的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地址是自己的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140" name="Rectangle 6"/>
          <p:cNvSpPr>
            <a:spLocks noChangeArrowheads="1"/>
          </p:cNvSpPr>
          <p:nvPr/>
        </p:nvSpPr>
        <p:spPr bwMode="auto">
          <a:xfrm>
            <a:off x="390596" y="4115213"/>
            <a:ext cx="8005763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0677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124" tIns="41061" rIns="82124" bIns="41061"/>
          <a:lstStyle>
            <a:lvl1pPr marL="236538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14388">
              <a:lnSpc>
                <a:spcPct val="95000"/>
              </a:lnSpc>
              <a:spcBef>
                <a:spcPct val="35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14388">
              <a:lnSpc>
                <a:spcPct val="95000"/>
              </a:lnSpc>
              <a:spcBef>
                <a:spcPct val="35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14388">
              <a:lnSpc>
                <a:spcPct val="95000"/>
              </a:lnSpc>
              <a:spcBef>
                <a:spcPct val="35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14388">
              <a:lnSpc>
                <a:spcPct val="95000"/>
              </a:lnSpc>
              <a:spcBef>
                <a:spcPct val="35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0850" indent="-342900" fontAlgn="base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70000"/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Step3(2-3)- R2 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剥离以太网帧头 检测</a:t>
            </a:r>
            <a:r>
              <a:rPr lang="zh-CN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目的</a:t>
            </a:r>
            <a:r>
              <a:rPr lang="en-US" altLang="zh-CN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</a:t>
            </a:r>
            <a:endParaRPr lang="zh-CN" altLang="en-US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91141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633" y="1643996"/>
            <a:ext cx="6362977" cy="2415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1142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3957" y="4416241"/>
            <a:ext cx="6970857" cy="2431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846856" y="206732"/>
            <a:ext cx="5211544" cy="793143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分组转发过程</a:t>
            </a:r>
            <a:endParaRPr lang="en-US" altLang="zh-CN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2850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3233" y="1424657"/>
            <a:ext cx="7570787" cy="412750"/>
          </a:xfrm>
        </p:spPr>
        <p:txBody>
          <a:bodyPr/>
          <a:lstStyle/>
          <a:p>
            <a:pPr marL="450850">
              <a:lnSpc>
                <a:spcPct val="85000"/>
              </a:lnSpc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Step3(4)- R2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在路由表中寻找目的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318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6958" y="1912332"/>
            <a:ext cx="8221933" cy="4401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846856" y="206732"/>
            <a:ext cx="5211544" cy="793143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分组转发过程</a:t>
            </a:r>
            <a:endParaRPr lang="en-US" altLang="zh-CN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653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8303" y="1360336"/>
            <a:ext cx="7570787" cy="381000"/>
          </a:xfrm>
        </p:spPr>
        <p:txBody>
          <a:bodyPr/>
          <a:lstStyle/>
          <a:p>
            <a:pPr marL="4508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Step3(4)- R2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更新目的地址重新封装成帧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523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2646" y="1899644"/>
            <a:ext cx="8017205" cy="447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846856" y="206732"/>
            <a:ext cx="5211544" cy="793143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分组转发过程</a:t>
            </a:r>
            <a:endParaRPr lang="en-US" altLang="zh-CN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8700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6985" y="1377717"/>
            <a:ext cx="7570787" cy="390525"/>
          </a:xfrm>
        </p:spPr>
        <p:txBody>
          <a:bodyPr/>
          <a:lstStyle/>
          <a:p>
            <a:pPr marL="4508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Step3(5)- R2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将以太网数据包从接口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S0/0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转发出去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7284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4330" y="1966361"/>
            <a:ext cx="8440304" cy="4450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846856" y="206732"/>
            <a:ext cx="5211544" cy="793143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分组转发过程</a:t>
            </a:r>
            <a:endParaRPr lang="en-US" altLang="zh-CN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4973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1084" y="1400121"/>
            <a:ext cx="3982621" cy="368759"/>
          </a:xfrm>
        </p:spPr>
        <p:txBody>
          <a:bodyPr/>
          <a:lstStyle/>
          <a:p>
            <a:pPr marL="450850">
              <a:lnSpc>
                <a:spcPct val="75000"/>
              </a:lnSpc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Step4(1)- R3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接受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PPP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帧</a:t>
            </a:r>
          </a:p>
        </p:txBody>
      </p:sp>
      <p:sp>
        <p:nvSpPr>
          <p:cNvPr id="99332" name="Rectangle 4"/>
          <p:cNvSpPr>
            <a:spLocks noChangeArrowheads="1"/>
          </p:cNvSpPr>
          <p:nvPr/>
        </p:nvSpPr>
        <p:spPr bwMode="auto">
          <a:xfrm>
            <a:off x="311084" y="3890788"/>
            <a:ext cx="7797800" cy="43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0677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124" tIns="41061" rIns="82124" bIns="41061"/>
          <a:lstStyle>
            <a:lvl1pPr marL="236538" indent="-236538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14388">
              <a:lnSpc>
                <a:spcPct val="95000"/>
              </a:lnSpc>
              <a:spcBef>
                <a:spcPct val="35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14388">
              <a:lnSpc>
                <a:spcPct val="95000"/>
              </a:lnSpc>
              <a:spcBef>
                <a:spcPct val="35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14388">
              <a:lnSpc>
                <a:spcPct val="95000"/>
              </a:lnSpc>
              <a:spcBef>
                <a:spcPct val="35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14388">
              <a:lnSpc>
                <a:spcPct val="95000"/>
              </a:lnSpc>
              <a:spcBef>
                <a:spcPct val="35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0850" indent="-342900" fontAlgn="base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70000"/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Step4(2-3)- R3 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剥离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PPP 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帧 检测目的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 </a:t>
            </a:r>
          </a:p>
        </p:txBody>
      </p:sp>
      <p:pic>
        <p:nvPicPr>
          <p:cNvPr id="99333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085" y="1336511"/>
            <a:ext cx="6997554" cy="2303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9334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549" y="4263597"/>
            <a:ext cx="7190698" cy="2351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846856" y="206732"/>
            <a:ext cx="5211544" cy="793143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分组转发过程</a:t>
            </a:r>
            <a:endParaRPr lang="en-US" altLang="zh-CN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164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5524" y="1500299"/>
            <a:ext cx="7570787" cy="466725"/>
          </a:xfrm>
        </p:spPr>
        <p:txBody>
          <a:bodyPr/>
          <a:lstStyle/>
          <a:p>
            <a:pPr marL="4508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Step4(4)- R3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在路由表中寻找目的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138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345" y="2067340"/>
            <a:ext cx="8288090" cy="4524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846856" y="206732"/>
            <a:ext cx="5211544" cy="793143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分组转发过程</a:t>
            </a:r>
            <a:endParaRPr lang="en-US" altLang="zh-CN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5910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0521" y="1411151"/>
            <a:ext cx="10799843" cy="457406"/>
          </a:xfrm>
        </p:spPr>
        <p:txBody>
          <a:bodyPr/>
          <a:lstStyle/>
          <a:p>
            <a:pPr marL="450850">
              <a:lnSpc>
                <a:spcPct val="85000"/>
              </a:lnSpc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Step4(5)- R3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的快速以太口直接连接到目的，更新目的地址从新封装成帧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42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7610" y="2001161"/>
            <a:ext cx="8643091" cy="4630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846856" y="206732"/>
            <a:ext cx="5211544" cy="793143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分组转发过程</a:t>
            </a:r>
            <a:endParaRPr lang="en-US" altLang="zh-CN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1939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3476" y="1459581"/>
            <a:ext cx="9715512" cy="511175"/>
          </a:xfrm>
        </p:spPr>
        <p:txBody>
          <a:bodyPr/>
          <a:lstStyle/>
          <a:p>
            <a:pPr marL="4508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Step5- IP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数据包到达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PC2. 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帧被剥离后继续检测上层协议</a:t>
            </a:r>
          </a:p>
        </p:txBody>
      </p:sp>
      <p:pic>
        <p:nvPicPr>
          <p:cNvPr id="10547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429" y="2136264"/>
            <a:ext cx="10066813" cy="3624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846856" y="206732"/>
            <a:ext cx="5211544" cy="793143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分组转发过程</a:t>
            </a:r>
            <a:endParaRPr lang="en-US" altLang="zh-CN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4050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434" name="Rectangle 2"/>
          <p:cNvSpPr>
            <a:spLocks noGrp="1" noChangeArrowheads="1"/>
          </p:cNvSpPr>
          <p:nvPr>
            <p:ph type="title"/>
          </p:nvPr>
        </p:nvSpPr>
        <p:spPr>
          <a:xfrm>
            <a:off x="5555311" y="122239"/>
            <a:ext cx="3525078" cy="858837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路由故障排查</a:t>
            </a:r>
          </a:p>
        </p:txBody>
      </p:sp>
      <p:sp>
        <p:nvSpPr>
          <p:cNvPr id="1170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1661" y="1535362"/>
            <a:ext cx="9963329" cy="2559559"/>
          </a:xfrm>
        </p:spPr>
        <p:txBody>
          <a:bodyPr/>
          <a:lstStyle/>
          <a:p>
            <a:pPr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可用的命令</a:t>
            </a:r>
            <a:endParaRPr lang="en-US" altLang="zh-C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l"/>
            </a:pP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Ping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测试连通性</a:t>
            </a: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Traceroute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追踪两段中的每一</a:t>
            </a:r>
            <a:r>
              <a:rPr lang="zh-CN" altLang="en-US" dirty="0">
                <a:ea typeface="宋体" panose="02010600030101010101" pitchFamily="2" charset="-122"/>
              </a:rPr>
              <a:t>跳</a:t>
            </a: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Show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route–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用于显示路由表</a:t>
            </a: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Show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 brief–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接口消息摘要</a:t>
            </a: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Show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neighbors detail–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用于搜集毗邻信息</a:t>
            </a:r>
          </a:p>
        </p:txBody>
      </p:sp>
    </p:spTree>
    <p:extLst>
      <p:ext uri="{BB962C8B-B14F-4D97-AF65-F5344CB8AC3E}">
        <p14:creationId xmlns:p14="http://schemas.microsoft.com/office/powerpoint/2010/main" val="1387957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8285" y="1535362"/>
            <a:ext cx="10760275" cy="5076825"/>
          </a:xfrm>
        </p:spPr>
        <p:txBody>
          <a:bodyPr/>
          <a:lstStyle/>
          <a:p>
            <a:pPr marL="342900" lvl="2" indent="-342900" defTabSz="814388" eaLnBrk="0" hangingPunct="0">
              <a:lnSpc>
                <a:spcPct val="90000"/>
              </a:lnSpc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合理正确使用工具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l"/>
            </a:pPr>
            <a:endParaRPr lang="zh-CN" altLang="en-US" sz="1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先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。如果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ping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不通可以使用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traceroute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来确定包是在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哪里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丢失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2" indent="-342900" defTabSz="814388" eaLnBrk="0" hangingPunct="0">
              <a:lnSpc>
                <a:spcPct val="90000"/>
              </a:lnSpc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检测路由</a:t>
            </a: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表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2" indent="-342900" defTabSz="814388" eaLnBrk="0" hangingPunct="0">
              <a:lnSpc>
                <a:spcPct val="90000"/>
              </a:lnSpc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l"/>
            </a:pP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有问题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需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重新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配置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静态路由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5555311" y="122239"/>
            <a:ext cx="3525078" cy="858837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路由故障排查</a:t>
            </a:r>
          </a:p>
        </p:txBody>
      </p:sp>
    </p:spTree>
    <p:extLst>
      <p:ext uri="{BB962C8B-B14F-4D97-AF65-F5344CB8AC3E}">
        <p14:creationId xmlns:p14="http://schemas.microsoft.com/office/powerpoint/2010/main" val="2194591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86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10622"/>
            <a:ext cx="6775450" cy="385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78636" name="Picture 1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0489" y="2974313"/>
            <a:ext cx="5007541" cy="2350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78637" name="Rectangle 13"/>
          <p:cNvSpPr>
            <a:spLocks noChangeArrowheads="1"/>
          </p:cNvSpPr>
          <p:nvPr/>
        </p:nvSpPr>
        <p:spPr bwMode="auto">
          <a:xfrm>
            <a:off x="159025" y="1374904"/>
            <a:ext cx="10996656" cy="1304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2124" tIns="41061" rIns="82124" bIns="41061">
            <a:spAutoFit/>
          </a:bodyPr>
          <a:lstStyle>
            <a:lvl1pPr algn="l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修改</a:t>
            </a:r>
            <a:r>
              <a:rPr lang="zh-CN" altLang="en-US" sz="2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路由</a:t>
            </a:r>
            <a:endParaRPr lang="en-US" altLang="zh-CN" sz="28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Wingdings" panose="05000000000000000000" pitchFamily="2" charset="2"/>
              <a:buChar char="l"/>
            </a:pPr>
            <a:endParaRPr lang="pt-BR" altLang="zh-CN" sz="1000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zh-CN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R2(config)#</a:t>
            </a:r>
            <a:r>
              <a:rPr lang="pt-BR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no</a:t>
            </a:r>
            <a:r>
              <a:rPr lang="pt-BR" altLang="zh-CN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ip route 172.16.3.0 255.255.255.0 </a:t>
            </a:r>
            <a:r>
              <a:rPr lang="pt-BR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serial0/0/1</a:t>
            </a:r>
          </a:p>
          <a:p>
            <a:pPr marL="742950" lvl="1" indent="-2857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zh-CN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R2(config)#ip route 172.16.3.0 255.255.255.0 </a:t>
            </a:r>
            <a:r>
              <a:rPr lang="pt-BR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serial 0/0/0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178638" name="Picture 1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614" y="4509247"/>
            <a:ext cx="41624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5555311" y="122239"/>
            <a:ext cx="3525078" cy="858837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路由故障排查</a:t>
            </a:r>
          </a:p>
        </p:txBody>
      </p:sp>
    </p:spTree>
    <p:extLst>
      <p:ext uri="{BB962C8B-B14F-4D97-AF65-F5344CB8AC3E}">
        <p14:creationId xmlns:p14="http://schemas.microsoft.com/office/powerpoint/2010/main" val="10547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/>
          <p:cNvSpPr/>
          <p:nvPr/>
        </p:nvSpPr>
        <p:spPr>
          <a:xfrm>
            <a:off x="424244" y="1756469"/>
            <a:ext cx="4672542" cy="37302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814388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CN" sz="2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Ping</a:t>
            </a:r>
            <a:r>
              <a:rPr lang="zh-CN" alt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命令</a:t>
            </a:r>
            <a:endParaRPr lang="zh-CN" altLang="zh-CN" sz="2800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defTabSz="814388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</a:pPr>
            <a:endParaRPr lang="en-US" altLang="zh-CN" sz="10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38175" lvl="2" indent="-342900" defTabSz="814388" eaLnBrk="0" fontAlgn="base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使用的是ICMP协议，它发送ICMP回送请求消息给目的主机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4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38175" lvl="2" indent="-342900" defTabSz="814388" eaLnBrk="0" fontAlgn="base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endParaRPr lang="en-US" altLang="zh-CN" sz="10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38175" lvl="2" indent="-342900" defTabSz="814388" eaLnBrk="0" fontAlgn="base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ICMP</a:t>
            </a:r>
            <a:r>
              <a:rPr lang="zh-CN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协议规定：目的主机必须返回ICMP回送应答消息给源主机</a:t>
            </a:r>
            <a:r>
              <a:rPr lang="zh-CN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4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38175" lvl="2" indent="-342900" defTabSz="814388" eaLnBrk="0" fontAlgn="base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endParaRPr lang="en-US" altLang="zh-CN" sz="1000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38175" lvl="2" indent="-342900" defTabSz="814388" eaLnBrk="0" fontAlgn="base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如果源主机在一定时间内收到应答，则认为主机可达</a:t>
            </a:r>
            <a:endParaRPr lang="en-US" altLang="zh-CN" sz="2400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38175" lvl="2" indent="-342900" defTabSz="814388" eaLnBrk="0" fontAlgn="base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SzPct val="70000"/>
              <a:buFont typeface="Arial" panose="020B0604020202020204" pitchFamily="34" charset="0"/>
              <a:buChar char="•"/>
            </a:pPr>
            <a:endParaRPr lang="zh-CN" altLang="zh-CN" sz="2400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555311" y="257411"/>
            <a:ext cx="3525078" cy="858837"/>
          </a:xfrm>
          <a:prstGeom prst="rect">
            <a:avLst/>
          </a:prstGeom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algn="ctr"/>
            <a:r>
              <a:rPr lang="zh-CN" altLang="en-US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路由故障排查</a:t>
            </a:r>
            <a:endParaRPr lang="zh-CN" altLang="en-US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5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4215" y="1756469"/>
            <a:ext cx="6000406" cy="4501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03410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5555311" y="122239"/>
            <a:ext cx="3525078" cy="858837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路由故障排查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14685" y="1439947"/>
            <a:ext cx="11977315" cy="507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 kern="12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692150" indent="-347663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SzPct val="70000"/>
              <a:buFont typeface="Wingdings" panose="05000000000000000000" pitchFamily="2" charset="2"/>
              <a:buChar char="l"/>
              <a:defRPr sz="2400" b="1" kern="12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987425" indent="-293688" algn="l" rtl="0" fontAlgn="base"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Pct val="70000"/>
              <a:buFont typeface="Wingdings" panose="05000000000000000000" pitchFamily="2" charset="2"/>
              <a:buChar char="u"/>
              <a:defRPr sz="2400" b="1" kern="12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281113" indent="-2921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400" b="1" kern="12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1598613" indent="-315913" algn="l" rtl="0" fontAlgn="base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80000"/>
              <a:buFont typeface="Wingdings" panose="05000000000000000000" pitchFamily="2" charset="2"/>
              <a:buChar char="Ø"/>
              <a:defRPr sz="2400" b="1" kern="12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2" indent="-342900" defTabSz="814388" eaLnBrk="0" hangingPunct="0">
              <a:lnSpc>
                <a:spcPct val="90000"/>
              </a:lnSpc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路由跟踪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altLang="zh-CN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TraceRoute</a:t>
            </a: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原理</a:t>
            </a:r>
            <a:endParaRPr lang="en-US" altLang="zh-C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2" indent="-342900" defTabSz="814388" eaLnBrk="0" hangingPunct="0">
              <a:lnSpc>
                <a:spcPct val="90000"/>
              </a:lnSpc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l"/>
            </a:pPr>
            <a:endParaRPr lang="en-US" altLang="zh-CN" sz="1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ICMP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协议中的生存时间（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TTL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）超时报错的机制来实现功能。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过程：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31863" lvl="3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TraceRoute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程序在</a:t>
            </a: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源主机构造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一份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TTL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字段为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分组发往目的</a:t>
            </a: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主机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31863" lvl="3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altLang="zh-CN" sz="1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31863" lvl="3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处理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该</a:t>
            </a: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分组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的第一个路由器将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TTL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值减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TTL=0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发生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TTL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超时</a:t>
            </a: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错误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31863" lvl="3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31863" lvl="3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路由器丢弃该分组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，并给源主机发送一个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ICMP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“超时”消息报</a:t>
            </a: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文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消息包含此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路由器的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</a:t>
            </a: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，源主机得到第一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个路由器的地址</a:t>
            </a: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31863" lvl="3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31863" lvl="3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然后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Traceroute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发送一个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TTL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的分组来得到第二个路由器的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</a:t>
            </a: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31863" lvl="3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31863" lvl="3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继续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这个过程，直至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TTL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达到最大值或这个分组到达目的主机</a:t>
            </a: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31863" lvl="3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zh-CN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31863" lvl="3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最后按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顺序打印</a:t>
            </a: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出路径中各个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路由器接口列表</a:t>
            </a: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获得</a:t>
            </a: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完整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路径信息。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0639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5555311" y="122239"/>
            <a:ext cx="3525078" cy="858837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路由故障排查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14685" y="1439948"/>
            <a:ext cx="11433977" cy="1796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 kern="12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692150" indent="-347663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SzPct val="70000"/>
              <a:buFont typeface="Wingdings" panose="05000000000000000000" pitchFamily="2" charset="2"/>
              <a:buChar char="l"/>
              <a:defRPr sz="2400" b="1" kern="12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987425" indent="-293688" algn="l" rtl="0" fontAlgn="base"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Pct val="70000"/>
              <a:buFont typeface="Wingdings" panose="05000000000000000000" pitchFamily="2" charset="2"/>
              <a:buChar char="u"/>
              <a:defRPr sz="2400" b="1" kern="12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281113" indent="-2921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400" b="1" kern="12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1598613" indent="-315913" algn="l" rtl="0" fontAlgn="base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80000"/>
              <a:buFont typeface="Wingdings" panose="05000000000000000000" pitchFamily="2" charset="2"/>
              <a:buChar char="Ø"/>
              <a:defRPr sz="2400" b="1" kern="12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2" indent="-342900" defTabSz="814388" eaLnBrk="0" hangingPunct="0">
              <a:lnSpc>
                <a:spcPct val="90000"/>
              </a:lnSpc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路由跟踪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altLang="zh-CN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TraceRoute</a:t>
            </a: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原理</a:t>
            </a:r>
            <a:endParaRPr lang="en-US" altLang="zh-C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2" indent="-342900" defTabSz="814388" eaLnBrk="0" hangingPunct="0">
              <a:lnSpc>
                <a:spcPct val="90000"/>
              </a:lnSpc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l"/>
            </a:pPr>
            <a:endParaRPr lang="en-US" altLang="zh-CN" sz="1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TraceRoute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命令：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8963" lvl="3" indent="0">
              <a:lnSpc>
                <a:spcPct val="75000"/>
              </a:lnSpc>
              <a:buClr>
                <a:schemeClr val="accent6">
                  <a:lumMod val="50000"/>
                </a:schemeClr>
              </a:buClr>
              <a:buNone/>
            </a:pPr>
            <a:endParaRPr lang="en-US" altLang="zh-CN" sz="1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8963" lvl="3" indent="0">
              <a:lnSpc>
                <a:spcPct val="75000"/>
              </a:lnSpc>
              <a:buClr>
                <a:schemeClr val="accent6">
                  <a:lumMod val="50000"/>
                </a:schemeClr>
              </a:buClr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traceroute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（或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tracert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[-d] [-h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maximum_hops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[-j computer-list] [-w timeout] </a:t>
            </a:r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target_name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8175" lvl="2" indent="-342900">
              <a:lnSpc>
                <a:spcPct val="75000"/>
              </a:lnSpc>
              <a:buClr>
                <a:schemeClr val="accent6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14685" y="3695054"/>
            <a:ext cx="5420139" cy="2838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 kern="12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692150" indent="-347663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SzPct val="70000"/>
              <a:buFont typeface="Wingdings" panose="05000000000000000000" pitchFamily="2" charset="2"/>
              <a:buChar char="l"/>
              <a:defRPr sz="2400" b="1" kern="12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987425" indent="-293688" algn="l" rtl="0" fontAlgn="base"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Pct val="70000"/>
              <a:buFont typeface="Wingdings" panose="05000000000000000000" pitchFamily="2" charset="2"/>
              <a:buChar char="u"/>
              <a:defRPr sz="2400" b="1" kern="12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281113" indent="-2921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400" b="1" kern="12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1598613" indent="-315913" algn="l" rtl="0" fontAlgn="base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80000"/>
              <a:buFont typeface="Wingdings" panose="05000000000000000000" pitchFamily="2" charset="2"/>
              <a:buChar char="Ø"/>
              <a:defRPr sz="2400" b="1" kern="12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1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路由正常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:\&gt;tracert 172.16.0.99 -d</a:t>
            </a:r>
          </a:p>
          <a:p>
            <a:pPr marL="0" indent="0"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Tracing route to 172.16.0.99 over a maximum of 30 hops</a:t>
            </a:r>
          </a:p>
          <a:p>
            <a:pPr marL="0" indent="0"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2s 3s 2s 10.0.0.1</a:t>
            </a:r>
          </a:p>
          <a:p>
            <a:pPr marL="0" indent="0"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2 75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83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88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192.168.0.1</a:t>
            </a:r>
          </a:p>
          <a:p>
            <a:pPr marL="0" indent="0"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3 73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79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93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172.16.0.99</a:t>
            </a:r>
          </a:p>
          <a:p>
            <a:pPr marL="0" indent="0"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Trace complete</a:t>
            </a:r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759396" y="3695054"/>
            <a:ext cx="5889266" cy="272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 kern="12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692150" indent="-347663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SzPct val="70000"/>
              <a:buFont typeface="Wingdings" panose="05000000000000000000" pitchFamily="2" charset="2"/>
              <a:buChar char="l"/>
              <a:defRPr sz="2400" b="1" kern="12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987425" indent="-293688" algn="l" rtl="0" fontAlgn="base"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Pct val="70000"/>
              <a:buFont typeface="Wingdings" panose="05000000000000000000" pitchFamily="2" charset="2"/>
              <a:buChar char="u"/>
              <a:defRPr sz="2400" b="1" kern="12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281113" indent="-2921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400" b="1" kern="12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1598613" indent="-315913" algn="l" rtl="0" fontAlgn="base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80000"/>
              <a:buFont typeface="Wingdings" panose="05000000000000000000" pitchFamily="2" charset="2"/>
              <a:buChar char="Ø"/>
              <a:defRPr sz="2400" b="1" kern="12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1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确定数据包在网络上的停止位置。路由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配置问题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或者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目的网络不存在（错误的 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 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）？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:\&gt;tracert 192.168.10.99</a:t>
            </a:r>
          </a:p>
          <a:p>
            <a:pPr marL="0" indent="0"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Tracing route to 192.168.10.99 over a maximum of 30 hops</a:t>
            </a:r>
          </a:p>
          <a:p>
            <a:pPr marL="0" indent="0"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1 10.0.0.1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reports:Destination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 unreachable.</a:t>
            </a:r>
          </a:p>
          <a:p>
            <a:pPr marL="0" indent="0"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Trace complete.</a:t>
            </a:r>
          </a:p>
        </p:txBody>
      </p:sp>
    </p:spTree>
    <p:extLst>
      <p:ext uri="{BB962C8B-B14F-4D97-AF65-F5344CB8AC3E}">
        <p14:creationId xmlns:p14="http://schemas.microsoft.com/office/powerpoint/2010/main" val="1682489672"/>
      </p:ext>
    </p:extLst>
  </p:cSld>
  <p:clrMapOvr>
    <a:masterClrMapping/>
  </p:clrMapOvr>
</p:sld>
</file>

<file path=ppt/theme/theme1.xml><?xml version="1.0" encoding="utf-8"?>
<a:theme xmlns:a="http://schemas.openxmlformats.org/drawingml/2006/main" name="Network">
  <a:themeElements>
    <a:clrScheme name="Network 13">
      <a:dk1>
        <a:srgbClr val="666699"/>
      </a:dk1>
      <a:lt1>
        <a:srgbClr val="FFFF66"/>
      </a:lt1>
      <a:dk2>
        <a:srgbClr val="000054"/>
      </a:dk2>
      <a:lt2>
        <a:srgbClr val="66FF99"/>
      </a:lt2>
      <a:accent1>
        <a:srgbClr val="3333FF"/>
      </a:accent1>
      <a:accent2>
        <a:srgbClr val="006699"/>
      </a:accent2>
      <a:accent3>
        <a:srgbClr val="AAAAB3"/>
      </a:accent3>
      <a:accent4>
        <a:srgbClr val="DADA56"/>
      </a:accent4>
      <a:accent5>
        <a:srgbClr val="ADADFF"/>
      </a:accent5>
      <a:accent6>
        <a:srgbClr val="005C8A"/>
      </a:accent6>
      <a:hlink>
        <a:srgbClr val="669900"/>
      </a:hlink>
      <a:folHlink>
        <a:srgbClr val="0000FF"/>
      </a:folHlink>
    </a:clrScheme>
    <a:fontScheme name="Network">
      <a:majorFont>
        <a:latin typeface="Arial"/>
        <a:ea typeface="隶书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bg1"/>
          </a:buClr>
          <a:buSzPct val="70000"/>
          <a:buFont typeface="Wingdings" panose="05000000000000000000" pitchFamily="2" charset="2"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bg1"/>
          </a:buClr>
          <a:buSzPct val="70000"/>
          <a:buFont typeface="Wingdings" panose="05000000000000000000" pitchFamily="2" charset="2"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1">
        <a:dk1>
          <a:srgbClr val="666699"/>
        </a:dk1>
        <a:lt1>
          <a:srgbClr val="FFFF00"/>
        </a:lt1>
        <a:dk2>
          <a:srgbClr val="000054"/>
        </a:dk2>
        <a:lt2>
          <a:srgbClr val="00FF00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00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12">
        <a:dk1>
          <a:srgbClr val="666699"/>
        </a:dk1>
        <a:lt1>
          <a:srgbClr val="FFFF00"/>
        </a:lt1>
        <a:dk2>
          <a:srgbClr val="000054"/>
        </a:dk2>
        <a:lt2>
          <a:srgbClr val="66FF99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00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13">
        <a:dk1>
          <a:srgbClr val="666699"/>
        </a:dk1>
        <a:lt1>
          <a:srgbClr val="FFFF66"/>
        </a:lt1>
        <a:dk2>
          <a:srgbClr val="000054"/>
        </a:dk2>
        <a:lt2>
          <a:srgbClr val="66FF99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56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CC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E2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bg1"/>
          </a:buClr>
          <a:buSzPct val="70000"/>
          <a:buFont typeface="Wingdings" panose="05000000000000000000" pitchFamily="2" charset="2"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bg1"/>
          </a:buClr>
          <a:buSzPct val="70000"/>
          <a:buFont typeface="Wingdings" panose="05000000000000000000" pitchFamily="2" charset="2"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CC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E2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bg1"/>
          </a:buClr>
          <a:buSzPct val="70000"/>
          <a:buFont typeface="Wingdings" panose="05000000000000000000" pitchFamily="2" charset="2"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bg1"/>
          </a:buClr>
          <a:buSzPct val="70000"/>
          <a:buFont typeface="Wingdings" panose="05000000000000000000" pitchFamily="2" charset="2"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006_Title/Bullet_Cisco White Temp">
  <a:themeElements>
    <a:clrScheme name="2006_Title/Bullet_Cisco White Temp 1">
      <a:dk1>
        <a:srgbClr val="000000"/>
      </a:dk1>
      <a:lt1>
        <a:srgbClr val="FFFFFF"/>
      </a:lt1>
      <a:dk2>
        <a:srgbClr val="0183B7"/>
      </a:dk2>
      <a:lt2>
        <a:srgbClr val="8E8E95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2006_Title/Bullet_Cisco White Temp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1796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82124" tIns="41061" rIns="82124" bIns="41061" numCol="1" anchor="t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1796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82124" tIns="41061" rIns="82124" bIns="41061" numCol="1" anchor="t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2006_Title/Bullet_Cisco White Temp 1">
        <a:dk1>
          <a:srgbClr val="000000"/>
        </a:dk1>
        <a:lt1>
          <a:srgbClr val="FFFFFF"/>
        </a:lt1>
        <a:dk2>
          <a:srgbClr val="0183B7"/>
        </a:dk2>
        <a:lt2>
          <a:srgbClr val="8E8E95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2914</TotalTime>
  <Words>746</Words>
  <Application>Microsoft Office PowerPoint</Application>
  <PresentationFormat>宽屏</PresentationFormat>
  <Paragraphs>123</Paragraphs>
  <Slides>21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21</vt:i4>
      </vt:variant>
    </vt:vector>
  </HeadingPairs>
  <TitlesOfParts>
    <vt:vector size="37" baseType="lpstr">
      <vt:lpstr>黑体</vt:lpstr>
      <vt:lpstr>楷体</vt:lpstr>
      <vt:lpstr>楷体_GB2312</vt:lpstr>
      <vt:lpstr>隶书</vt:lpstr>
      <vt:lpstr>宋体</vt:lpstr>
      <vt:lpstr>幼圆</vt:lpstr>
      <vt:lpstr>Arial</vt:lpstr>
      <vt:lpstr>Calibri</vt:lpstr>
      <vt:lpstr>Times New Roman</vt:lpstr>
      <vt:lpstr>Wingdings</vt:lpstr>
      <vt:lpstr>Network</vt:lpstr>
      <vt:lpstr>默认设计模板</vt:lpstr>
      <vt:lpstr>1_默认设计模板</vt:lpstr>
      <vt:lpstr>2_默认设计模板</vt:lpstr>
      <vt:lpstr>3_默认设计模板</vt:lpstr>
      <vt:lpstr>2006_Title/Bullet_Cisco White Temp</vt:lpstr>
      <vt:lpstr>实验7 静态路由高级配置</vt:lpstr>
      <vt:lpstr>静态路由的优势</vt:lpstr>
      <vt:lpstr>分组转发过程</vt:lpstr>
      <vt:lpstr>分组转发过程</vt:lpstr>
      <vt:lpstr>分组转发过程</vt:lpstr>
      <vt:lpstr>分组转发过程</vt:lpstr>
      <vt:lpstr>分组转发过程</vt:lpstr>
      <vt:lpstr>分组转发过程</vt:lpstr>
      <vt:lpstr>分组转发过程</vt:lpstr>
      <vt:lpstr>分组转发过程</vt:lpstr>
      <vt:lpstr>分组转发过程</vt:lpstr>
      <vt:lpstr>分组转发过程</vt:lpstr>
      <vt:lpstr>分组转发过程</vt:lpstr>
      <vt:lpstr>分组转发过程</vt:lpstr>
      <vt:lpstr>分组转发过程</vt:lpstr>
      <vt:lpstr>路由故障排查</vt:lpstr>
      <vt:lpstr>路由故障排查</vt:lpstr>
      <vt:lpstr>路由故障排查</vt:lpstr>
      <vt:lpstr>PowerPoint 演示文稿</vt:lpstr>
      <vt:lpstr>路由故障排查</vt:lpstr>
      <vt:lpstr>路由故障排查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张·骏</dc:creator>
  <cp:lastModifiedBy>张· 骏</cp:lastModifiedBy>
  <cp:revision>236</cp:revision>
  <dcterms:created xsi:type="dcterms:W3CDTF">2015-07-08T03:33:10Z</dcterms:created>
  <dcterms:modified xsi:type="dcterms:W3CDTF">2019-08-03T12:46:38Z</dcterms:modified>
</cp:coreProperties>
</file>