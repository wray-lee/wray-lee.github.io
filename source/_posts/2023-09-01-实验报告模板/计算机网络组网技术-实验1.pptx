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3.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4.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5.xml" ContentType="application/vnd.openxmlformats-officedocument.theme+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6.xml" ContentType="application/vnd.openxmlformats-officedocument.theme+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theme/theme7.xml" ContentType="application/vnd.openxmlformats-officedocument.theme+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theme/theme8.xml" ContentType="application/vnd.openxmlformats-officedocument.theme+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theme/theme9.xml" ContentType="application/vnd.openxmlformats-officedocument.theme+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theme/theme10.xml" ContentType="application/vnd.openxmlformats-officedocument.theme+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 id="2147483713" r:id="rId3"/>
    <p:sldMasterId id="2147483730" r:id="rId4"/>
    <p:sldMasterId id="2147483759" r:id="rId5"/>
    <p:sldMasterId id="2147483776" r:id="rId6"/>
    <p:sldMasterId id="2147483810" r:id="rId7"/>
    <p:sldMasterId id="2147483822" r:id="rId8"/>
    <p:sldMasterId id="2147483834" r:id="rId9"/>
    <p:sldMasterId id="2147483894" r:id="rId10"/>
    <p:sldMasterId id="2147483906" r:id="rId11"/>
  </p:sldMasterIdLst>
  <p:notesMasterIdLst>
    <p:notesMasterId r:id="rId57"/>
  </p:notesMasterIdLst>
  <p:sldIdLst>
    <p:sldId id="449" r:id="rId12"/>
    <p:sldId id="275" r:id="rId13"/>
    <p:sldId id="257" r:id="rId14"/>
    <p:sldId id="262" r:id="rId15"/>
    <p:sldId id="434" r:id="rId16"/>
    <p:sldId id="437" r:id="rId17"/>
    <p:sldId id="439" r:id="rId18"/>
    <p:sldId id="435" r:id="rId19"/>
    <p:sldId id="436" r:id="rId20"/>
    <p:sldId id="441" r:id="rId21"/>
    <p:sldId id="259" r:id="rId22"/>
    <p:sldId id="277" r:id="rId23"/>
    <p:sldId id="276" r:id="rId24"/>
    <p:sldId id="447" r:id="rId25"/>
    <p:sldId id="284" r:id="rId26"/>
    <p:sldId id="289" r:id="rId27"/>
    <p:sldId id="290" r:id="rId28"/>
    <p:sldId id="291" r:id="rId29"/>
    <p:sldId id="288" r:id="rId30"/>
    <p:sldId id="285" r:id="rId31"/>
    <p:sldId id="286" r:id="rId32"/>
    <p:sldId id="294" r:id="rId33"/>
    <p:sldId id="295" r:id="rId34"/>
    <p:sldId id="296" r:id="rId35"/>
    <p:sldId id="297" r:id="rId36"/>
    <p:sldId id="298" r:id="rId37"/>
    <p:sldId id="448" r:id="rId38"/>
    <p:sldId id="271" r:id="rId39"/>
    <p:sldId id="331" r:id="rId40"/>
    <p:sldId id="293" r:id="rId41"/>
    <p:sldId id="299" r:id="rId42"/>
    <p:sldId id="302" r:id="rId43"/>
    <p:sldId id="301" r:id="rId44"/>
    <p:sldId id="432" r:id="rId45"/>
    <p:sldId id="433" r:id="rId46"/>
    <p:sldId id="300" r:id="rId47"/>
    <p:sldId id="442" r:id="rId48"/>
    <p:sldId id="443" r:id="rId49"/>
    <p:sldId id="444" r:id="rId50"/>
    <p:sldId id="445" r:id="rId51"/>
    <p:sldId id="446" r:id="rId52"/>
    <p:sldId id="451" r:id="rId53"/>
    <p:sldId id="453" r:id="rId54"/>
    <p:sldId id="455" r:id="rId55"/>
    <p:sldId id="456" r:id="rId5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99FFCC"/>
    <a:srgbClr val="CCFF66"/>
    <a:srgbClr val="00CC99"/>
    <a:srgbClr val="FBFBF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主题样式 1 - 强调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主题样式 1 - 强调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99" autoAdjust="0"/>
    <p:restoredTop sz="94660"/>
  </p:normalViewPr>
  <p:slideViewPr>
    <p:cSldViewPr snapToGrid="0">
      <p:cViewPr varScale="1">
        <p:scale>
          <a:sx n="60" d="100"/>
          <a:sy n="60" d="100"/>
        </p:scale>
        <p:origin x="378" y="33"/>
      </p:cViewPr>
      <p:guideLst/>
    </p:cSldViewPr>
  </p:slideViewPr>
  <p:notesTextViewPr>
    <p:cViewPr>
      <p:scale>
        <a:sx n="1" d="1"/>
        <a:sy n="1" d="1"/>
      </p:scale>
      <p:origin x="0" y="0"/>
    </p:cViewPr>
  </p:notesTextViewPr>
  <p:sorterViewPr>
    <p:cViewPr>
      <p:scale>
        <a:sx n="100" d="100"/>
        <a:sy n="100" d="100"/>
      </p:scale>
      <p:origin x="0" y="-25023"/>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2.xml"/><Relationship Id="rId18" Type="http://schemas.openxmlformats.org/officeDocument/2006/relationships/slide" Target="slides/slide7.xml"/><Relationship Id="rId26" Type="http://schemas.openxmlformats.org/officeDocument/2006/relationships/slide" Target="slides/slide15.xml"/><Relationship Id="rId39" Type="http://schemas.openxmlformats.org/officeDocument/2006/relationships/slide" Target="slides/slide28.xml"/><Relationship Id="rId21" Type="http://schemas.openxmlformats.org/officeDocument/2006/relationships/slide" Target="slides/slide10.xml"/><Relationship Id="rId34" Type="http://schemas.openxmlformats.org/officeDocument/2006/relationships/slide" Target="slides/slide23.xml"/><Relationship Id="rId42" Type="http://schemas.openxmlformats.org/officeDocument/2006/relationships/slide" Target="slides/slide31.xml"/><Relationship Id="rId47" Type="http://schemas.openxmlformats.org/officeDocument/2006/relationships/slide" Target="slides/slide36.xml"/><Relationship Id="rId50" Type="http://schemas.openxmlformats.org/officeDocument/2006/relationships/slide" Target="slides/slide39.xml"/><Relationship Id="rId55" Type="http://schemas.openxmlformats.org/officeDocument/2006/relationships/slide" Target="slides/slide44.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5.xml"/><Relationship Id="rId29" Type="http://schemas.openxmlformats.org/officeDocument/2006/relationships/slide" Target="slides/slide18.xml"/><Relationship Id="rId11" Type="http://schemas.openxmlformats.org/officeDocument/2006/relationships/slideMaster" Target="slideMasters/slideMaster11.xml"/><Relationship Id="rId24" Type="http://schemas.openxmlformats.org/officeDocument/2006/relationships/slide" Target="slides/slide13.xml"/><Relationship Id="rId32" Type="http://schemas.openxmlformats.org/officeDocument/2006/relationships/slide" Target="slides/slide21.xml"/><Relationship Id="rId37" Type="http://schemas.openxmlformats.org/officeDocument/2006/relationships/slide" Target="slides/slide26.xml"/><Relationship Id="rId40" Type="http://schemas.openxmlformats.org/officeDocument/2006/relationships/slide" Target="slides/slide29.xml"/><Relationship Id="rId45" Type="http://schemas.openxmlformats.org/officeDocument/2006/relationships/slide" Target="slides/slide34.xml"/><Relationship Id="rId53" Type="http://schemas.openxmlformats.org/officeDocument/2006/relationships/slide" Target="slides/slide42.xml"/><Relationship Id="rId58" Type="http://schemas.openxmlformats.org/officeDocument/2006/relationships/presProps" Target="presProps.xml"/><Relationship Id="rId5" Type="http://schemas.openxmlformats.org/officeDocument/2006/relationships/slideMaster" Target="slideMasters/slideMaster5.xml"/><Relationship Id="rId61" Type="http://schemas.openxmlformats.org/officeDocument/2006/relationships/tableStyles" Target="tableStyles.xml"/><Relationship Id="rId19" Type="http://schemas.openxmlformats.org/officeDocument/2006/relationships/slide" Target="slides/slide8.xml"/><Relationship Id="rId14" Type="http://schemas.openxmlformats.org/officeDocument/2006/relationships/slide" Target="slides/slide3.xml"/><Relationship Id="rId22" Type="http://schemas.openxmlformats.org/officeDocument/2006/relationships/slide" Target="slides/slide11.xml"/><Relationship Id="rId27" Type="http://schemas.openxmlformats.org/officeDocument/2006/relationships/slide" Target="slides/slide16.xml"/><Relationship Id="rId30" Type="http://schemas.openxmlformats.org/officeDocument/2006/relationships/slide" Target="slides/slide19.xml"/><Relationship Id="rId35" Type="http://schemas.openxmlformats.org/officeDocument/2006/relationships/slide" Target="slides/slide24.xml"/><Relationship Id="rId43" Type="http://schemas.openxmlformats.org/officeDocument/2006/relationships/slide" Target="slides/slide32.xml"/><Relationship Id="rId48" Type="http://schemas.openxmlformats.org/officeDocument/2006/relationships/slide" Target="slides/slide37.xml"/><Relationship Id="rId56" Type="http://schemas.openxmlformats.org/officeDocument/2006/relationships/slide" Target="slides/slide45.xml"/><Relationship Id="rId8" Type="http://schemas.openxmlformats.org/officeDocument/2006/relationships/slideMaster" Target="slideMasters/slideMaster8.xml"/><Relationship Id="rId51" Type="http://schemas.openxmlformats.org/officeDocument/2006/relationships/slide" Target="slides/slide40.xml"/><Relationship Id="rId3" Type="http://schemas.openxmlformats.org/officeDocument/2006/relationships/slideMaster" Target="slideMasters/slideMaster3.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slide" Target="slides/slide14.xml"/><Relationship Id="rId33" Type="http://schemas.openxmlformats.org/officeDocument/2006/relationships/slide" Target="slides/slide22.xml"/><Relationship Id="rId38" Type="http://schemas.openxmlformats.org/officeDocument/2006/relationships/slide" Target="slides/slide27.xml"/><Relationship Id="rId46" Type="http://schemas.openxmlformats.org/officeDocument/2006/relationships/slide" Target="slides/slide35.xml"/><Relationship Id="rId59" Type="http://schemas.openxmlformats.org/officeDocument/2006/relationships/viewProps" Target="viewProps.xml"/><Relationship Id="rId20" Type="http://schemas.openxmlformats.org/officeDocument/2006/relationships/slide" Target="slides/slide9.xml"/><Relationship Id="rId41" Type="http://schemas.openxmlformats.org/officeDocument/2006/relationships/slide" Target="slides/slide30.xml"/><Relationship Id="rId54" Type="http://schemas.openxmlformats.org/officeDocument/2006/relationships/slide" Target="slides/slide43.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slide" Target="slides/slide17.xml"/><Relationship Id="rId36" Type="http://schemas.openxmlformats.org/officeDocument/2006/relationships/slide" Target="slides/slide25.xml"/><Relationship Id="rId49" Type="http://schemas.openxmlformats.org/officeDocument/2006/relationships/slide" Target="slides/slide38.xml"/><Relationship Id="rId57" Type="http://schemas.openxmlformats.org/officeDocument/2006/relationships/notesMaster" Target="notesMasters/notesMaster1.xml"/><Relationship Id="rId10" Type="http://schemas.openxmlformats.org/officeDocument/2006/relationships/slideMaster" Target="slideMasters/slideMaster10.xml"/><Relationship Id="rId31" Type="http://schemas.openxmlformats.org/officeDocument/2006/relationships/slide" Target="slides/slide20.xml"/><Relationship Id="rId44" Type="http://schemas.openxmlformats.org/officeDocument/2006/relationships/slide" Target="slides/slide33.xml"/><Relationship Id="rId52" Type="http://schemas.openxmlformats.org/officeDocument/2006/relationships/slide" Target="slides/slide41.xml"/><Relationship Id="rId60"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Master" Target="slideMasters/slideMaster9.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image" Target="../media/image25.emf"/><Relationship Id="rId1" Type="http://schemas.openxmlformats.org/officeDocument/2006/relationships/image" Target="../media/image24.emf"/><Relationship Id="rId5" Type="http://schemas.openxmlformats.org/officeDocument/2006/relationships/image" Target="../media/image28.emf"/><Relationship Id="rId4" Type="http://schemas.openxmlformats.org/officeDocument/2006/relationships/image" Target="../media/image27.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image" Target="../media/image26.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BB3B10-E75A-4A99-8D77-4819A54DB04C}" type="datetimeFigureOut">
              <a:rPr lang="zh-CN" altLang="en-US" smtClean="0"/>
              <a:t>2019/8/3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CB6A66-BA5C-4236-87D9-16ACC10F6069}" type="slidenum">
              <a:rPr lang="zh-CN" altLang="en-US" smtClean="0"/>
              <a:t>‹#›</a:t>
            </a:fld>
            <a:endParaRPr lang="zh-CN" altLang="en-US"/>
          </a:p>
        </p:txBody>
      </p:sp>
    </p:spTree>
    <p:extLst>
      <p:ext uri="{BB962C8B-B14F-4D97-AF65-F5344CB8AC3E}">
        <p14:creationId xmlns:p14="http://schemas.microsoft.com/office/powerpoint/2010/main" val="1314005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8CB6A66-BA5C-4236-87D9-16ACC10F6069}" type="slidenum">
              <a:rPr lang="zh-CN" altLang="en-US" smtClean="0"/>
              <a:t>2</a:t>
            </a:fld>
            <a:endParaRPr lang="zh-CN" altLang="en-US"/>
          </a:p>
        </p:txBody>
      </p:sp>
    </p:spTree>
    <p:extLst>
      <p:ext uri="{BB962C8B-B14F-4D97-AF65-F5344CB8AC3E}">
        <p14:creationId xmlns:p14="http://schemas.microsoft.com/office/powerpoint/2010/main" val="35401881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8CB6A66-BA5C-4236-87D9-16ACC10F6069}" type="slidenum">
              <a:rPr lang="zh-CN" altLang="en-US" smtClean="0"/>
              <a:t>4</a:t>
            </a:fld>
            <a:endParaRPr lang="zh-CN" altLang="en-US"/>
          </a:p>
        </p:txBody>
      </p:sp>
    </p:spTree>
    <p:extLst>
      <p:ext uri="{BB962C8B-B14F-4D97-AF65-F5344CB8AC3E}">
        <p14:creationId xmlns:p14="http://schemas.microsoft.com/office/powerpoint/2010/main" val="2043743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8CB6A66-BA5C-4236-87D9-16ACC10F6069}" type="slidenum">
              <a:rPr lang="zh-CN" altLang="en-US" smtClean="0"/>
              <a:t>5</a:t>
            </a:fld>
            <a:endParaRPr lang="zh-CN" altLang="en-US"/>
          </a:p>
        </p:txBody>
      </p:sp>
    </p:spTree>
    <p:extLst>
      <p:ext uri="{BB962C8B-B14F-4D97-AF65-F5344CB8AC3E}">
        <p14:creationId xmlns:p14="http://schemas.microsoft.com/office/powerpoint/2010/main" val="38217800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8CB6A66-BA5C-4236-87D9-16ACC10F6069}" type="slidenum">
              <a:rPr lang="zh-CN" altLang="en-US" smtClean="0"/>
              <a:t>9</a:t>
            </a:fld>
            <a:endParaRPr lang="zh-CN" altLang="en-US"/>
          </a:p>
        </p:txBody>
      </p:sp>
    </p:spTree>
    <p:extLst>
      <p:ext uri="{BB962C8B-B14F-4D97-AF65-F5344CB8AC3E}">
        <p14:creationId xmlns:p14="http://schemas.microsoft.com/office/powerpoint/2010/main" val="1528133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8CB6A66-BA5C-4236-87D9-16ACC10F6069}" type="slidenum">
              <a:rPr lang="zh-CN" altLang="en-US" smtClean="0"/>
              <a:t>10</a:t>
            </a:fld>
            <a:endParaRPr lang="zh-CN" altLang="en-US"/>
          </a:p>
        </p:txBody>
      </p:sp>
    </p:spTree>
    <p:extLst>
      <p:ext uri="{BB962C8B-B14F-4D97-AF65-F5344CB8AC3E}">
        <p14:creationId xmlns:p14="http://schemas.microsoft.com/office/powerpoint/2010/main" val="23817949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0CBFDD3-5753-452F-8A7E-A7E470416CE2}" type="slidenum">
              <a:rPr lang="en-US" altLang="zh-CN">
                <a:solidFill>
                  <a:srgbClr val="000000"/>
                </a:solidFill>
              </a:rPr>
              <a:pPr/>
              <a:t>15</a:t>
            </a:fld>
            <a:endParaRPr lang="en-US" altLang="zh-CN">
              <a:solidFill>
                <a:srgbClr val="000000"/>
              </a:solidFill>
            </a:endParaRPr>
          </a:p>
        </p:txBody>
      </p:sp>
      <p:sp>
        <p:nvSpPr>
          <p:cNvPr id="354306" name="Rectangle 2"/>
          <p:cNvSpPr>
            <a:spLocks noGrp="1" noRot="1" noChangeAspect="1" noChangeArrowheads="1" noTextEdit="1"/>
          </p:cNvSpPr>
          <p:nvPr>
            <p:ph type="sldImg"/>
          </p:nvPr>
        </p:nvSpPr>
        <p:spPr>
          <a:ln/>
        </p:spPr>
      </p:sp>
      <p:sp>
        <p:nvSpPr>
          <p:cNvPr id="354307" name="Rectangle 3"/>
          <p:cNvSpPr>
            <a:spLocks noGrp="1" noChangeArrowheads="1"/>
          </p:cNvSpPr>
          <p:nvPr>
            <p:ph type="body" idx="1"/>
          </p:nvPr>
        </p:nvSpPr>
        <p:spPr/>
        <p:txBody>
          <a:bodyPr/>
          <a:lstStyle/>
          <a:p>
            <a:endParaRPr lang="en-US" altLang="zh-CN" dirty="0"/>
          </a:p>
        </p:txBody>
      </p:sp>
    </p:spTree>
    <p:extLst>
      <p:ext uri="{BB962C8B-B14F-4D97-AF65-F5344CB8AC3E}">
        <p14:creationId xmlns:p14="http://schemas.microsoft.com/office/powerpoint/2010/main" val="128338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065C3DF-50C5-433E-A24C-CA8377F8E777}" type="slidenum">
              <a:rPr lang="en-US" altLang="zh-CN">
                <a:solidFill>
                  <a:srgbClr val="000000"/>
                </a:solidFill>
              </a:rPr>
              <a:pPr/>
              <a:t>19</a:t>
            </a:fld>
            <a:endParaRPr lang="en-US" altLang="zh-CN">
              <a:solidFill>
                <a:srgbClr val="000000"/>
              </a:solidFill>
            </a:endParaRPr>
          </a:p>
        </p:txBody>
      </p:sp>
      <p:sp>
        <p:nvSpPr>
          <p:cNvPr id="361474" name="Rectangle 2"/>
          <p:cNvSpPr>
            <a:spLocks noGrp="1" noRot="1" noChangeAspect="1" noChangeArrowheads="1" noTextEdit="1"/>
          </p:cNvSpPr>
          <p:nvPr>
            <p:ph type="sldImg"/>
          </p:nvPr>
        </p:nvSpPr>
        <p:spPr>
          <a:ln/>
        </p:spPr>
      </p:sp>
      <p:sp>
        <p:nvSpPr>
          <p:cNvPr id="361475" name="Rectangle 3"/>
          <p:cNvSpPr>
            <a:spLocks noGrp="1" noChangeArrowheads="1"/>
          </p:cNvSpPr>
          <p:nvPr>
            <p:ph type="body" idx="1"/>
          </p:nvPr>
        </p:nvSpPr>
        <p:spPr/>
        <p:txBody>
          <a:bodyPr/>
          <a:lstStyle/>
          <a:p>
            <a:endParaRPr lang="zh-CN" altLang="en-US" dirty="0"/>
          </a:p>
        </p:txBody>
      </p:sp>
    </p:spTree>
    <p:extLst>
      <p:ext uri="{BB962C8B-B14F-4D97-AF65-F5344CB8AC3E}">
        <p14:creationId xmlns:p14="http://schemas.microsoft.com/office/powerpoint/2010/main" val="31102258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www.catc.edu.cn/" TargetMode="External"/><Relationship Id="rId1" Type="http://schemas.openxmlformats.org/officeDocument/2006/relationships/slideMaster" Target="../slideMasters/slideMaster11.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FB33A661-BFA1-4252-ABA0-AB4010639057}" type="datetimeFigureOut">
              <a:rPr lang="zh-CN" altLang="en-US" smtClean="0"/>
              <a:t>2019/8/3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23171EE-52F1-42C5-9741-67E38C704592}" type="slidenum">
              <a:rPr lang="zh-CN" altLang="en-US" smtClean="0"/>
              <a:t>‹#›</a:t>
            </a:fld>
            <a:endParaRPr lang="zh-CN" altLang="en-US"/>
          </a:p>
        </p:txBody>
      </p:sp>
    </p:spTree>
    <p:extLst>
      <p:ext uri="{BB962C8B-B14F-4D97-AF65-F5344CB8AC3E}">
        <p14:creationId xmlns:p14="http://schemas.microsoft.com/office/powerpoint/2010/main" val="42786687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FB33A661-BFA1-4252-ABA0-AB4010639057}" type="datetimeFigureOut">
              <a:rPr lang="zh-CN" altLang="en-US" smtClean="0"/>
              <a:t>2019/8/3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23171EE-52F1-42C5-9741-67E38C704592}" type="slidenum">
              <a:rPr lang="zh-CN" altLang="en-US" smtClean="0"/>
              <a:t>‹#›</a:t>
            </a:fld>
            <a:endParaRPr lang="zh-CN" altLang="en-US"/>
          </a:p>
        </p:txBody>
      </p:sp>
    </p:spTree>
    <p:extLst>
      <p:ext uri="{BB962C8B-B14F-4D97-AF65-F5344CB8AC3E}">
        <p14:creationId xmlns:p14="http://schemas.microsoft.com/office/powerpoint/2010/main" val="5981818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FB33A661-BFA1-4252-ABA0-AB4010639057}" type="datetimeFigureOut">
              <a:rPr lang="zh-CN" altLang="en-US" smtClean="0"/>
              <a:t>2019/8/3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23171EE-52F1-42C5-9741-67E38C704592}" type="slidenum">
              <a:rPr lang="zh-CN" altLang="en-US" smtClean="0"/>
              <a:t>‹#›</a:t>
            </a:fld>
            <a:endParaRPr lang="zh-CN" altLang="en-US"/>
          </a:p>
        </p:txBody>
      </p:sp>
    </p:spTree>
    <p:extLst>
      <p:ext uri="{BB962C8B-B14F-4D97-AF65-F5344CB8AC3E}">
        <p14:creationId xmlns:p14="http://schemas.microsoft.com/office/powerpoint/2010/main" val="22031747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FB33A661-BFA1-4252-ABA0-AB4010639057}" type="datetimeFigureOut">
              <a:rPr lang="zh-CN" altLang="en-US" smtClean="0"/>
              <a:t>2019/8/3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23171EE-52F1-42C5-9741-67E38C704592}" type="slidenum">
              <a:rPr lang="zh-CN" altLang="en-US" smtClean="0"/>
              <a:t>‹#›</a:t>
            </a:fld>
            <a:endParaRPr lang="zh-CN" altLang="en-US"/>
          </a:p>
        </p:txBody>
      </p:sp>
    </p:spTree>
    <p:extLst>
      <p:ext uri="{BB962C8B-B14F-4D97-AF65-F5344CB8AC3E}">
        <p14:creationId xmlns:p14="http://schemas.microsoft.com/office/powerpoint/2010/main" val="37598078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FB33A661-BFA1-4252-ABA0-AB4010639057}" type="datetimeFigureOut">
              <a:rPr lang="zh-CN" altLang="en-US" smtClean="0"/>
              <a:t>2019/8/3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F23171EE-52F1-42C5-9741-67E38C704592}" type="slidenum">
              <a:rPr lang="zh-CN" altLang="en-US" smtClean="0"/>
              <a:t>‹#›</a:t>
            </a:fld>
            <a:endParaRPr lang="zh-CN" altLang="en-US"/>
          </a:p>
        </p:txBody>
      </p:sp>
    </p:spTree>
    <p:extLst>
      <p:ext uri="{BB962C8B-B14F-4D97-AF65-F5344CB8AC3E}">
        <p14:creationId xmlns:p14="http://schemas.microsoft.com/office/powerpoint/2010/main" val="2828183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FB33A661-BFA1-4252-ABA0-AB4010639057}" type="datetimeFigureOut">
              <a:rPr lang="zh-CN" altLang="en-US" smtClean="0"/>
              <a:t>2019/8/3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23171EE-52F1-42C5-9741-67E38C704592}" type="slidenum">
              <a:rPr lang="zh-CN" altLang="en-US" smtClean="0"/>
              <a:t>‹#›</a:t>
            </a:fld>
            <a:endParaRPr lang="zh-CN" altLang="en-US"/>
          </a:p>
        </p:txBody>
      </p:sp>
    </p:spTree>
    <p:extLst>
      <p:ext uri="{BB962C8B-B14F-4D97-AF65-F5344CB8AC3E}">
        <p14:creationId xmlns:p14="http://schemas.microsoft.com/office/powerpoint/2010/main" val="39871189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B33A661-BFA1-4252-ABA0-AB4010639057}" type="datetimeFigureOut">
              <a:rPr lang="zh-CN" altLang="en-US" smtClean="0"/>
              <a:t>2019/8/3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23171EE-52F1-42C5-9741-67E38C704592}" type="slidenum">
              <a:rPr lang="zh-CN" altLang="en-US" smtClean="0"/>
              <a:t>‹#›</a:t>
            </a:fld>
            <a:endParaRPr lang="zh-CN" altLang="en-US"/>
          </a:p>
        </p:txBody>
      </p:sp>
    </p:spTree>
    <p:extLst>
      <p:ext uri="{BB962C8B-B14F-4D97-AF65-F5344CB8AC3E}">
        <p14:creationId xmlns:p14="http://schemas.microsoft.com/office/powerpoint/2010/main" val="10552485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FB33A661-BFA1-4252-ABA0-AB4010639057}" type="datetimeFigureOut">
              <a:rPr lang="zh-CN" altLang="en-US" smtClean="0"/>
              <a:t>2019/8/3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23171EE-52F1-42C5-9741-67E38C704592}" type="slidenum">
              <a:rPr lang="zh-CN" altLang="en-US" smtClean="0"/>
              <a:t>‹#›</a:t>
            </a:fld>
            <a:endParaRPr lang="zh-CN" altLang="en-US"/>
          </a:p>
        </p:txBody>
      </p:sp>
    </p:spTree>
    <p:extLst>
      <p:ext uri="{BB962C8B-B14F-4D97-AF65-F5344CB8AC3E}">
        <p14:creationId xmlns:p14="http://schemas.microsoft.com/office/powerpoint/2010/main" val="6792566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FB33A661-BFA1-4252-ABA0-AB4010639057}" type="datetimeFigureOut">
              <a:rPr lang="zh-CN" altLang="en-US" smtClean="0"/>
              <a:t>2019/8/3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23171EE-52F1-42C5-9741-67E38C704592}" type="slidenum">
              <a:rPr lang="zh-CN" altLang="en-US" smtClean="0"/>
              <a:t>‹#›</a:t>
            </a:fld>
            <a:endParaRPr lang="zh-CN" altLang="en-US"/>
          </a:p>
        </p:txBody>
      </p:sp>
    </p:spTree>
    <p:extLst>
      <p:ext uri="{BB962C8B-B14F-4D97-AF65-F5344CB8AC3E}">
        <p14:creationId xmlns:p14="http://schemas.microsoft.com/office/powerpoint/2010/main" val="25107728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FB33A661-BFA1-4252-ABA0-AB4010639057}" type="datetimeFigureOut">
              <a:rPr lang="zh-CN" altLang="en-US" smtClean="0"/>
              <a:t>2019/8/3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23171EE-52F1-42C5-9741-67E38C704592}" type="slidenum">
              <a:rPr lang="zh-CN" altLang="en-US" smtClean="0"/>
              <a:t>‹#›</a:t>
            </a:fld>
            <a:endParaRPr lang="zh-CN" altLang="en-US"/>
          </a:p>
        </p:txBody>
      </p:sp>
    </p:spTree>
    <p:extLst>
      <p:ext uri="{BB962C8B-B14F-4D97-AF65-F5344CB8AC3E}">
        <p14:creationId xmlns:p14="http://schemas.microsoft.com/office/powerpoint/2010/main" val="14947272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FB33A661-BFA1-4252-ABA0-AB4010639057}" type="datetimeFigureOut">
              <a:rPr lang="zh-CN" altLang="en-US" smtClean="0"/>
              <a:t>2019/8/3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23171EE-52F1-42C5-9741-67E38C704592}" type="slidenum">
              <a:rPr lang="zh-CN" altLang="en-US" smtClean="0"/>
              <a:t>‹#›</a:t>
            </a:fld>
            <a:endParaRPr lang="zh-CN" altLang="en-US"/>
          </a:p>
        </p:txBody>
      </p:sp>
    </p:spTree>
    <p:extLst>
      <p:ext uri="{BB962C8B-B14F-4D97-AF65-F5344CB8AC3E}">
        <p14:creationId xmlns:p14="http://schemas.microsoft.com/office/powerpoint/2010/main" val="31558429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OverObj">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a:xfrm>
            <a:off x="609600" y="122239"/>
            <a:ext cx="10058400" cy="858837"/>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334434" y="981076"/>
            <a:ext cx="11523133" cy="26590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334434" y="3792538"/>
            <a:ext cx="11523133" cy="266065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a:xfrm>
            <a:off x="609600" y="6453188"/>
            <a:ext cx="2844800" cy="252412"/>
          </a:xfrm>
        </p:spPr>
        <p:txBody>
          <a:bodyPr/>
          <a:lstStyle>
            <a:lvl1pPr>
              <a:defRPr/>
            </a:lvl1pPr>
          </a:lstStyle>
          <a:p>
            <a:endParaRPr lang="en-US" altLang="zh-CN"/>
          </a:p>
        </p:txBody>
      </p:sp>
      <p:sp>
        <p:nvSpPr>
          <p:cNvPr id="6" name="页脚占位符 5"/>
          <p:cNvSpPr>
            <a:spLocks noGrp="1"/>
          </p:cNvSpPr>
          <p:nvPr>
            <p:ph type="ftr" sz="quarter" idx="11"/>
          </p:nvPr>
        </p:nvSpPr>
        <p:spPr>
          <a:xfrm>
            <a:off x="4165600" y="6453188"/>
            <a:ext cx="3860800" cy="252412"/>
          </a:xfrm>
        </p:spPr>
        <p:txBody>
          <a:bodyPr/>
          <a:lstStyle>
            <a:lvl1pPr>
              <a:defRPr/>
            </a:lvl1pPr>
          </a:lstStyle>
          <a:p>
            <a:endParaRPr lang="en-US" altLang="zh-CN"/>
          </a:p>
        </p:txBody>
      </p:sp>
      <p:sp>
        <p:nvSpPr>
          <p:cNvPr id="7" name="灯片编号占位符 6"/>
          <p:cNvSpPr>
            <a:spLocks noGrp="1"/>
          </p:cNvSpPr>
          <p:nvPr>
            <p:ph type="sldNum" sz="quarter" idx="12"/>
          </p:nvPr>
        </p:nvSpPr>
        <p:spPr>
          <a:xfrm>
            <a:off x="9203267" y="6489701"/>
            <a:ext cx="2844800" cy="252413"/>
          </a:xfrm>
        </p:spPr>
        <p:txBody>
          <a:bodyPr/>
          <a:lstStyle>
            <a:lvl1pPr>
              <a:defRPr/>
            </a:lvl1pPr>
          </a:lstStyle>
          <a:p>
            <a:fld id="{6E83B8A1-3CD2-4F5F-934A-0614B335FBC6}" type="slidenum">
              <a:rPr lang="en-US" altLang="zh-CN"/>
              <a:pPr/>
              <a:t>‹#›</a:t>
            </a:fld>
            <a:endParaRPr lang="en-US" altLang="zh-CN"/>
          </a:p>
        </p:txBody>
      </p:sp>
    </p:spTree>
    <p:extLst>
      <p:ext uri="{BB962C8B-B14F-4D97-AF65-F5344CB8AC3E}">
        <p14:creationId xmlns:p14="http://schemas.microsoft.com/office/powerpoint/2010/main" val="26919691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6146" name="Line 2"/>
          <p:cNvSpPr>
            <a:spLocks noChangeShapeType="1"/>
          </p:cNvSpPr>
          <p:nvPr/>
        </p:nvSpPr>
        <p:spPr bwMode="auto">
          <a:xfrm>
            <a:off x="9753600" y="1066800"/>
            <a:ext cx="0" cy="449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47" name="Rectangle 3"/>
          <p:cNvSpPr>
            <a:spLocks noGrp="1" noChangeArrowheads="1"/>
          </p:cNvSpPr>
          <p:nvPr>
            <p:ph type="ctrTitle"/>
          </p:nvPr>
        </p:nvSpPr>
        <p:spPr>
          <a:xfrm>
            <a:off x="421217" y="466725"/>
            <a:ext cx="9042400" cy="2133600"/>
          </a:xfrm>
        </p:spPr>
        <p:txBody>
          <a:bodyPr/>
          <a:lstStyle>
            <a:lvl1pPr algn="r">
              <a:defRPr sz="5000"/>
            </a:lvl1pPr>
          </a:lstStyle>
          <a:p>
            <a:pPr lvl="0"/>
            <a:r>
              <a:rPr lang="en-US" altLang="zh-CN" noProof="0" smtClean="0"/>
              <a:t>Click to edit Master title style</a:t>
            </a:r>
          </a:p>
        </p:txBody>
      </p:sp>
      <p:sp>
        <p:nvSpPr>
          <p:cNvPr id="6148" name="Rectangle 4"/>
          <p:cNvSpPr>
            <a:spLocks noGrp="1" noChangeArrowheads="1"/>
          </p:cNvSpPr>
          <p:nvPr>
            <p:ph type="subTitle" idx="1"/>
          </p:nvPr>
        </p:nvSpPr>
        <p:spPr>
          <a:xfrm>
            <a:off x="1132417" y="3049588"/>
            <a:ext cx="8331200" cy="2362200"/>
          </a:xfrm>
        </p:spPr>
        <p:txBody>
          <a:bodyPr/>
          <a:lstStyle>
            <a:lvl1pPr marL="0" indent="0" algn="r">
              <a:buFont typeface="Wingdings" panose="05000000000000000000" pitchFamily="2" charset="2"/>
              <a:buNone/>
              <a:defRPr sz="3400"/>
            </a:lvl1pPr>
          </a:lstStyle>
          <a:p>
            <a:pPr lvl="0"/>
            <a:r>
              <a:rPr lang="en-US" altLang="zh-CN" noProof="0" smtClean="0"/>
              <a:t>Click to edit Master subtitle style</a:t>
            </a:r>
          </a:p>
        </p:txBody>
      </p:sp>
      <p:sp>
        <p:nvSpPr>
          <p:cNvPr id="6149" name="Rectangle 5"/>
          <p:cNvSpPr>
            <a:spLocks noGrp="1" noChangeArrowheads="1"/>
          </p:cNvSpPr>
          <p:nvPr>
            <p:ph type="dt" sz="half" idx="2"/>
          </p:nvPr>
        </p:nvSpPr>
        <p:spPr>
          <a:xfrm>
            <a:off x="609600" y="6248400"/>
            <a:ext cx="2844800" cy="457200"/>
          </a:xfrm>
        </p:spPr>
        <p:txBody>
          <a:bodyPr/>
          <a:lstStyle>
            <a:lvl1pPr>
              <a:defRPr/>
            </a:lvl1pPr>
          </a:lstStyle>
          <a:p>
            <a:endParaRPr lang="en-US" altLang="zh-CN">
              <a:solidFill>
                <a:srgbClr val="FFFF66"/>
              </a:solidFill>
            </a:endParaRPr>
          </a:p>
        </p:txBody>
      </p:sp>
      <p:sp>
        <p:nvSpPr>
          <p:cNvPr id="6150" name="Rectangle 6"/>
          <p:cNvSpPr>
            <a:spLocks noGrp="1" noChangeArrowheads="1"/>
          </p:cNvSpPr>
          <p:nvPr>
            <p:ph type="ftr" sz="quarter" idx="3"/>
          </p:nvPr>
        </p:nvSpPr>
        <p:spPr>
          <a:xfrm>
            <a:off x="4165600" y="6248400"/>
            <a:ext cx="3860800" cy="457200"/>
          </a:xfrm>
        </p:spPr>
        <p:txBody>
          <a:bodyPr/>
          <a:lstStyle>
            <a:lvl1pPr>
              <a:defRPr/>
            </a:lvl1pPr>
          </a:lstStyle>
          <a:p>
            <a:endParaRPr lang="en-US" altLang="zh-CN">
              <a:solidFill>
                <a:srgbClr val="FFFF66"/>
              </a:solidFill>
            </a:endParaRPr>
          </a:p>
        </p:txBody>
      </p:sp>
      <p:sp>
        <p:nvSpPr>
          <p:cNvPr id="6151" name="Rectangle 7"/>
          <p:cNvSpPr>
            <a:spLocks noGrp="1" noChangeArrowheads="1"/>
          </p:cNvSpPr>
          <p:nvPr>
            <p:ph type="sldNum" sz="quarter" idx="4"/>
          </p:nvPr>
        </p:nvSpPr>
        <p:spPr>
          <a:xfrm>
            <a:off x="8737600" y="6248400"/>
            <a:ext cx="2844800" cy="457200"/>
          </a:xfrm>
        </p:spPr>
        <p:txBody>
          <a:bodyPr/>
          <a:lstStyle>
            <a:lvl1pPr>
              <a:defRPr/>
            </a:lvl1pPr>
          </a:lstStyle>
          <a:p>
            <a:fld id="{ECECA0CB-3403-4466-995B-8DF8662D85CD}" type="slidenum">
              <a:rPr lang="en-US" altLang="zh-CN">
                <a:solidFill>
                  <a:srgbClr val="FFFF66"/>
                </a:solidFill>
              </a:rPr>
              <a:pPr/>
              <a:t>‹#›</a:t>
            </a:fld>
            <a:endParaRPr lang="en-US" altLang="zh-CN">
              <a:solidFill>
                <a:srgbClr val="FFFF66"/>
              </a:solidFill>
            </a:endParaRPr>
          </a:p>
        </p:txBody>
      </p:sp>
      <p:grpSp>
        <p:nvGrpSpPr>
          <p:cNvPr id="6152" name="Group 8"/>
          <p:cNvGrpSpPr>
            <a:grpSpLocks/>
          </p:cNvGrpSpPr>
          <p:nvPr/>
        </p:nvGrpSpPr>
        <p:grpSpPr bwMode="auto">
          <a:xfrm>
            <a:off x="9990667" y="2992438"/>
            <a:ext cx="1784351" cy="2189162"/>
            <a:chOff x="4704" y="1885"/>
            <a:chExt cx="843" cy="1379"/>
          </a:xfrm>
        </p:grpSpPr>
        <p:sp>
          <p:nvSpPr>
            <p:cNvPr id="6153" name="Oval 9"/>
            <p:cNvSpPr>
              <a:spLocks noChangeArrowheads="1"/>
            </p:cNvSpPr>
            <p:nvPr/>
          </p:nvSpPr>
          <p:spPr bwMode="auto">
            <a:xfrm>
              <a:off x="4704"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54" name="Oval 10"/>
            <p:cNvSpPr>
              <a:spLocks noChangeArrowheads="1"/>
            </p:cNvSpPr>
            <p:nvPr/>
          </p:nvSpPr>
          <p:spPr bwMode="auto">
            <a:xfrm>
              <a:off x="4883"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55" name="Oval 11"/>
            <p:cNvSpPr>
              <a:spLocks noChangeArrowheads="1"/>
            </p:cNvSpPr>
            <p:nvPr/>
          </p:nvSpPr>
          <p:spPr bwMode="auto">
            <a:xfrm>
              <a:off x="5062"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56" name="Oval 12"/>
            <p:cNvSpPr>
              <a:spLocks noChangeArrowheads="1"/>
            </p:cNvSpPr>
            <p:nvPr/>
          </p:nvSpPr>
          <p:spPr bwMode="auto">
            <a:xfrm>
              <a:off x="4704"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57" name="Oval 13"/>
            <p:cNvSpPr>
              <a:spLocks noChangeArrowheads="1"/>
            </p:cNvSpPr>
            <p:nvPr/>
          </p:nvSpPr>
          <p:spPr bwMode="auto">
            <a:xfrm>
              <a:off x="4883"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58" name="Oval 14"/>
            <p:cNvSpPr>
              <a:spLocks noChangeArrowheads="1"/>
            </p:cNvSpPr>
            <p:nvPr/>
          </p:nvSpPr>
          <p:spPr bwMode="auto">
            <a:xfrm>
              <a:off x="5062"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59" name="Oval 15"/>
            <p:cNvSpPr>
              <a:spLocks noChangeArrowheads="1"/>
            </p:cNvSpPr>
            <p:nvPr/>
          </p:nvSpPr>
          <p:spPr bwMode="auto">
            <a:xfrm>
              <a:off x="5241" y="2064"/>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60" name="Oval 16"/>
            <p:cNvSpPr>
              <a:spLocks noChangeArrowheads="1"/>
            </p:cNvSpPr>
            <p:nvPr/>
          </p:nvSpPr>
          <p:spPr bwMode="auto">
            <a:xfrm>
              <a:off x="4704" y="2243"/>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61" name="Oval 17"/>
            <p:cNvSpPr>
              <a:spLocks noChangeArrowheads="1"/>
            </p:cNvSpPr>
            <p:nvPr/>
          </p:nvSpPr>
          <p:spPr bwMode="auto">
            <a:xfrm>
              <a:off x="4883" y="2243"/>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62" name="Oval 18"/>
            <p:cNvSpPr>
              <a:spLocks noChangeArrowheads="1"/>
            </p:cNvSpPr>
            <p:nvPr/>
          </p:nvSpPr>
          <p:spPr bwMode="auto">
            <a:xfrm>
              <a:off x="5062" y="2243"/>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63" name="Oval 19"/>
            <p:cNvSpPr>
              <a:spLocks noChangeArrowheads="1"/>
            </p:cNvSpPr>
            <p:nvPr/>
          </p:nvSpPr>
          <p:spPr bwMode="auto">
            <a:xfrm>
              <a:off x="5241" y="2243"/>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64" name="Oval 20"/>
            <p:cNvSpPr>
              <a:spLocks noChangeArrowheads="1"/>
            </p:cNvSpPr>
            <p:nvPr/>
          </p:nvSpPr>
          <p:spPr bwMode="auto">
            <a:xfrm>
              <a:off x="5420" y="2243"/>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65" name="Oval 21"/>
            <p:cNvSpPr>
              <a:spLocks noChangeArrowheads="1"/>
            </p:cNvSpPr>
            <p:nvPr/>
          </p:nvSpPr>
          <p:spPr bwMode="auto">
            <a:xfrm>
              <a:off x="4704" y="2421"/>
              <a:ext cx="127" cy="128"/>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66" name="Oval 22"/>
            <p:cNvSpPr>
              <a:spLocks noChangeArrowheads="1"/>
            </p:cNvSpPr>
            <p:nvPr/>
          </p:nvSpPr>
          <p:spPr bwMode="auto">
            <a:xfrm>
              <a:off x="4883" y="2421"/>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67" name="Oval 23"/>
            <p:cNvSpPr>
              <a:spLocks noChangeArrowheads="1"/>
            </p:cNvSpPr>
            <p:nvPr/>
          </p:nvSpPr>
          <p:spPr bwMode="auto">
            <a:xfrm>
              <a:off x="5062" y="2421"/>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68" name="Oval 24"/>
            <p:cNvSpPr>
              <a:spLocks noChangeArrowheads="1"/>
            </p:cNvSpPr>
            <p:nvPr/>
          </p:nvSpPr>
          <p:spPr bwMode="auto">
            <a:xfrm>
              <a:off x="5241" y="2421"/>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69" name="Oval 25"/>
            <p:cNvSpPr>
              <a:spLocks noChangeArrowheads="1"/>
            </p:cNvSpPr>
            <p:nvPr/>
          </p:nvSpPr>
          <p:spPr bwMode="auto">
            <a:xfrm>
              <a:off x="4704" y="2600"/>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70" name="Oval 26"/>
            <p:cNvSpPr>
              <a:spLocks noChangeArrowheads="1"/>
            </p:cNvSpPr>
            <p:nvPr/>
          </p:nvSpPr>
          <p:spPr bwMode="auto">
            <a:xfrm>
              <a:off x="4883" y="2600"/>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71" name="Oval 27"/>
            <p:cNvSpPr>
              <a:spLocks noChangeArrowheads="1"/>
            </p:cNvSpPr>
            <p:nvPr/>
          </p:nvSpPr>
          <p:spPr bwMode="auto">
            <a:xfrm>
              <a:off x="5062" y="2600"/>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72" name="Oval 28"/>
            <p:cNvSpPr>
              <a:spLocks noChangeArrowheads="1"/>
            </p:cNvSpPr>
            <p:nvPr/>
          </p:nvSpPr>
          <p:spPr bwMode="auto">
            <a:xfrm>
              <a:off x="5241" y="2600"/>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73" name="Oval 29"/>
            <p:cNvSpPr>
              <a:spLocks noChangeArrowheads="1"/>
            </p:cNvSpPr>
            <p:nvPr/>
          </p:nvSpPr>
          <p:spPr bwMode="auto">
            <a:xfrm>
              <a:off x="5420" y="2600"/>
              <a:ext cx="127" cy="128"/>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74" name="Oval 30"/>
            <p:cNvSpPr>
              <a:spLocks noChangeArrowheads="1"/>
            </p:cNvSpPr>
            <p:nvPr/>
          </p:nvSpPr>
          <p:spPr bwMode="auto">
            <a:xfrm>
              <a:off x="4704" y="2779"/>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75" name="Oval 31"/>
            <p:cNvSpPr>
              <a:spLocks noChangeArrowheads="1"/>
            </p:cNvSpPr>
            <p:nvPr/>
          </p:nvSpPr>
          <p:spPr bwMode="auto">
            <a:xfrm>
              <a:off x="4883" y="2779"/>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76" name="Oval 32"/>
            <p:cNvSpPr>
              <a:spLocks noChangeArrowheads="1"/>
            </p:cNvSpPr>
            <p:nvPr/>
          </p:nvSpPr>
          <p:spPr bwMode="auto">
            <a:xfrm>
              <a:off x="5062" y="2779"/>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77" name="Oval 33"/>
            <p:cNvSpPr>
              <a:spLocks noChangeArrowheads="1"/>
            </p:cNvSpPr>
            <p:nvPr/>
          </p:nvSpPr>
          <p:spPr bwMode="auto">
            <a:xfrm>
              <a:off x="5241" y="2779"/>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78" name="Oval 34"/>
            <p:cNvSpPr>
              <a:spLocks noChangeArrowheads="1"/>
            </p:cNvSpPr>
            <p:nvPr/>
          </p:nvSpPr>
          <p:spPr bwMode="auto">
            <a:xfrm>
              <a:off x="4704" y="2958"/>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79" name="Oval 35"/>
            <p:cNvSpPr>
              <a:spLocks noChangeArrowheads="1"/>
            </p:cNvSpPr>
            <p:nvPr/>
          </p:nvSpPr>
          <p:spPr bwMode="auto">
            <a:xfrm>
              <a:off x="4883" y="2958"/>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80" name="Oval 36"/>
            <p:cNvSpPr>
              <a:spLocks noChangeArrowheads="1"/>
            </p:cNvSpPr>
            <p:nvPr/>
          </p:nvSpPr>
          <p:spPr bwMode="auto">
            <a:xfrm>
              <a:off x="5062" y="2958"/>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81" name="Oval 37"/>
            <p:cNvSpPr>
              <a:spLocks noChangeArrowheads="1"/>
            </p:cNvSpPr>
            <p:nvPr/>
          </p:nvSpPr>
          <p:spPr bwMode="auto">
            <a:xfrm>
              <a:off x="5241" y="2958"/>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82" name="Oval 38"/>
            <p:cNvSpPr>
              <a:spLocks noChangeArrowheads="1"/>
            </p:cNvSpPr>
            <p:nvPr/>
          </p:nvSpPr>
          <p:spPr bwMode="auto">
            <a:xfrm>
              <a:off x="4883" y="3137"/>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83" name="Oval 39"/>
            <p:cNvSpPr>
              <a:spLocks noChangeArrowheads="1"/>
            </p:cNvSpPr>
            <p:nvPr/>
          </p:nvSpPr>
          <p:spPr bwMode="auto">
            <a:xfrm>
              <a:off x="5241" y="3137"/>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grpSp>
      <p:sp>
        <p:nvSpPr>
          <p:cNvPr id="6184" name="Line 40"/>
          <p:cNvSpPr>
            <a:spLocks noChangeShapeType="1"/>
          </p:cNvSpPr>
          <p:nvPr/>
        </p:nvSpPr>
        <p:spPr bwMode="auto">
          <a:xfrm>
            <a:off x="406400" y="2819400"/>
            <a:ext cx="10972800" cy="0"/>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Tree>
    <p:extLst>
      <p:ext uri="{BB962C8B-B14F-4D97-AF65-F5344CB8AC3E}">
        <p14:creationId xmlns:p14="http://schemas.microsoft.com/office/powerpoint/2010/main" val="1286760561"/>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单击此处编辑母版标题样式</a:t>
            </a:r>
            <a:endParaRPr lang="zh-CN" altLang="en-US" dirty="0"/>
          </a:p>
        </p:txBody>
      </p:sp>
      <p:sp>
        <p:nvSpPr>
          <p:cNvPr id="3" name="内容占位符 2"/>
          <p:cNvSpPr>
            <a:spLocks noGrp="1"/>
          </p:cNvSpPr>
          <p:nvPr>
            <p:ph idx="1"/>
          </p:nvPr>
        </p:nvSpPr>
        <p:spPr/>
        <p:txBody>
          <a:bodyPr/>
          <a:lstStyle>
            <a:lvl1pPr>
              <a:defRPr sz="2400" baseline="0">
                <a:solidFill>
                  <a:srgbClr val="002060"/>
                </a:solidFill>
                <a:effectLst/>
                <a:latin typeface="楷体" panose="02010609060101010101" pitchFamily="49" charset="-122"/>
                <a:ea typeface="楷体" panose="02010609060101010101" pitchFamily="49" charset="-122"/>
              </a:defRPr>
            </a:lvl1pPr>
            <a:lvl2pPr>
              <a:defRPr sz="2400" baseline="0">
                <a:solidFill>
                  <a:srgbClr val="002060"/>
                </a:solidFill>
                <a:effectLst/>
                <a:latin typeface="楷体" panose="02010609060101010101" pitchFamily="49" charset="-122"/>
                <a:ea typeface="楷体" panose="02010609060101010101" pitchFamily="49" charset="-122"/>
              </a:defRPr>
            </a:lvl2pPr>
            <a:lvl3pPr>
              <a:defRPr sz="2400" baseline="0">
                <a:solidFill>
                  <a:srgbClr val="002060"/>
                </a:solidFill>
                <a:effectLst/>
                <a:latin typeface="楷体" panose="02010609060101010101" pitchFamily="49" charset="-122"/>
                <a:ea typeface="楷体" panose="02010609060101010101" pitchFamily="49" charset="-122"/>
              </a:defRPr>
            </a:lvl3pPr>
            <a:lvl4pPr>
              <a:defRPr sz="2400" baseline="0">
                <a:solidFill>
                  <a:srgbClr val="002060"/>
                </a:solidFill>
                <a:effectLst/>
                <a:latin typeface="楷体" panose="02010609060101010101" pitchFamily="49" charset="-122"/>
                <a:ea typeface="楷体" panose="02010609060101010101" pitchFamily="49" charset="-122"/>
              </a:defRPr>
            </a:lvl4pPr>
            <a:lvl5pPr>
              <a:defRPr sz="2400" baseline="0">
                <a:solidFill>
                  <a:srgbClr val="002060"/>
                </a:solidFill>
                <a:effectLst/>
                <a:latin typeface="楷体" panose="02010609060101010101" pitchFamily="49" charset="-122"/>
                <a:ea typeface="楷体" panose="02010609060101010101" pitchFamily="49" charset="-122"/>
              </a:defRPr>
            </a:lvl5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日期占位符 3"/>
          <p:cNvSpPr>
            <a:spLocks noGrp="1"/>
          </p:cNvSpPr>
          <p:nvPr>
            <p:ph type="dt" sz="half" idx="10"/>
          </p:nvPr>
        </p:nvSpPr>
        <p:spPr/>
        <p:txBody>
          <a:bodyPr/>
          <a:lstStyle>
            <a:lvl1pPr>
              <a:defRPr/>
            </a:lvl1pPr>
          </a:lstStyle>
          <a:p>
            <a:endParaRPr lang="en-US" altLang="zh-CN">
              <a:solidFill>
                <a:srgbClr val="FFFF66"/>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FFFF66"/>
              </a:solidFill>
            </a:endParaRPr>
          </a:p>
        </p:txBody>
      </p:sp>
      <p:sp>
        <p:nvSpPr>
          <p:cNvPr id="6" name="灯片编号占位符 5"/>
          <p:cNvSpPr>
            <a:spLocks noGrp="1"/>
          </p:cNvSpPr>
          <p:nvPr>
            <p:ph type="sldNum" sz="quarter" idx="12"/>
          </p:nvPr>
        </p:nvSpPr>
        <p:spPr/>
        <p:txBody>
          <a:bodyPr/>
          <a:lstStyle>
            <a:lvl1pPr>
              <a:defRPr/>
            </a:lvl1pPr>
          </a:lstStyle>
          <a:p>
            <a:fld id="{0DF417F7-DC4D-4FC6-9A4A-A143788C97EF}" type="slidenum">
              <a:rPr lang="en-US" altLang="zh-CN">
                <a:solidFill>
                  <a:srgbClr val="FFFF66"/>
                </a:solidFill>
              </a:rPr>
              <a:pPr/>
              <a:t>‹#›</a:t>
            </a:fld>
            <a:endParaRPr lang="en-US" altLang="zh-CN">
              <a:solidFill>
                <a:srgbClr val="FFFF66"/>
              </a:solidFill>
            </a:endParaRPr>
          </a:p>
        </p:txBody>
      </p:sp>
    </p:spTree>
    <p:extLst>
      <p:ext uri="{BB962C8B-B14F-4D97-AF65-F5344CB8AC3E}">
        <p14:creationId xmlns:p14="http://schemas.microsoft.com/office/powerpoint/2010/main" val="39136159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1733550" y="169864"/>
            <a:ext cx="10058400" cy="858837"/>
          </a:xfrm>
        </p:spPr>
        <p:txBody>
          <a:bodyPr/>
          <a:lstStyle>
            <a:lvl1pPr algn="ctr">
              <a:defRPr>
                <a:solidFill>
                  <a:srgbClr val="FFFF00"/>
                </a:solidFill>
                <a:latin typeface="黑体" panose="02010609060101010101" pitchFamily="49" charset="-122"/>
                <a:ea typeface="黑体" panose="02010609060101010101" pitchFamily="49" charset="-122"/>
              </a:defRPr>
            </a:lvl1pPr>
          </a:lstStyle>
          <a:p>
            <a:r>
              <a:rPr lang="zh-CN" altLang="en-US" dirty="0" smtClean="0"/>
              <a:t>单击此处编辑母版标题样式</a:t>
            </a:r>
            <a:endParaRPr lang="zh-CN" altLang="en-US" dirty="0"/>
          </a:p>
        </p:txBody>
      </p:sp>
      <p:sp>
        <p:nvSpPr>
          <p:cNvPr id="3" name="日期占位符 2"/>
          <p:cNvSpPr>
            <a:spLocks noGrp="1"/>
          </p:cNvSpPr>
          <p:nvPr>
            <p:ph type="dt" sz="half" idx="10"/>
          </p:nvPr>
        </p:nvSpPr>
        <p:spPr/>
        <p:txBody>
          <a:bodyPr/>
          <a:lstStyle/>
          <a:p>
            <a:pPr fontAlgn="base">
              <a:spcAft>
                <a:spcPct val="0"/>
              </a:spcAft>
            </a:pPr>
            <a:endParaRPr lang="en-US" altLang="zh-CN" smtClean="0">
              <a:solidFill>
                <a:srgbClr val="FFFF66"/>
              </a:solidFill>
            </a:endParaRPr>
          </a:p>
        </p:txBody>
      </p:sp>
      <p:sp>
        <p:nvSpPr>
          <p:cNvPr id="4" name="页脚占位符 3"/>
          <p:cNvSpPr>
            <a:spLocks noGrp="1"/>
          </p:cNvSpPr>
          <p:nvPr>
            <p:ph type="ftr" sz="quarter" idx="11"/>
          </p:nvPr>
        </p:nvSpPr>
        <p:spPr/>
        <p:txBody>
          <a:bodyPr/>
          <a:lstStyle/>
          <a:p>
            <a:pPr fontAlgn="base">
              <a:spcAft>
                <a:spcPct val="0"/>
              </a:spcAft>
            </a:pPr>
            <a:endParaRPr lang="en-US" altLang="zh-CN" smtClean="0">
              <a:solidFill>
                <a:srgbClr val="FFFF66"/>
              </a:solidFill>
            </a:endParaRPr>
          </a:p>
        </p:txBody>
      </p:sp>
      <p:sp>
        <p:nvSpPr>
          <p:cNvPr id="5" name="灯片编号占位符 4"/>
          <p:cNvSpPr>
            <a:spLocks noGrp="1"/>
          </p:cNvSpPr>
          <p:nvPr>
            <p:ph type="sldNum" sz="quarter" idx="12"/>
          </p:nvPr>
        </p:nvSpPr>
        <p:spPr/>
        <p:txBody>
          <a:bodyPr/>
          <a:lstStyle/>
          <a:p>
            <a:pPr fontAlgn="base">
              <a:spcAft>
                <a:spcPct val="0"/>
              </a:spcAft>
            </a:pPr>
            <a:fld id="{6C0BB67A-27FA-4C67-851A-9DC3FA391F2F}" type="slidenum">
              <a:rPr lang="en-US" altLang="zh-CN" smtClean="0">
                <a:solidFill>
                  <a:srgbClr val="FFFF66"/>
                </a:solidFill>
              </a:rPr>
              <a:pPr fontAlgn="base">
                <a:spcAft>
                  <a:spcPct val="0"/>
                </a:spcAft>
              </a:pPr>
              <a:t>‹#›</a:t>
            </a:fld>
            <a:endParaRPr lang="en-US" altLang="zh-CN" smtClean="0">
              <a:solidFill>
                <a:srgbClr val="FFFF66"/>
              </a:solidFill>
            </a:endParaRPr>
          </a:p>
        </p:txBody>
      </p:sp>
    </p:spTree>
    <p:extLst>
      <p:ext uri="{BB962C8B-B14F-4D97-AF65-F5344CB8AC3E}">
        <p14:creationId xmlns:p14="http://schemas.microsoft.com/office/powerpoint/2010/main" val="1211107525"/>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9"/>
            <a:ext cx="10515600" cy="2852737"/>
          </a:xfrm>
        </p:spPr>
        <p:txBody>
          <a:bodyPr/>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solidFill>
                <a:srgbClr val="FFFF66"/>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FFFF66"/>
              </a:solidFill>
            </a:endParaRPr>
          </a:p>
        </p:txBody>
      </p:sp>
      <p:sp>
        <p:nvSpPr>
          <p:cNvPr id="6" name="灯片编号占位符 5"/>
          <p:cNvSpPr>
            <a:spLocks noGrp="1"/>
          </p:cNvSpPr>
          <p:nvPr>
            <p:ph type="sldNum" sz="quarter" idx="12"/>
          </p:nvPr>
        </p:nvSpPr>
        <p:spPr/>
        <p:txBody>
          <a:bodyPr/>
          <a:lstStyle>
            <a:lvl1pPr>
              <a:defRPr/>
            </a:lvl1pPr>
          </a:lstStyle>
          <a:p>
            <a:fld id="{C8310A4A-FEDF-41D2-BF60-E6112B374BF7}" type="slidenum">
              <a:rPr lang="en-US" altLang="zh-CN">
                <a:solidFill>
                  <a:srgbClr val="FFFF66"/>
                </a:solidFill>
              </a:rPr>
              <a:pPr/>
              <a:t>‹#›</a:t>
            </a:fld>
            <a:endParaRPr lang="en-US" altLang="zh-CN">
              <a:solidFill>
                <a:srgbClr val="FFFF66"/>
              </a:solidFill>
            </a:endParaRPr>
          </a:p>
        </p:txBody>
      </p:sp>
    </p:spTree>
    <p:extLst>
      <p:ext uri="{BB962C8B-B14F-4D97-AF65-F5344CB8AC3E}">
        <p14:creationId xmlns:p14="http://schemas.microsoft.com/office/powerpoint/2010/main" val="4112059658"/>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334434" y="981075"/>
            <a:ext cx="5659967" cy="547211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97601" y="981075"/>
            <a:ext cx="5659967" cy="547211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endParaRPr lang="en-US" altLang="zh-CN">
              <a:solidFill>
                <a:srgbClr val="FFFF66"/>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FFFF66"/>
              </a:solidFill>
            </a:endParaRPr>
          </a:p>
        </p:txBody>
      </p:sp>
      <p:sp>
        <p:nvSpPr>
          <p:cNvPr id="7" name="灯片编号占位符 6"/>
          <p:cNvSpPr>
            <a:spLocks noGrp="1"/>
          </p:cNvSpPr>
          <p:nvPr>
            <p:ph type="sldNum" sz="quarter" idx="12"/>
          </p:nvPr>
        </p:nvSpPr>
        <p:spPr/>
        <p:txBody>
          <a:bodyPr/>
          <a:lstStyle>
            <a:lvl1pPr>
              <a:defRPr/>
            </a:lvl1pPr>
          </a:lstStyle>
          <a:p>
            <a:fld id="{D8926A3C-9A65-4465-B748-5538B9A78C93}" type="slidenum">
              <a:rPr lang="en-US" altLang="zh-CN">
                <a:solidFill>
                  <a:srgbClr val="FFFF66"/>
                </a:solidFill>
              </a:rPr>
              <a:pPr/>
              <a:t>‹#›</a:t>
            </a:fld>
            <a:endParaRPr lang="en-US" altLang="zh-CN">
              <a:solidFill>
                <a:srgbClr val="FFFF66"/>
              </a:solidFill>
            </a:endParaRPr>
          </a:p>
        </p:txBody>
      </p:sp>
    </p:spTree>
    <p:extLst>
      <p:ext uri="{BB962C8B-B14F-4D97-AF65-F5344CB8AC3E}">
        <p14:creationId xmlns:p14="http://schemas.microsoft.com/office/powerpoint/2010/main" val="2378231920"/>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40317" y="365126"/>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40318" y="2505075"/>
            <a:ext cx="5158316"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71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endParaRPr lang="en-US" altLang="zh-CN">
              <a:solidFill>
                <a:srgbClr val="FFFF66"/>
              </a:solidFill>
            </a:endParaRPr>
          </a:p>
        </p:txBody>
      </p:sp>
      <p:sp>
        <p:nvSpPr>
          <p:cNvPr id="8" name="页脚占位符 7"/>
          <p:cNvSpPr>
            <a:spLocks noGrp="1"/>
          </p:cNvSpPr>
          <p:nvPr>
            <p:ph type="ftr" sz="quarter" idx="11"/>
          </p:nvPr>
        </p:nvSpPr>
        <p:spPr/>
        <p:txBody>
          <a:bodyPr/>
          <a:lstStyle>
            <a:lvl1pPr>
              <a:defRPr/>
            </a:lvl1pPr>
          </a:lstStyle>
          <a:p>
            <a:endParaRPr lang="en-US" altLang="zh-CN">
              <a:solidFill>
                <a:srgbClr val="FFFF66"/>
              </a:solidFill>
            </a:endParaRPr>
          </a:p>
        </p:txBody>
      </p:sp>
      <p:sp>
        <p:nvSpPr>
          <p:cNvPr id="9" name="灯片编号占位符 8"/>
          <p:cNvSpPr>
            <a:spLocks noGrp="1"/>
          </p:cNvSpPr>
          <p:nvPr>
            <p:ph type="sldNum" sz="quarter" idx="12"/>
          </p:nvPr>
        </p:nvSpPr>
        <p:spPr/>
        <p:txBody>
          <a:bodyPr/>
          <a:lstStyle>
            <a:lvl1pPr>
              <a:defRPr/>
            </a:lvl1pPr>
          </a:lstStyle>
          <a:p>
            <a:fld id="{62AE3A43-2650-4DAD-A263-DE8EBD946AC1}" type="slidenum">
              <a:rPr lang="en-US" altLang="zh-CN">
                <a:solidFill>
                  <a:srgbClr val="FFFF66"/>
                </a:solidFill>
              </a:rPr>
              <a:pPr/>
              <a:t>‹#›</a:t>
            </a:fld>
            <a:endParaRPr lang="en-US" altLang="zh-CN">
              <a:solidFill>
                <a:srgbClr val="FFFF66"/>
              </a:solidFill>
            </a:endParaRPr>
          </a:p>
        </p:txBody>
      </p:sp>
    </p:spTree>
    <p:extLst>
      <p:ext uri="{BB962C8B-B14F-4D97-AF65-F5344CB8AC3E}">
        <p14:creationId xmlns:p14="http://schemas.microsoft.com/office/powerpoint/2010/main" val="4065355251"/>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endParaRPr lang="en-US" altLang="zh-CN">
              <a:solidFill>
                <a:srgbClr val="FFFF66"/>
              </a:solidFill>
            </a:endParaRPr>
          </a:p>
        </p:txBody>
      </p:sp>
      <p:sp>
        <p:nvSpPr>
          <p:cNvPr id="4" name="页脚占位符 3"/>
          <p:cNvSpPr>
            <a:spLocks noGrp="1"/>
          </p:cNvSpPr>
          <p:nvPr>
            <p:ph type="ftr" sz="quarter" idx="11"/>
          </p:nvPr>
        </p:nvSpPr>
        <p:spPr/>
        <p:txBody>
          <a:bodyPr/>
          <a:lstStyle>
            <a:lvl1pPr>
              <a:defRPr/>
            </a:lvl1pPr>
          </a:lstStyle>
          <a:p>
            <a:endParaRPr lang="en-US" altLang="zh-CN">
              <a:solidFill>
                <a:srgbClr val="FFFF66"/>
              </a:solidFill>
            </a:endParaRPr>
          </a:p>
        </p:txBody>
      </p:sp>
      <p:sp>
        <p:nvSpPr>
          <p:cNvPr id="5" name="灯片编号占位符 4"/>
          <p:cNvSpPr>
            <a:spLocks noGrp="1"/>
          </p:cNvSpPr>
          <p:nvPr>
            <p:ph type="sldNum" sz="quarter" idx="12"/>
          </p:nvPr>
        </p:nvSpPr>
        <p:spPr/>
        <p:txBody>
          <a:bodyPr/>
          <a:lstStyle>
            <a:lvl1pPr>
              <a:defRPr/>
            </a:lvl1pPr>
          </a:lstStyle>
          <a:p>
            <a:fld id="{34CE085D-FDF0-4913-894C-E6D3A82B6E59}" type="slidenum">
              <a:rPr lang="en-US" altLang="zh-CN">
                <a:solidFill>
                  <a:srgbClr val="FFFF66"/>
                </a:solidFill>
              </a:rPr>
              <a:pPr/>
              <a:t>‹#›</a:t>
            </a:fld>
            <a:endParaRPr lang="en-US" altLang="zh-CN">
              <a:solidFill>
                <a:srgbClr val="FFFF66"/>
              </a:solidFill>
            </a:endParaRPr>
          </a:p>
        </p:txBody>
      </p:sp>
    </p:spTree>
    <p:extLst>
      <p:ext uri="{BB962C8B-B14F-4D97-AF65-F5344CB8AC3E}">
        <p14:creationId xmlns:p14="http://schemas.microsoft.com/office/powerpoint/2010/main" val="4251021709"/>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solidFill>
                <a:srgbClr val="FFFF66"/>
              </a:solidFill>
            </a:endParaRPr>
          </a:p>
        </p:txBody>
      </p:sp>
      <p:sp>
        <p:nvSpPr>
          <p:cNvPr id="3" name="页脚占位符 2"/>
          <p:cNvSpPr>
            <a:spLocks noGrp="1"/>
          </p:cNvSpPr>
          <p:nvPr>
            <p:ph type="ftr" sz="quarter" idx="11"/>
          </p:nvPr>
        </p:nvSpPr>
        <p:spPr/>
        <p:txBody>
          <a:bodyPr/>
          <a:lstStyle>
            <a:lvl1pPr>
              <a:defRPr/>
            </a:lvl1pPr>
          </a:lstStyle>
          <a:p>
            <a:endParaRPr lang="en-US" altLang="zh-CN">
              <a:solidFill>
                <a:srgbClr val="FFFF66"/>
              </a:solidFill>
            </a:endParaRPr>
          </a:p>
        </p:txBody>
      </p:sp>
      <p:sp>
        <p:nvSpPr>
          <p:cNvPr id="4" name="灯片编号占位符 3"/>
          <p:cNvSpPr>
            <a:spLocks noGrp="1"/>
          </p:cNvSpPr>
          <p:nvPr>
            <p:ph type="sldNum" sz="quarter" idx="12"/>
          </p:nvPr>
        </p:nvSpPr>
        <p:spPr/>
        <p:txBody>
          <a:bodyPr/>
          <a:lstStyle>
            <a:lvl1pPr>
              <a:defRPr/>
            </a:lvl1pPr>
          </a:lstStyle>
          <a:p>
            <a:fld id="{2C837768-19DA-411A-9793-5B5B9B3B817E}" type="slidenum">
              <a:rPr lang="en-US" altLang="zh-CN">
                <a:solidFill>
                  <a:srgbClr val="FFFF66"/>
                </a:solidFill>
              </a:rPr>
              <a:pPr/>
              <a:t>‹#›</a:t>
            </a:fld>
            <a:endParaRPr lang="en-US" altLang="zh-CN">
              <a:solidFill>
                <a:srgbClr val="FFFF66"/>
              </a:solidFill>
            </a:endParaRPr>
          </a:p>
        </p:txBody>
      </p:sp>
    </p:spTree>
    <p:extLst>
      <p:ext uri="{BB962C8B-B14F-4D97-AF65-F5344CB8AC3E}">
        <p14:creationId xmlns:p14="http://schemas.microsoft.com/office/powerpoint/2010/main" val="2053374837"/>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318" y="457200"/>
            <a:ext cx="3932767" cy="1600200"/>
          </a:xfrm>
        </p:spPr>
        <p:txBody>
          <a:bodyPr/>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solidFill>
                <a:srgbClr val="FFFF66"/>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FFFF66"/>
              </a:solidFill>
            </a:endParaRPr>
          </a:p>
        </p:txBody>
      </p:sp>
      <p:sp>
        <p:nvSpPr>
          <p:cNvPr id="7" name="灯片编号占位符 6"/>
          <p:cNvSpPr>
            <a:spLocks noGrp="1"/>
          </p:cNvSpPr>
          <p:nvPr>
            <p:ph type="sldNum" sz="quarter" idx="12"/>
          </p:nvPr>
        </p:nvSpPr>
        <p:spPr/>
        <p:txBody>
          <a:bodyPr/>
          <a:lstStyle>
            <a:lvl1pPr>
              <a:defRPr/>
            </a:lvl1pPr>
          </a:lstStyle>
          <a:p>
            <a:fld id="{2C02B331-6AF9-48FA-9C2E-F0AE2EB47695}" type="slidenum">
              <a:rPr lang="en-US" altLang="zh-CN">
                <a:solidFill>
                  <a:srgbClr val="FFFF66"/>
                </a:solidFill>
              </a:rPr>
              <a:pPr/>
              <a:t>‹#›</a:t>
            </a:fld>
            <a:endParaRPr lang="en-US" altLang="zh-CN">
              <a:solidFill>
                <a:srgbClr val="FFFF66"/>
              </a:solidFill>
            </a:endParaRPr>
          </a:p>
        </p:txBody>
      </p:sp>
    </p:spTree>
    <p:extLst>
      <p:ext uri="{BB962C8B-B14F-4D97-AF65-F5344CB8AC3E}">
        <p14:creationId xmlns:p14="http://schemas.microsoft.com/office/powerpoint/2010/main" val="3793622357"/>
      </p:ext>
    </p:extLst>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318" y="457200"/>
            <a:ext cx="3932767" cy="1600200"/>
          </a:xfrm>
        </p:spPr>
        <p:txBody>
          <a:bodyPr/>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solidFill>
                <a:srgbClr val="FFFF66"/>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FFFF66"/>
              </a:solidFill>
            </a:endParaRPr>
          </a:p>
        </p:txBody>
      </p:sp>
      <p:sp>
        <p:nvSpPr>
          <p:cNvPr id="7" name="灯片编号占位符 6"/>
          <p:cNvSpPr>
            <a:spLocks noGrp="1"/>
          </p:cNvSpPr>
          <p:nvPr>
            <p:ph type="sldNum" sz="quarter" idx="12"/>
          </p:nvPr>
        </p:nvSpPr>
        <p:spPr/>
        <p:txBody>
          <a:bodyPr/>
          <a:lstStyle>
            <a:lvl1pPr>
              <a:defRPr/>
            </a:lvl1pPr>
          </a:lstStyle>
          <a:p>
            <a:fld id="{E9C7D681-DB39-4082-899A-F93CAFB7A110}" type="slidenum">
              <a:rPr lang="en-US" altLang="zh-CN">
                <a:solidFill>
                  <a:srgbClr val="FFFF66"/>
                </a:solidFill>
              </a:rPr>
              <a:pPr/>
              <a:t>‹#›</a:t>
            </a:fld>
            <a:endParaRPr lang="en-US" altLang="zh-CN">
              <a:solidFill>
                <a:srgbClr val="FFFF66"/>
              </a:solidFill>
            </a:endParaRPr>
          </a:p>
        </p:txBody>
      </p:sp>
    </p:spTree>
    <p:extLst>
      <p:ext uri="{BB962C8B-B14F-4D97-AF65-F5344CB8AC3E}">
        <p14:creationId xmlns:p14="http://schemas.microsoft.com/office/powerpoint/2010/main" val="4283785198"/>
      </p:ext>
    </p:extLst>
  </p:cSld>
  <p:clrMapOvr>
    <a:masterClrMapping/>
  </p:clrMapOvr>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solidFill>
                <a:srgbClr val="FFFF66"/>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FFFF66"/>
              </a:solidFill>
            </a:endParaRPr>
          </a:p>
        </p:txBody>
      </p:sp>
      <p:sp>
        <p:nvSpPr>
          <p:cNvPr id="6" name="灯片编号占位符 5"/>
          <p:cNvSpPr>
            <a:spLocks noGrp="1"/>
          </p:cNvSpPr>
          <p:nvPr>
            <p:ph type="sldNum" sz="quarter" idx="12"/>
          </p:nvPr>
        </p:nvSpPr>
        <p:spPr/>
        <p:txBody>
          <a:bodyPr/>
          <a:lstStyle>
            <a:lvl1pPr>
              <a:defRPr/>
            </a:lvl1pPr>
          </a:lstStyle>
          <a:p>
            <a:fld id="{1DF68B8E-8429-4779-9666-C8F651629F7C}" type="slidenum">
              <a:rPr lang="en-US" altLang="zh-CN">
                <a:solidFill>
                  <a:srgbClr val="FFFF66"/>
                </a:solidFill>
              </a:rPr>
              <a:pPr/>
              <a:t>‹#›</a:t>
            </a:fld>
            <a:endParaRPr lang="en-US" altLang="zh-CN">
              <a:solidFill>
                <a:srgbClr val="FFFF66"/>
              </a:solidFill>
            </a:endParaRPr>
          </a:p>
        </p:txBody>
      </p:sp>
    </p:spTree>
    <p:extLst>
      <p:ext uri="{BB962C8B-B14F-4D97-AF65-F5344CB8AC3E}">
        <p14:creationId xmlns:p14="http://schemas.microsoft.com/office/powerpoint/2010/main" val="4294408939"/>
      </p:ext>
    </p:extLst>
  </p:cSld>
  <p:clrMapOvr>
    <a:masterClrMapping/>
  </p:clrMapOvr>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976785" y="122238"/>
            <a:ext cx="2880783" cy="633095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334434" y="122238"/>
            <a:ext cx="8439151" cy="633095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solidFill>
                <a:srgbClr val="FFFF66"/>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FFFF66"/>
              </a:solidFill>
            </a:endParaRPr>
          </a:p>
        </p:txBody>
      </p:sp>
      <p:sp>
        <p:nvSpPr>
          <p:cNvPr id="6" name="灯片编号占位符 5"/>
          <p:cNvSpPr>
            <a:spLocks noGrp="1"/>
          </p:cNvSpPr>
          <p:nvPr>
            <p:ph type="sldNum" sz="quarter" idx="12"/>
          </p:nvPr>
        </p:nvSpPr>
        <p:spPr/>
        <p:txBody>
          <a:bodyPr/>
          <a:lstStyle>
            <a:lvl1pPr>
              <a:defRPr/>
            </a:lvl1pPr>
          </a:lstStyle>
          <a:p>
            <a:fld id="{29CF449B-A966-495A-B607-28E85774EB35}" type="slidenum">
              <a:rPr lang="en-US" altLang="zh-CN">
                <a:solidFill>
                  <a:srgbClr val="FFFF66"/>
                </a:solidFill>
              </a:rPr>
              <a:pPr/>
              <a:t>‹#›</a:t>
            </a:fld>
            <a:endParaRPr lang="en-US" altLang="zh-CN">
              <a:solidFill>
                <a:srgbClr val="FFFF66"/>
              </a:solidFill>
            </a:endParaRPr>
          </a:p>
        </p:txBody>
      </p:sp>
    </p:spTree>
    <p:extLst>
      <p:ext uri="{BB962C8B-B14F-4D97-AF65-F5344CB8AC3E}">
        <p14:creationId xmlns:p14="http://schemas.microsoft.com/office/powerpoint/2010/main" val="354637686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OverTx" preserve="1">
  <p:cSld name="标题和内容在文本之上">
    <p:spTree>
      <p:nvGrpSpPr>
        <p:cNvPr id="1" name=""/>
        <p:cNvGrpSpPr/>
        <p:nvPr/>
      </p:nvGrpSpPr>
      <p:grpSpPr>
        <a:xfrm>
          <a:off x="0" y="0"/>
          <a:ext cx="0" cy="0"/>
          <a:chOff x="0" y="0"/>
          <a:chExt cx="0" cy="0"/>
        </a:xfrm>
      </p:grpSpPr>
      <p:sp>
        <p:nvSpPr>
          <p:cNvPr id="2" name="标题 1"/>
          <p:cNvSpPr>
            <a:spLocks noGrp="1"/>
          </p:cNvSpPr>
          <p:nvPr>
            <p:ph type="title"/>
          </p:nvPr>
        </p:nvSpPr>
        <p:spPr>
          <a:xfrm>
            <a:off x="609600" y="122239"/>
            <a:ext cx="10058400" cy="858837"/>
          </a:xfr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334434" y="981076"/>
            <a:ext cx="11523133" cy="26590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334434" y="3792538"/>
            <a:ext cx="11523133" cy="266065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a:xfrm>
            <a:off x="609600" y="6453188"/>
            <a:ext cx="2844800" cy="252412"/>
          </a:xfrm>
        </p:spPr>
        <p:txBody>
          <a:bodyPr/>
          <a:lstStyle>
            <a:lvl1pPr>
              <a:defRPr/>
            </a:lvl1pPr>
          </a:lstStyle>
          <a:p>
            <a:endParaRPr lang="en-US" altLang="zh-CN">
              <a:solidFill>
                <a:srgbClr val="FFFF66"/>
              </a:solidFill>
            </a:endParaRPr>
          </a:p>
        </p:txBody>
      </p:sp>
      <p:sp>
        <p:nvSpPr>
          <p:cNvPr id="6" name="页脚占位符 5"/>
          <p:cNvSpPr>
            <a:spLocks noGrp="1"/>
          </p:cNvSpPr>
          <p:nvPr>
            <p:ph type="ftr" sz="quarter" idx="11"/>
          </p:nvPr>
        </p:nvSpPr>
        <p:spPr>
          <a:xfrm>
            <a:off x="4165600" y="6453188"/>
            <a:ext cx="3860800" cy="252412"/>
          </a:xfrm>
        </p:spPr>
        <p:txBody>
          <a:bodyPr/>
          <a:lstStyle>
            <a:lvl1pPr>
              <a:defRPr/>
            </a:lvl1pPr>
          </a:lstStyle>
          <a:p>
            <a:endParaRPr lang="en-US" altLang="zh-CN">
              <a:solidFill>
                <a:srgbClr val="FFFF66"/>
              </a:solidFill>
            </a:endParaRPr>
          </a:p>
        </p:txBody>
      </p:sp>
      <p:sp>
        <p:nvSpPr>
          <p:cNvPr id="7" name="灯片编号占位符 6"/>
          <p:cNvSpPr>
            <a:spLocks noGrp="1"/>
          </p:cNvSpPr>
          <p:nvPr>
            <p:ph type="sldNum" sz="quarter" idx="12"/>
          </p:nvPr>
        </p:nvSpPr>
        <p:spPr>
          <a:xfrm>
            <a:off x="9203267" y="6489701"/>
            <a:ext cx="2844800" cy="252413"/>
          </a:xfrm>
        </p:spPr>
        <p:txBody>
          <a:bodyPr/>
          <a:lstStyle>
            <a:lvl1pPr>
              <a:defRPr/>
            </a:lvl1pPr>
          </a:lstStyle>
          <a:p>
            <a:fld id="{8E431CDB-2883-498D-A682-DB6A869F556A}" type="slidenum">
              <a:rPr lang="en-US" altLang="zh-CN">
                <a:solidFill>
                  <a:srgbClr val="FFFF66"/>
                </a:solidFill>
              </a:rPr>
              <a:pPr/>
              <a:t>‹#›</a:t>
            </a:fld>
            <a:endParaRPr lang="en-US" altLang="zh-CN">
              <a:solidFill>
                <a:srgbClr val="FFFF66"/>
              </a:solidFill>
            </a:endParaRPr>
          </a:p>
        </p:txBody>
      </p:sp>
    </p:spTree>
    <p:extLst>
      <p:ext uri="{BB962C8B-B14F-4D97-AF65-F5344CB8AC3E}">
        <p14:creationId xmlns:p14="http://schemas.microsoft.com/office/powerpoint/2010/main" val="96405990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22239"/>
            <a:ext cx="10058400" cy="858837"/>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334434" y="981075"/>
            <a:ext cx="5659967" cy="547211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6197601" y="981076"/>
            <a:ext cx="5659967" cy="26590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6197601" y="3792538"/>
            <a:ext cx="5659967" cy="266065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日期占位符 5"/>
          <p:cNvSpPr>
            <a:spLocks noGrp="1"/>
          </p:cNvSpPr>
          <p:nvPr>
            <p:ph type="dt" sz="half" idx="10"/>
          </p:nvPr>
        </p:nvSpPr>
        <p:spPr>
          <a:xfrm>
            <a:off x="609600" y="6453188"/>
            <a:ext cx="2844800" cy="252412"/>
          </a:xfrm>
        </p:spPr>
        <p:txBody>
          <a:bodyPr/>
          <a:lstStyle>
            <a:lvl1pPr>
              <a:defRPr/>
            </a:lvl1pPr>
          </a:lstStyle>
          <a:p>
            <a:endParaRPr lang="en-US" altLang="zh-CN">
              <a:solidFill>
                <a:srgbClr val="FFFF66"/>
              </a:solidFill>
            </a:endParaRPr>
          </a:p>
        </p:txBody>
      </p:sp>
      <p:sp>
        <p:nvSpPr>
          <p:cNvPr id="7" name="页脚占位符 6"/>
          <p:cNvSpPr>
            <a:spLocks noGrp="1"/>
          </p:cNvSpPr>
          <p:nvPr>
            <p:ph type="ftr" sz="quarter" idx="11"/>
          </p:nvPr>
        </p:nvSpPr>
        <p:spPr>
          <a:xfrm>
            <a:off x="4165600" y="6453188"/>
            <a:ext cx="3860800" cy="252412"/>
          </a:xfrm>
        </p:spPr>
        <p:txBody>
          <a:bodyPr/>
          <a:lstStyle>
            <a:lvl1pPr>
              <a:defRPr/>
            </a:lvl1pPr>
          </a:lstStyle>
          <a:p>
            <a:endParaRPr lang="en-US" altLang="zh-CN">
              <a:solidFill>
                <a:srgbClr val="FFFF66"/>
              </a:solidFill>
            </a:endParaRPr>
          </a:p>
        </p:txBody>
      </p:sp>
      <p:sp>
        <p:nvSpPr>
          <p:cNvPr id="8" name="灯片编号占位符 7"/>
          <p:cNvSpPr>
            <a:spLocks noGrp="1"/>
          </p:cNvSpPr>
          <p:nvPr>
            <p:ph type="sldNum" sz="quarter" idx="12"/>
          </p:nvPr>
        </p:nvSpPr>
        <p:spPr>
          <a:xfrm>
            <a:off x="9203267" y="6489701"/>
            <a:ext cx="2844800" cy="252413"/>
          </a:xfrm>
        </p:spPr>
        <p:txBody>
          <a:bodyPr/>
          <a:lstStyle>
            <a:lvl1pPr>
              <a:defRPr/>
            </a:lvl1pPr>
          </a:lstStyle>
          <a:p>
            <a:fld id="{A268E265-8EE9-496D-BD35-3811849A603C}" type="slidenum">
              <a:rPr lang="en-US" altLang="zh-CN">
                <a:solidFill>
                  <a:srgbClr val="FFFF66"/>
                </a:solidFill>
              </a:rPr>
              <a:pPr/>
              <a:t>‹#›</a:t>
            </a:fld>
            <a:endParaRPr lang="en-US" altLang="zh-CN">
              <a:solidFill>
                <a:srgbClr val="FFFF66"/>
              </a:solidFill>
            </a:endParaRPr>
          </a:p>
        </p:txBody>
      </p:sp>
    </p:spTree>
    <p:extLst>
      <p:ext uri="{BB962C8B-B14F-4D97-AF65-F5344CB8AC3E}">
        <p14:creationId xmlns:p14="http://schemas.microsoft.com/office/powerpoint/2010/main" val="3151032727"/>
      </p:ext>
    </p:extLst>
  </p:cSld>
  <p:clrMapOvr>
    <a:masterClrMapping/>
  </p:clrMapOvr>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type="objAndTx" preserve="1">
  <p:cSld name="标题，内容与文本">
    <p:spTree>
      <p:nvGrpSpPr>
        <p:cNvPr id="1" name=""/>
        <p:cNvGrpSpPr/>
        <p:nvPr/>
      </p:nvGrpSpPr>
      <p:grpSpPr>
        <a:xfrm>
          <a:off x="0" y="0"/>
          <a:ext cx="0" cy="0"/>
          <a:chOff x="0" y="0"/>
          <a:chExt cx="0" cy="0"/>
        </a:xfrm>
      </p:grpSpPr>
      <p:sp>
        <p:nvSpPr>
          <p:cNvPr id="2" name="标题 1"/>
          <p:cNvSpPr>
            <a:spLocks noGrp="1"/>
          </p:cNvSpPr>
          <p:nvPr>
            <p:ph type="title"/>
          </p:nvPr>
        </p:nvSpPr>
        <p:spPr>
          <a:xfrm>
            <a:off x="609600" y="122239"/>
            <a:ext cx="10058400" cy="858837"/>
          </a:xfr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334434" y="981075"/>
            <a:ext cx="5659967" cy="547211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197601" y="981075"/>
            <a:ext cx="5659967" cy="547211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a:xfrm>
            <a:off x="609600" y="6453188"/>
            <a:ext cx="2844800" cy="252412"/>
          </a:xfrm>
        </p:spPr>
        <p:txBody>
          <a:bodyPr/>
          <a:lstStyle>
            <a:lvl1pPr>
              <a:defRPr/>
            </a:lvl1pPr>
          </a:lstStyle>
          <a:p>
            <a:endParaRPr lang="en-US" altLang="zh-CN">
              <a:solidFill>
                <a:srgbClr val="FFFF66"/>
              </a:solidFill>
            </a:endParaRPr>
          </a:p>
        </p:txBody>
      </p:sp>
      <p:sp>
        <p:nvSpPr>
          <p:cNvPr id="6" name="页脚占位符 5"/>
          <p:cNvSpPr>
            <a:spLocks noGrp="1"/>
          </p:cNvSpPr>
          <p:nvPr>
            <p:ph type="ftr" sz="quarter" idx="11"/>
          </p:nvPr>
        </p:nvSpPr>
        <p:spPr>
          <a:xfrm>
            <a:off x="4165600" y="6453188"/>
            <a:ext cx="3860800" cy="252412"/>
          </a:xfrm>
        </p:spPr>
        <p:txBody>
          <a:bodyPr/>
          <a:lstStyle>
            <a:lvl1pPr>
              <a:defRPr/>
            </a:lvl1pPr>
          </a:lstStyle>
          <a:p>
            <a:endParaRPr lang="en-US" altLang="zh-CN">
              <a:solidFill>
                <a:srgbClr val="FFFF66"/>
              </a:solidFill>
            </a:endParaRPr>
          </a:p>
        </p:txBody>
      </p:sp>
      <p:sp>
        <p:nvSpPr>
          <p:cNvPr id="7" name="灯片编号占位符 6"/>
          <p:cNvSpPr>
            <a:spLocks noGrp="1"/>
          </p:cNvSpPr>
          <p:nvPr>
            <p:ph type="sldNum" sz="quarter" idx="12"/>
          </p:nvPr>
        </p:nvSpPr>
        <p:spPr>
          <a:xfrm>
            <a:off x="9203267" y="6489701"/>
            <a:ext cx="2844800" cy="252413"/>
          </a:xfrm>
        </p:spPr>
        <p:txBody>
          <a:bodyPr/>
          <a:lstStyle>
            <a:lvl1pPr>
              <a:defRPr/>
            </a:lvl1pPr>
          </a:lstStyle>
          <a:p>
            <a:fld id="{0648895C-B952-4267-AF29-20AB1E08D80B}" type="slidenum">
              <a:rPr lang="en-US" altLang="zh-CN">
                <a:solidFill>
                  <a:srgbClr val="FFFF66"/>
                </a:solidFill>
              </a:rPr>
              <a:pPr/>
              <a:t>‹#›</a:t>
            </a:fld>
            <a:endParaRPr lang="en-US" altLang="zh-CN">
              <a:solidFill>
                <a:srgbClr val="FFFF66"/>
              </a:solidFill>
            </a:endParaRPr>
          </a:p>
        </p:txBody>
      </p:sp>
    </p:spTree>
    <p:extLst>
      <p:ext uri="{BB962C8B-B14F-4D97-AF65-F5344CB8AC3E}">
        <p14:creationId xmlns:p14="http://schemas.microsoft.com/office/powerpoint/2010/main" val="3915654211"/>
      </p:ext>
    </p:extLst>
  </p:cSld>
  <p:clrMapOvr>
    <a:masterClrMapping/>
  </p:clrMapOvr>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22239"/>
            <a:ext cx="10058400" cy="858837"/>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334434" y="981075"/>
            <a:ext cx="5659967" cy="547211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97601" y="981075"/>
            <a:ext cx="5659967" cy="547211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a:xfrm>
            <a:off x="609600" y="6453188"/>
            <a:ext cx="2844800" cy="252412"/>
          </a:xfrm>
        </p:spPr>
        <p:txBody>
          <a:bodyPr/>
          <a:lstStyle>
            <a:lvl1pPr>
              <a:defRPr/>
            </a:lvl1pPr>
          </a:lstStyle>
          <a:p>
            <a:endParaRPr lang="en-US" altLang="zh-CN">
              <a:solidFill>
                <a:srgbClr val="FFFF66"/>
              </a:solidFill>
            </a:endParaRPr>
          </a:p>
        </p:txBody>
      </p:sp>
      <p:sp>
        <p:nvSpPr>
          <p:cNvPr id="6" name="页脚占位符 5"/>
          <p:cNvSpPr>
            <a:spLocks noGrp="1"/>
          </p:cNvSpPr>
          <p:nvPr>
            <p:ph type="ftr" sz="quarter" idx="11"/>
          </p:nvPr>
        </p:nvSpPr>
        <p:spPr>
          <a:xfrm>
            <a:off x="4165600" y="6453188"/>
            <a:ext cx="3860800" cy="252412"/>
          </a:xfrm>
        </p:spPr>
        <p:txBody>
          <a:bodyPr/>
          <a:lstStyle>
            <a:lvl1pPr>
              <a:defRPr/>
            </a:lvl1pPr>
          </a:lstStyle>
          <a:p>
            <a:endParaRPr lang="en-US" altLang="zh-CN">
              <a:solidFill>
                <a:srgbClr val="FFFF66"/>
              </a:solidFill>
            </a:endParaRPr>
          </a:p>
        </p:txBody>
      </p:sp>
      <p:sp>
        <p:nvSpPr>
          <p:cNvPr id="7" name="灯片编号占位符 6"/>
          <p:cNvSpPr>
            <a:spLocks noGrp="1"/>
          </p:cNvSpPr>
          <p:nvPr>
            <p:ph type="sldNum" sz="quarter" idx="12"/>
          </p:nvPr>
        </p:nvSpPr>
        <p:spPr>
          <a:xfrm>
            <a:off x="9203267" y="6489701"/>
            <a:ext cx="2844800" cy="252413"/>
          </a:xfrm>
        </p:spPr>
        <p:txBody>
          <a:bodyPr/>
          <a:lstStyle>
            <a:lvl1pPr>
              <a:defRPr/>
            </a:lvl1pPr>
          </a:lstStyle>
          <a:p>
            <a:fld id="{C63F3E33-8CFD-4753-9383-87EAA3B93554}" type="slidenum">
              <a:rPr lang="en-US" altLang="zh-CN">
                <a:solidFill>
                  <a:srgbClr val="FFFF66"/>
                </a:solidFill>
              </a:rPr>
              <a:pPr/>
              <a:t>‹#›</a:t>
            </a:fld>
            <a:endParaRPr lang="en-US" altLang="zh-CN">
              <a:solidFill>
                <a:srgbClr val="FFFF66"/>
              </a:solidFill>
            </a:endParaRPr>
          </a:p>
        </p:txBody>
      </p:sp>
    </p:spTree>
    <p:extLst>
      <p:ext uri="{BB962C8B-B14F-4D97-AF65-F5344CB8AC3E}">
        <p14:creationId xmlns:p14="http://schemas.microsoft.com/office/powerpoint/2010/main" val="3203706450"/>
      </p:ext>
    </p:extLst>
  </p:cSld>
  <p:clrMapOvr>
    <a:masterClrMapping/>
  </p:clrMapOvr>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type="txOverObj" preserve="1">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a:xfrm>
            <a:off x="609600" y="122239"/>
            <a:ext cx="10058400" cy="858837"/>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334434" y="981076"/>
            <a:ext cx="11523133" cy="26590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334434" y="3792538"/>
            <a:ext cx="11523133" cy="266065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a:xfrm>
            <a:off x="609600" y="6453188"/>
            <a:ext cx="2844800" cy="252412"/>
          </a:xfrm>
        </p:spPr>
        <p:txBody>
          <a:bodyPr/>
          <a:lstStyle>
            <a:lvl1pPr>
              <a:defRPr/>
            </a:lvl1pPr>
          </a:lstStyle>
          <a:p>
            <a:endParaRPr lang="en-US" altLang="zh-CN">
              <a:solidFill>
                <a:srgbClr val="FFFF66"/>
              </a:solidFill>
            </a:endParaRPr>
          </a:p>
        </p:txBody>
      </p:sp>
      <p:sp>
        <p:nvSpPr>
          <p:cNvPr id="6" name="页脚占位符 5"/>
          <p:cNvSpPr>
            <a:spLocks noGrp="1"/>
          </p:cNvSpPr>
          <p:nvPr>
            <p:ph type="ftr" sz="quarter" idx="11"/>
          </p:nvPr>
        </p:nvSpPr>
        <p:spPr>
          <a:xfrm>
            <a:off x="4165600" y="6453188"/>
            <a:ext cx="3860800" cy="252412"/>
          </a:xfrm>
        </p:spPr>
        <p:txBody>
          <a:bodyPr/>
          <a:lstStyle>
            <a:lvl1pPr>
              <a:defRPr/>
            </a:lvl1pPr>
          </a:lstStyle>
          <a:p>
            <a:endParaRPr lang="en-US" altLang="zh-CN">
              <a:solidFill>
                <a:srgbClr val="FFFF66"/>
              </a:solidFill>
            </a:endParaRPr>
          </a:p>
        </p:txBody>
      </p:sp>
      <p:sp>
        <p:nvSpPr>
          <p:cNvPr id="7" name="灯片编号占位符 6"/>
          <p:cNvSpPr>
            <a:spLocks noGrp="1"/>
          </p:cNvSpPr>
          <p:nvPr>
            <p:ph type="sldNum" sz="quarter" idx="12"/>
          </p:nvPr>
        </p:nvSpPr>
        <p:spPr>
          <a:xfrm>
            <a:off x="9203267" y="6489701"/>
            <a:ext cx="2844800" cy="252413"/>
          </a:xfrm>
        </p:spPr>
        <p:txBody>
          <a:bodyPr/>
          <a:lstStyle>
            <a:lvl1pPr>
              <a:defRPr/>
            </a:lvl1pPr>
          </a:lstStyle>
          <a:p>
            <a:fld id="{59CB732B-B811-43FF-AE6F-7861E5DFCD38}" type="slidenum">
              <a:rPr lang="en-US" altLang="zh-CN">
                <a:solidFill>
                  <a:srgbClr val="FFFF66"/>
                </a:solidFill>
              </a:rPr>
              <a:pPr/>
              <a:t>‹#›</a:t>
            </a:fld>
            <a:endParaRPr lang="en-US" altLang="zh-CN">
              <a:solidFill>
                <a:srgbClr val="FFFF66"/>
              </a:solidFill>
            </a:endParaRPr>
          </a:p>
        </p:txBody>
      </p:sp>
    </p:spTree>
    <p:extLst>
      <p:ext uri="{BB962C8B-B14F-4D97-AF65-F5344CB8AC3E}">
        <p14:creationId xmlns:p14="http://schemas.microsoft.com/office/powerpoint/2010/main" val="1145883865"/>
      </p:ext>
    </p:extLst>
  </p:cSld>
  <p:clrMapOvr>
    <a:masterClrMapping/>
  </p:clrMapOvr>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6146" name="Line 2"/>
          <p:cNvSpPr>
            <a:spLocks noChangeShapeType="1"/>
          </p:cNvSpPr>
          <p:nvPr/>
        </p:nvSpPr>
        <p:spPr bwMode="auto">
          <a:xfrm>
            <a:off x="9753600" y="1066800"/>
            <a:ext cx="0" cy="449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47" name="Rectangle 3"/>
          <p:cNvSpPr>
            <a:spLocks noGrp="1" noChangeArrowheads="1"/>
          </p:cNvSpPr>
          <p:nvPr>
            <p:ph type="ctrTitle"/>
          </p:nvPr>
        </p:nvSpPr>
        <p:spPr>
          <a:xfrm>
            <a:off x="421217" y="466725"/>
            <a:ext cx="9042400" cy="2133600"/>
          </a:xfrm>
        </p:spPr>
        <p:txBody>
          <a:bodyPr/>
          <a:lstStyle>
            <a:lvl1pPr algn="r">
              <a:defRPr sz="5000"/>
            </a:lvl1pPr>
          </a:lstStyle>
          <a:p>
            <a:pPr lvl="0"/>
            <a:r>
              <a:rPr lang="en-US" altLang="zh-CN" noProof="0" smtClean="0"/>
              <a:t>Click to edit Master title style</a:t>
            </a:r>
          </a:p>
        </p:txBody>
      </p:sp>
      <p:sp>
        <p:nvSpPr>
          <p:cNvPr id="6148" name="Rectangle 4"/>
          <p:cNvSpPr>
            <a:spLocks noGrp="1" noChangeArrowheads="1"/>
          </p:cNvSpPr>
          <p:nvPr>
            <p:ph type="subTitle" idx="1"/>
          </p:nvPr>
        </p:nvSpPr>
        <p:spPr>
          <a:xfrm>
            <a:off x="1132417" y="3049588"/>
            <a:ext cx="8331200" cy="2362200"/>
          </a:xfrm>
        </p:spPr>
        <p:txBody>
          <a:bodyPr/>
          <a:lstStyle>
            <a:lvl1pPr marL="0" indent="0" algn="r">
              <a:buFont typeface="Wingdings" panose="05000000000000000000" pitchFamily="2" charset="2"/>
              <a:buNone/>
              <a:defRPr sz="3400"/>
            </a:lvl1pPr>
          </a:lstStyle>
          <a:p>
            <a:pPr lvl="0"/>
            <a:r>
              <a:rPr lang="en-US" altLang="zh-CN" noProof="0" smtClean="0"/>
              <a:t>Click to edit Master subtitle style</a:t>
            </a:r>
          </a:p>
        </p:txBody>
      </p:sp>
      <p:sp>
        <p:nvSpPr>
          <p:cNvPr id="6149" name="Rectangle 5"/>
          <p:cNvSpPr>
            <a:spLocks noGrp="1" noChangeArrowheads="1"/>
          </p:cNvSpPr>
          <p:nvPr>
            <p:ph type="dt" sz="half" idx="2"/>
          </p:nvPr>
        </p:nvSpPr>
        <p:spPr>
          <a:xfrm>
            <a:off x="609600" y="6248400"/>
            <a:ext cx="2844800" cy="457200"/>
          </a:xfrm>
        </p:spPr>
        <p:txBody>
          <a:bodyPr/>
          <a:lstStyle>
            <a:lvl1pPr>
              <a:defRPr/>
            </a:lvl1pPr>
          </a:lstStyle>
          <a:p>
            <a:endParaRPr lang="en-US" altLang="zh-CN">
              <a:solidFill>
                <a:srgbClr val="FFFF66"/>
              </a:solidFill>
            </a:endParaRPr>
          </a:p>
        </p:txBody>
      </p:sp>
      <p:sp>
        <p:nvSpPr>
          <p:cNvPr id="6150" name="Rectangle 6"/>
          <p:cNvSpPr>
            <a:spLocks noGrp="1" noChangeArrowheads="1"/>
          </p:cNvSpPr>
          <p:nvPr>
            <p:ph type="ftr" sz="quarter" idx="3"/>
          </p:nvPr>
        </p:nvSpPr>
        <p:spPr>
          <a:xfrm>
            <a:off x="4165600" y="6248400"/>
            <a:ext cx="3860800" cy="457200"/>
          </a:xfrm>
        </p:spPr>
        <p:txBody>
          <a:bodyPr/>
          <a:lstStyle>
            <a:lvl1pPr>
              <a:defRPr/>
            </a:lvl1pPr>
          </a:lstStyle>
          <a:p>
            <a:endParaRPr lang="en-US" altLang="zh-CN">
              <a:solidFill>
                <a:srgbClr val="FFFF66"/>
              </a:solidFill>
            </a:endParaRPr>
          </a:p>
        </p:txBody>
      </p:sp>
      <p:sp>
        <p:nvSpPr>
          <p:cNvPr id="6151" name="Rectangle 7"/>
          <p:cNvSpPr>
            <a:spLocks noGrp="1" noChangeArrowheads="1"/>
          </p:cNvSpPr>
          <p:nvPr>
            <p:ph type="sldNum" sz="quarter" idx="4"/>
          </p:nvPr>
        </p:nvSpPr>
        <p:spPr>
          <a:xfrm>
            <a:off x="8737600" y="6248400"/>
            <a:ext cx="2844800" cy="457200"/>
          </a:xfrm>
        </p:spPr>
        <p:txBody>
          <a:bodyPr/>
          <a:lstStyle>
            <a:lvl1pPr>
              <a:defRPr/>
            </a:lvl1pPr>
          </a:lstStyle>
          <a:p>
            <a:fld id="{ECECA0CB-3403-4466-995B-8DF8662D85CD}" type="slidenum">
              <a:rPr lang="en-US" altLang="zh-CN">
                <a:solidFill>
                  <a:srgbClr val="FFFF66"/>
                </a:solidFill>
              </a:rPr>
              <a:pPr/>
              <a:t>‹#›</a:t>
            </a:fld>
            <a:endParaRPr lang="en-US" altLang="zh-CN">
              <a:solidFill>
                <a:srgbClr val="FFFF66"/>
              </a:solidFill>
            </a:endParaRPr>
          </a:p>
        </p:txBody>
      </p:sp>
      <p:grpSp>
        <p:nvGrpSpPr>
          <p:cNvPr id="6152" name="Group 8"/>
          <p:cNvGrpSpPr>
            <a:grpSpLocks/>
          </p:cNvGrpSpPr>
          <p:nvPr/>
        </p:nvGrpSpPr>
        <p:grpSpPr bwMode="auto">
          <a:xfrm>
            <a:off x="9990667" y="2992438"/>
            <a:ext cx="1784351" cy="2189162"/>
            <a:chOff x="4704" y="1885"/>
            <a:chExt cx="843" cy="1379"/>
          </a:xfrm>
        </p:grpSpPr>
        <p:sp>
          <p:nvSpPr>
            <p:cNvPr id="6153" name="Oval 9"/>
            <p:cNvSpPr>
              <a:spLocks noChangeArrowheads="1"/>
            </p:cNvSpPr>
            <p:nvPr/>
          </p:nvSpPr>
          <p:spPr bwMode="auto">
            <a:xfrm>
              <a:off x="4704"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54" name="Oval 10"/>
            <p:cNvSpPr>
              <a:spLocks noChangeArrowheads="1"/>
            </p:cNvSpPr>
            <p:nvPr/>
          </p:nvSpPr>
          <p:spPr bwMode="auto">
            <a:xfrm>
              <a:off x="4883"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55" name="Oval 11"/>
            <p:cNvSpPr>
              <a:spLocks noChangeArrowheads="1"/>
            </p:cNvSpPr>
            <p:nvPr/>
          </p:nvSpPr>
          <p:spPr bwMode="auto">
            <a:xfrm>
              <a:off x="5062"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56" name="Oval 12"/>
            <p:cNvSpPr>
              <a:spLocks noChangeArrowheads="1"/>
            </p:cNvSpPr>
            <p:nvPr/>
          </p:nvSpPr>
          <p:spPr bwMode="auto">
            <a:xfrm>
              <a:off x="4704"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57" name="Oval 13"/>
            <p:cNvSpPr>
              <a:spLocks noChangeArrowheads="1"/>
            </p:cNvSpPr>
            <p:nvPr/>
          </p:nvSpPr>
          <p:spPr bwMode="auto">
            <a:xfrm>
              <a:off x="4883"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58" name="Oval 14"/>
            <p:cNvSpPr>
              <a:spLocks noChangeArrowheads="1"/>
            </p:cNvSpPr>
            <p:nvPr/>
          </p:nvSpPr>
          <p:spPr bwMode="auto">
            <a:xfrm>
              <a:off x="5062"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59" name="Oval 15"/>
            <p:cNvSpPr>
              <a:spLocks noChangeArrowheads="1"/>
            </p:cNvSpPr>
            <p:nvPr/>
          </p:nvSpPr>
          <p:spPr bwMode="auto">
            <a:xfrm>
              <a:off x="5241" y="2064"/>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60" name="Oval 16"/>
            <p:cNvSpPr>
              <a:spLocks noChangeArrowheads="1"/>
            </p:cNvSpPr>
            <p:nvPr/>
          </p:nvSpPr>
          <p:spPr bwMode="auto">
            <a:xfrm>
              <a:off x="4704" y="2243"/>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61" name="Oval 17"/>
            <p:cNvSpPr>
              <a:spLocks noChangeArrowheads="1"/>
            </p:cNvSpPr>
            <p:nvPr/>
          </p:nvSpPr>
          <p:spPr bwMode="auto">
            <a:xfrm>
              <a:off x="4883" y="2243"/>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62" name="Oval 18"/>
            <p:cNvSpPr>
              <a:spLocks noChangeArrowheads="1"/>
            </p:cNvSpPr>
            <p:nvPr/>
          </p:nvSpPr>
          <p:spPr bwMode="auto">
            <a:xfrm>
              <a:off x="5062" y="2243"/>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63" name="Oval 19"/>
            <p:cNvSpPr>
              <a:spLocks noChangeArrowheads="1"/>
            </p:cNvSpPr>
            <p:nvPr/>
          </p:nvSpPr>
          <p:spPr bwMode="auto">
            <a:xfrm>
              <a:off x="5241" y="2243"/>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64" name="Oval 20"/>
            <p:cNvSpPr>
              <a:spLocks noChangeArrowheads="1"/>
            </p:cNvSpPr>
            <p:nvPr/>
          </p:nvSpPr>
          <p:spPr bwMode="auto">
            <a:xfrm>
              <a:off x="5420" y="2243"/>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65" name="Oval 21"/>
            <p:cNvSpPr>
              <a:spLocks noChangeArrowheads="1"/>
            </p:cNvSpPr>
            <p:nvPr/>
          </p:nvSpPr>
          <p:spPr bwMode="auto">
            <a:xfrm>
              <a:off x="4704" y="2421"/>
              <a:ext cx="127" cy="128"/>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66" name="Oval 22"/>
            <p:cNvSpPr>
              <a:spLocks noChangeArrowheads="1"/>
            </p:cNvSpPr>
            <p:nvPr/>
          </p:nvSpPr>
          <p:spPr bwMode="auto">
            <a:xfrm>
              <a:off x="4883" y="2421"/>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67" name="Oval 23"/>
            <p:cNvSpPr>
              <a:spLocks noChangeArrowheads="1"/>
            </p:cNvSpPr>
            <p:nvPr/>
          </p:nvSpPr>
          <p:spPr bwMode="auto">
            <a:xfrm>
              <a:off x="5062" y="2421"/>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68" name="Oval 24"/>
            <p:cNvSpPr>
              <a:spLocks noChangeArrowheads="1"/>
            </p:cNvSpPr>
            <p:nvPr/>
          </p:nvSpPr>
          <p:spPr bwMode="auto">
            <a:xfrm>
              <a:off x="5241" y="2421"/>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69" name="Oval 25"/>
            <p:cNvSpPr>
              <a:spLocks noChangeArrowheads="1"/>
            </p:cNvSpPr>
            <p:nvPr/>
          </p:nvSpPr>
          <p:spPr bwMode="auto">
            <a:xfrm>
              <a:off x="4704" y="2600"/>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70" name="Oval 26"/>
            <p:cNvSpPr>
              <a:spLocks noChangeArrowheads="1"/>
            </p:cNvSpPr>
            <p:nvPr/>
          </p:nvSpPr>
          <p:spPr bwMode="auto">
            <a:xfrm>
              <a:off x="4883" y="2600"/>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71" name="Oval 27"/>
            <p:cNvSpPr>
              <a:spLocks noChangeArrowheads="1"/>
            </p:cNvSpPr>
            <p:nvPr/>
          </p:nvSpPr>
          <p:spPr bwMode="auto">
            <a:xfrm>
              <a:off x="5062" y="2600"/>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72" name="Oval 28"/>
            <p:cNvSpPr>
              <a:spLocks noChangeArrowheads="1"/>
            </p:cNvSpPr>
            <p:nvPr/>
          </p:nvSpPr>
          <p:spPr bwMode="auto">
            <a:xfrm>
              <a:off x="5241" y="2600"/>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73" name="Oval 29"/>
            <p:cNvSpPr>
              <a:spLocks noChangeArrowheads="1"/>
            </p:cNvSpPr>
            <p:nvPr/>
          </p:nvSpPr>
          <p:spPr bwMode="auto">
            <a:xfrm>
              <a:off x="5420" y="2600"/>
              <a:ext cx="127" cy="128"/>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74" name="Oval 30"/>
            <p:cNvSpPr>
              <a:spLocks noChangeArrowheads="1"/>
            </p:cNvSpPr>
            <p:nvPr/>
          </p:nvSpPr>
          <p:spPr bwMode="auto">
            <a:xfrm>
              <a:off x="4704" y="2779"/>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75" name="Oval 31"/>
            <p:cNvSpPr>
              <a:spLocks noChangeArrowheads="1"/>
            </p:cNvSpPr>
            <p:nvPr/>
          </p:nvSpPr>
          <p:spPr bwMode="auto">
            <a:xfrm>
              <a:off x="4883" y="2779"/>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76" name="Oval 32"/>
            <p:cNvSpPr>
              <a:spLocks noChangeArrowheads="1"/>
            </p:cNvSpPr>
            <p:nvPr/>
          </p:nvSpPr>
          <p:spPr bwMode="auto">
            <a:xfrm>
              <a:off x="5062" y="2779"/>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77" name="Oval 33"/>
            <p:cNvSpPr>
              <a:spLocks noChangeArrowheads="1"/>
            </p:cNvSpPr>
            <p:nvPr/>
          </p:nvSpPr>
          <p:spPr bwMode="auto">
            <a:xfrm>
              <a:off x="5241" y="2779"/>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78" name="Oval 34"/>
            <p:cNvSpPr>
              <a:spLocks noChangeArrowheads="1"/>
            </p:cNvSpPr>
            <p:nvPr/>
          </p:nvSpPr>
          <p:spPr bwMode="auto">
            <a:xfrm>
              <a:off x="4704" y="2958"/>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79" name="Oval 35"/>
            <p:cNvSpPr>
              <a:spLocks noChangeArrowheads="1"/>
            </p:cNvSpPr>
            <p:nvPr/>
          </p:nvSpPr>
          <p:spPr bwMode="auto">
            <a:xfrm>
              <a:off x="4883" y="2958"/>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80" name="Oval 36"/>
            <p:cNvSpPr>
              <a:spLocks noChangeArrowheads="1"/>
            </p:cNvSpPr>
            <p:nvPr/>
          </p:nvSpPr>
          <p:spPr bwMode="auto">
            <a:xfrm>
              <a:off x="5062" y="2958"/>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81" name="Oval 37"/>
            <p:cNvSpPr>
              <a:spLocks noChangeArrowheads="1"/>
            </p:cNvSpPr>
            <p:nvPr/>
          </p:nvSpPr>
          <p:spPr bwMode="auto">
            <a:xfrm>
              <a:off x="5241" y="2958"/>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82" name="Oval 38"/>
            <p:cNvSpPr>
              <a:spLocks noChangeArrowheads="1"/>
            </p:cNvSpPr>
            <p:nvPr/>
          </p:nvSpPr>
          <p:spPr bwMode="auto">
            <a:xfrm>
              <a:off x="4883" y="3137"/>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83" name="Oval 39"/>
            <p:cNvSpPr>
              <a:spLocks noChangeArrowheads="1"/>
            </p:cNvSpPr>
            <p:nvPr/>
          </p:nvSpPr>
          <p:spPr bwMode="auto">
            <a:xfrm>
              <a:off x="5241" y="3137"/>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grpSp>
      <p:sp>
        <p:nvSpPr>
          <p:cNvPr id="6184" name="Line 40"/>
          <p:cNvSpPr>
            <a:spLocks noChangeShapeType="1"/>
          </p:cNvSpPr>
          <p:nvPr/>
        </p:nvSpPr>
        <p:spPr bwMode="auto">
          <a:xfrm>
            <a:off x="406400" y="2819400"/>
            <a:ext cx="10972800" cy="0"/>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Tree>
    <p:extLst>
      <p:ext uri="{BB962C8B-B14F-4D97-AF65-F5344CB8AC3E}">
        <p14:creationId xmlns:p14="http://schemas.microsoft.com/office/powerpoint/2010/main" val="319286313"/>
      </p:ext>
    </p:extLst>
  </p:cSld>
  <p:clrMapOvr>
    <a:masterClrMapping/>
  </p:clrMapOvr>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solidFill>
                <a:srgbClr val="FFFF66"/>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FFFF66"/>
              </a:solidFill>
            </a:endParaRPr>
          </a:p>
        </p:txBody>
      </p:sp>
      <p:sp>
        <p:nvSpPr>
          <p:cNvPr id="6" name="灯片编号占位符 5"/>
          <p:cNvSpPr>
            <a:spLocks noGrp="1"/>
          </p:cNvSpPr>
          <p:nvPr>
            <p:ph type="sldNum" sz="quarter" idx="12"/>
          </p:nvPr>
        </p:nvSpPr>
        <p:spPr/>
        <p:txBody>
          <a:bodyPr/>
          <a:lstStyle>
            <a:lvl1pPr>
              <a:defRPr/>
            </a:lvl1pPr>
          </a:lstStyle>
          <a:p>
            <a:fld id="{0DF417F7-DC4D-4FC6-9A4A-A143788C97EF}" type="slidenum">
              <a:rPr lang="en-US" altLang="zh-CN">
                <a:solidFill>
                  <a:srgbClr val="FFFF66"/>
                </a:solidFill>
              </a:rPr>
              <a:pPr/>
              <a:t>‹#›</a:t>
            </a:fld>
            <a:endParaRPr lang="en-US" altLang="zh-CN">
              <a:solidFill>
                <a:srgbClr val="FFFF66"/>
              </a:solidFill>
            </a:endParaRPr>
          </a:p>
        </p:txBody>
      </p:sp>
    </p:spTree>
    <p:extLst>
      <p:ext uri="{BB962C8B-B14F-4D97-AF65-F5344CB8AC3E}">
        <p14:creationId xmlns:p14="http://schemas.microsoft.com/office/powerpoint/2010/main" val="338314834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9"/>
            <a:ext cx="10515600" cy="2852737"/>
          </a:xfrm>
        </p:spPr>
        <p:txBody>
          <a:bodyPr/>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solidFill>
                <a:srgbClr val="FFFF66"/>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FFFF66"/>
              </a:solidFill>
            </a:endParaRPr>
          </a:p>
        </p:txBody>
      </p:sp>
      <p:sp>
        <p:nvSpPr>
          <p:cNvPr id="6" name="灯片编号占位符 5"/>
          <p:cNvSpPr>
            <a:spLocks noGrp="1"/>
          </p:cNvSpPr>
          <p:nvPr>
            <p:ph type="sldNum" sz="quarter" idx="12"/>
          </p:nvPr>
        </p:nvSpPr>
        <p:spPr/>
        <p:txBody>
          <a:bodyPr/>
          <a:lstStyle>
            <a:lvl1pPr>
              <a:defRPr/>
            </a:lvl1pPr>
          </a:lstStyle>
          <a:p>
            <a:fld id="{C8310A4A-FEDF-41D2-BF60-E6112B374BF7}" type="slidenum">
              <a:rPr lang="en-US" altLang="zh-CN">
                <a:solidFill>
                  <a:srgbClr val="FFFF66"/>
                </a:solidFill>
              </a:rPr>
              <a:pPr/>
              <a:t>‹#›</a:t>
            </a:fld>
            <a:endParaRPr lang="en-US" altLang="zh-CN">
              <a:solidFill>
                <a:srgbClr val="FFFF66"/>
              </a:solidFill>
            </a:endParaRPr>
          </a:p>
        </p:txBody>
      </p:sp>
    </p:spTree>
    <p:extLst>
      <p:ext uri="{BB962C8B-B14F-4D97-AF65-F5344CB8AC3E}">
        <p14:creationId xmlns:p14="http://schemas.microsoft.com/office/powerpoint/2010/main" val="29894954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334434" y="981075"/>
            <a:ext cx="5659967" cy="547211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97601" y="981075"/>
            <a:ext cx="5659967" cy="547211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endParaRPr lang="en-US" altLang="zh-CN">
              <a:solidFill>
                <a:srgbClr val="FFFF66"/>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FFFF66"/>
              </a:solidFill>
            </a:endParaRPr>
          </a:p>
        </p:txBody>
      </p:sp>
      <p:sp>
        <p:nvSpPr>
          <p:cNvPr id="7" name="灯片编号占位符 6"/>
          <p:cNvSpPr>
            <a:spLocks noGrp="1"/>
          </p:cNvSpPr>
          <p:nvPr>
            <p:ph type="sldNum" sz="quarter" idx="12"/>
          </p:nvPr>
        </p:nvSpPr>
        <p:spPr/>
        <p:txBody>
          <a:bodyPr/>
          <a:lstStyle>
            <a:lvl1pPr>
              <a:defRPr/>
            </a:lvl1pPr>
          </a:lstStyle>
          <a:p>
            <a:fld id="{D8926A3C-9A65-4465-B748-5538B9A78C93}" type="slidenum">
              <a:rPr lang="en-US" altLang="zh-CN">
                <a:solidFill>
                  <a:srgbClr val="FFFF66"/>
                </a:solidFill>
              </a:rPr>
              <a:pPr/>
              <a:t>‹#›</a:t>
            </a:fld>
            <a:endParaRPr lang="en-US" altLang="zh-CN">
              <a:solidFill>
                <a:srgbClr val="FFFF66"/>
              </a:solidFill>
            </a:endParaRPr>
          </a:p>
        </p:txBody>
      </p:sp>
    </p:spTree>
    <p:extLst>
      <p:ext uri="{BB962C8B-B14F-4D97-AF65-F5344CB8AC3E}">
        <p14:creationId xmlns:p14="http://schemas.microsoft.com/office/powerpoint/2010/main" val="346916049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40317" y="365126"/>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40318" y="2505075"/>
            <a:ext cx="5158316"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71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endParaRPr lang="en-US" altLang="zh-CN">
              <a:solidFill>
                <a:srgbClr val="FFFF66"/>
              </a:solidFill>
            </a:endParaRPr>
          </a:p>
        </p:txBody>
      </p:sp>
      <p:sp>
        <p:nvSpPr>
          <p:cNvPr id="8" name="页脚占位符 7"/>
          <p:cNvSpPr>
            <a:spLocks noGrp="1"/>
          </p:cNvSpPr>
          <p:nvPr>
            <p:ph type="ftr" sz="quarter" idx="11"/>
          </p:nvPr>
        </p:nvSpPr>
        <p:spPr/>
        <p:txBody>
          <a:bodyPr/>
          <a:lstStyle>
            <a:lvl1pPr>
              <a:defRPr/>
            </a:lvl1pPr>
          </a:lstStyle>
          <a:p>
            <a:endParaRPr lang="en-US" altLang="zh-CN">
              <a:solidFill>
                <a:srgbClr val="FFFF66"/>
              </a:solidFill>
            </a:endParaRPr>
          </a:p>
        </p:txBody>
      </p:sp>
      <p:sp>
        <p:nvSpPr>
          <p:cNvPr id="9" name="灯片编号占位符 8"/>
          <p:cNvSpPr>
            <a:spLocks noGrp="1"/>
          </p:cNvSpPr>
          <p:nvPr>
            <p:ph type="sldNum" sz="quarter" idx="12"/>
          </p:nvPr>
        </p:nvSpPr>
        <p:spPr/>
        <p:txBody>
          <a:bodyPr/>
          <a:lstStyle>
            <a:lvl1pPr>
              <a:defRPr/>
            </a:lvl1pPr>
          </a:lstStyle>
          <a:p>
            <a:fld id="{62AE3A43-2650-4DAD-A263-DE8EBD946AC1}" type="slidenum">
              <a:rPr lang="en-US" altLang="zh-CN">
                <a:solidFill>
                  <a:srgbClr val="FFFF66"/>
                </a:solidFill>
              </a:rPr>
              <a:pPr/>
              <a:t>‹#›</a:t>
            </a:fld>
            <a:endParaRPr lang="en-US" altLang="zh-CN">
              <a:solidFill>
                <a:srgbClr val="FFFF66"/>
              </a:solidFill>
            </a:endParaRPr>
          </a:p>
        </p:txBody>
      </p:sp>
    </p:spTree>
    <p:extLst>
      <p:ext uri="{BB962C8B-B14F-4D97-AF65-F5344CB8AC3E}">
        <p14:creationId xmlns:p14="http://schemas.microsoft.com/office/powerpoint/2010/main" val="573589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endParaRPr lang="en-US" altLang="zh-CN">
              <a:solidFill>
                <a:srgbClr val="FFFF66"/>
              </a:solidFill>
            </a:endParaRPr>
          </a:p>
        </p:txBody>
      </p:sp>
      <p:sp>
        <p:nvSpPr>
          <p:cNvPr id="4" name="页脚占位符 3"/>
          <p:cNvSpPr>
            <a:spLocks noGrp="1"/>
          </p:cNvSpPr>
          <p:nvPr>
            <p:ph type="ftr" sz="quarter" idx="11"/>
          </p:nvPr>
        </p:nvSpPr>
        <p:spPr/>
        <p:txBody>
          <a:bodyPr/>
          <a:lstStyle>
            <a:lvl1pPr>
              <a:defRPr/>
            </a:lvl1pPr>
          </a:lstStyle>
          <a:p>
            <a:endParaRPr lang="en-US" altLang="zh-CN">
              <a:solidFill>
                <a:srgbClr val="FFFF66"/>
              </a:solidFill>
            </a:endParaRPr>
          </a:p>
        </p:txBody>
      </p:sp>
      <p:sp>
        <p:nvSpPr>
          <p:cNvPr id="5" name="灯片编号占位符 4"/>
          <p:cNvSpPr>
            <a:spLocks noGrp="1"/>
          </p:cNvSpPr>
          <p:nvPr>
            <p:ph type="sldNum" sz="quarter" idx="12"/>
          </p:nvPr>
        </p:nvSpPr>
        <p:spPr/>
        <p:txBody>
          <a:bodyPr/>
          <a:lstStyle>
            <a:lvl1pPr>
              <a:defRPr/>
            </a:lvl1pPr>
          </a:lstStyle>
          <a:p>
            <a:fld id="{34CE085D-FDF0-4913-894C-E6D3A82B6E59}" type="slidenum">
              <a:rPr lang="en-US" altLang="zh-CN">
                <a:solidFill>
                  <a:srgbClr val="FFFF66"/>
                </a:solidFill>
              </a:rPr>
              <a:pPr/>
              <a:t>‹#›</a:t>
            </a:fld>
            <a:endParaRPr lang="en-US" altLang="zh-CN">
              <a:solidFill>
                <a:srgbClr val="FFFF66"/>
              </a:solidFill>
            </a:endParaRPr>
          </a:p>
        </p:txBody>
      </p:sp>
    </p:spTree>
    <p:extLst>
      <p:ext uri="{BB962C8B-B14F-4D97-AF65-F5344CB8AC3E}">
        <p14:creationId xmlns:p14="http://schemas.microsoft.com/office/powerpoint/2010/main" val="249579167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solidFill>
                <a:srgbClr val="FFFF66"/>
              </a:solidFill>
            </a:endParaRPr>
          </a:p>
        </p:txBody>
      </p:sp>
      <p:sp>
        <p:nvSpPr>
          <p:cNvPr id="3" name="页脚占位符 2"/>
          <p:cNvSpPr>
            <a:spLocks noGrp="1"/>
          </p:cNvSpPr>
          <p:nvPr>
            <p:ph type="ftr" sz="quarter" idx="11"/>
          </p:nvPr>
        </p:nvSpPr>
        <p:spPr/>
        <p:txBody>
          <a:bodyPr/>
          <a:lstStyle>
            <a:lvl1pPr>
              <a:defRPr/>
            </a:lvl1pPr>
          </a:lstStyle>
          <a:p>
            <a:endParaRPr lang="en-US" altLang="zh-CN">
              <a:solidFill>
                <a:srgbClr val="FFFF66"/>
              </a:solidFill>
            </a:endParaRPr>
          </a:p>
        </p:txBody>
      </p:sp>
      <p:sp>
        <p:nvSpPr>
          <p:cNvPr id="4" name="灯片编号占位符 3"/>
          <p:cNvSpPr>
            <a:spLocks noGrp="1"/>
          </p:cNvSpPr>
          <p:nvPr>
            <p:ph type="sldNum" sz="quarter" idx="12"/>
          </p:nvPr>
        </p:nvSpPr>
        <p:spPr/>
        <p:txBody>
          <a:bodyPr/>
          <a:lstStyle>
            <a:lvl1pPr>
              <a:defRPr/>
            </a:lvl1pPr>
          </a:lstStyle>
          <a:p>
            <a:fld id="{2C837768-19DA-411A-9793-5B5B9B3B817E}" type="slidenum">
              <a:rPr lang="en-US" altLang="zh-CN">
                <a:solidFill>
                  <a:srgbClr val="FFFF66"/>
                </a:solidFill>
              </a:rPr>
              <a:pPr/>
              <a:t>‹#›</a:t>
            </a:fld>
            <a:endParaRPr lang="en-US" altLang="zh-CN">
              <a:solidFill>
                <a:srgbClr val="FFFF66"/>
              </a:solidFill>
            </a:endParaRPr>
          </a:p>
        </p:txBody>
      </p:sp>
    </p:spTree>
    <p:extLst>
      <p:ext uri="{BB962C8B-B14F-4D97-AF65-F5344CB8AC3E}">
        <p14:creationId xmlns:p14="http://schemas.microsoft.com/office/powerpoint/2010/main" val="153294472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318" y="457200"/>
            <a:ext cx="3932767" cy="1600200"/>
          </a:xfrm>
        </p:spPr>
        <p:txBody>
          <a:bodyPr/>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solidFill>
                <a:srgbClr val="FFFF66"/>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FFFF66"/>
              </a:solidFill>
            </a:endParaRPr>
          </a:p>
        </p:txBody>
      </p:sp>
      <p:sp>
        <p:nvSpPr>
          <p:cNvPr id="7" name="灯片编号占位符 6"/>
          <p:cNvSpPr>
            <a:spLocks noGrp="1"/>
          </p:cNvSpPr>
          <p:nvPr>
            <p:ph type="sldNum" sz="quarter" idx="12"/>
          </p:nvPr>
        </p:nvSpPr>
        <p:spPr/>
        <p:txBody>
          <a:bodyPr/>
          <a:lstStyle>
            <a:lvl1pPr>
              <a:defRPr/>
            </a:lvl1pPr>
          </a:lstStyle>
          <a:p>
            <a:fld id="{2C02B331-6AF9-48FA-9C2E-F0AE2EB47695}" type="slidenum">
              <a:rPr lang="en-US" altLang="zh-CN">
                <a:solidFill>
                  <a:srgbClr val="FFFF66"/>
                </a:solidFill>
              </a:rPr>
              <a:pPr/>
              <a:t>‹#›</a:t>
            </a:fld>
            <a:endParaRPr lang="en-US" altLang="zh-CN">
              <a:solidFill>
                <a:srgbClr val="FFFF66"/>
              </a:solidFill>
            </a:endParaRPr>
          </a:p>
        </p:txBody>
      </p:sp>
    </p:spTree>
    <p:extLst>
      <p:ext uri="{BB962C8B-B14F-4D97-AF65-F5344CB8AC3E}">
        <p14:creationId xmlns:p14="http://schemas.microsoft.com/office/powerpoint/2010/main" val="18148087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318" y="457200"/>
            <a:ext cx="3932767" cy="1600200"/>
          </a:xfrm>
        </p:spPr>
        <p:txBody>
          <a:bodyPr/>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solidFill>
                <a:srgbClr val="FFFF66"/>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FFFF66"/>
              </a:solidFill>
            </a:endParaRPr>
          </a:p>
        </p:txBody>
      </p:sp>
      <p:sp>
        <p:nvSpPr>
          <p:cNvPr id="7" name="灯片编号占位符 6"/>
          <p:cNvSpPr>
            <a:spLocks noGrp="1"/>
          </p:cNvSpPr>
          <p:nvPr>
            <p:ph type="sldNum" sz="quarter" idx="12"/>
          </p:nvPr>
        </p:nvSpPr>
        <p:spPr/>
        <p:txBody>
          <a:bodyPr/>
          <a:lstStyle>
            <a:lvl1pPr>
              <a:defRPr/>
            </a:lvl1pPr>
          </a:lstStyle>
          <a:p>
            <a:fld id="{E9C7D681-DB39-4082-899A-F93CAFB7A110}" type="slidenum">
              <a:rPr lang="en-US" altLang="zh-CN">
                <a:solidFill>
                  <a:srgbClr val="FFFF66"/>
                </a:solidFill>
              </a:rPr>
              <a:pPr/>
              <a:t>‹#›</a:t>
            </a:fld>
            <a:endParaRPr lang="en-US" altLang="zh-CN">
              <a:solidFill>
                <a:srgbClr val="FFFF66"/>
              </a:solidFill>
            </a:endParaRPr>
          </a:p>
        </p:txBody>
      </p:sp>
    </p:spTree>
    <p:extLst>
      <p:ext uri="{BB962C8B-B14F-4D97-AF65-F5344CB8AC3E}">
        <p14:creationId xmlns:p14="http://schemas.microsoft.com/office/powerpoint/2010/main" val="270796243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solidFill>
                <a:srgbClr val="FFFF66"/>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FFFF66"/>
              </a:solidFill>
            </a:endParaRPr>
          </a:p>
        </p:txBody>
      </p:sp>
      <p:sp>
        <p:nvSpPr>
          <p:cNvPr id="6" name="灯片编号占位符 5"/>
          <p:cNvSpPr>
            <a:spLocks noGrp="1"/>
          </p:cNvSpPr>
          <p:nvPr>
            <p:ph type="sldNum" sz="quarter" idx="12"/>
          </p:nvPr>
        </p:nvSpPr>
        <p:spPr/>
        <p:txBody>
          <a:bodyPr/>
          <a:lstStyle>
            <a:lvl1pPr>
              <a:defRPr/>
            </a:lvl1pPr>
          </a:lstStyle>
          <a:p>
            <a:fld id="{1DF68B8E-8429-4779-9666-C8F651629F7C}" type="slidenum">
              <a:rPr lang="en-US" altLang="zh-CN">
                <a:solidFill>
                  <a:srgbClr val="FFFF66"/>
                </a:solidFill>
              </a:rPr>
              <a:pPr/>
              <a:t>‹#›</a:t>
            </a:fld>
            <a:endParaRPr lang="en-US" altLang="zh-CN">
              <a:solidFill>
                <a:srgbClr val="FFFF66"/>
              </a:solidFill>
            </a:endParaRPr>
          </a:p>
        </p:txBody>
      </p:sp>
    </p:spTree>
    <p:extLst>
      <p:ext uri="{BB962C8B-B14F-4D97-AF65-F5344CB8AC3E}">
        <p14:creationId xmlns:p14="http://schemas.microsoft.com/office/powerpoint/2010/main" val="265916148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976785" y="122238"/>
            <a:ext cx="2880783" cy="633095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334434" y="122238"/>
            <a:ext cx="8439151" cy="633095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solidFill>
                <a:srgbClr val="FFFF66"/>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FFFF66"/>
              </a:solidFill>
            </a:endParaRPr>
          </a:p>
        </p:txBody>
      </p:sp>
      <p:sp>
        <p:nvSpPr>
          <p:cNvPr id="6" name="灯片编号占位符 5"/>
          <p:cNvSpPr>
            <a:spLocks noGrp="1"/>
          </p:cNvSpPr>
          <p:nvPr>
            <p:ph type="sldNum" sz="quarter" idx="12"/>
          </p:nvPr>
        </p:nvSpPr>
        <p:spPr/>
        <p:txBody>
          <a:bodyPr/>
          <a:lstStyle>
            <a:lvl1pPr>
              <a:defRPr/>
            </a:lvl1pPr>
          </a:lstStyle>
          <a:p>
            <a:fld id="{29CF449B-A966-495A-B607-28E85774EB35}" type="slidenum">
              <a:rPr lang="en-US" altLang="zh-CN">
                <a:solidFill>
                  <a:srgbClr val="FFFF66"/>
                </a:solidFill>
              </a:rPr>
              <a:pPr/>
              <a:t>‹#›</a:t>
            </a:fld>
            <a:endParaRPr lang="en-US" altLang="zh-CN">
              <a:solidFill>
                <a:srgbClr val="FFFF66"/>
              </a:solidFill>
            </a:endParaRPr>
          </a:p>
        </p:txBody>
      </p:sp>
    </p:spTree>
    <p:extLst>
      <p:ext uri="{BB962C8B-B14F-4D97-AF65-F5344CB8AC3E}">
        <p14:creationId xmlns:p14="http://schemas.microsoft.com/office/powerpoint/2010/main" val="98874717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OverTx" preserve="1">
  <p:cSld name="标题和内容在文本之上">
    <p:spTree>
      <p:nvGrpSpPr>
        <p:cNvPr id="1" name=""/>
        <p:cNvGrpSpPr/>
        <p:nvPr/>
      </p:nvGrpSpPr>
      <p:grpSpPr>
        <a:xfrm>
          <a:off x="0" y="0"/>
          <a:ext cx="0" cy="0"/>
          <a:chOff x="0" y="0"/>
          <a:chExt cx="0" cy="0"/>
        </a:xfrm>
      </p:grpSpPr>
      <p:sp>
        <p:nvSpPr>
          <p:cNvPr id="2" name="标题 1"/>
          <p:cNvSpPr>
            <a:spLocks noGrp="1"/>
          </p:cNvSpPr>
          <p:nvPr>
            <p:ph type="title"/>
          </p:nvPr>
        </p:nvSpPr>
        <p:spPr>
          <a:xfrm>
            <a:off x="609600" y="122239"/>
            <a:ext cx="10058400" cy="858837"/>
          </a:xfr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334434" y="981076"/>
            <a:ext cx="11523133" cy="26590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334434" y="3792538"/>
            <a:ext cx="11523133" cy="266065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a:xfrm>
            <a:off x="609600" y="6453188"/>
            <a:ext cx="2844800" cy="252412"/>
          </a:xfrm>
        </p:spPr>
        <p:txBody>
          <a:bodyPr/>
          <a:lstStyle>
            <a:lvl1pPr>
              <a:defRPr/>
            </a:lvl1pPr>
          </a:lstStyle>
          <a:p>
            <a:endParaRPr lang="en-US" altLang="zh-CN">
              <a:solidFill>
                <a:srgbClr val="FFFF66"/>
              </a:solidFill>
            </a:endParaRPr>
          </a:p>
        </p:txBody>
      </p:sp>
      <p:sp>
        <p:nvSpPr>
          <p:cNvPr id="6" name="页脚占位符 5"/>
          <p:cNvSpPr>
            <a:spLocks noGrp="1"/>
          </p:cNvSpPr>
          <p:nvPr>
            <p:ph type="ftr" sz="quarter" idx="11"/>
          </p:nvPr>
        </p:nvSpPr>
        <p:spPr>
          <a:xfrm>
            <a:off x="4165600" y="6453188"/>
            <a:ext cx="3860800" cy="252412"/>
          </a:xfrm>
        </p:spPr>
        <p:txBody>
          <a:bodyPr/>
          <a:lstStyle>
            <a:lvl1pPr>
              <a:defRPr/>
            </a:lvl1pPr>
          </a:lstStyle>
          <a:p>
            <a:endParaRPr lang="en-US" altLang="zh-CN">
              <a:solidFill>
                <a:srgbClr val="FFFF66"/>
              </a:solidFill>
            </a:endParaRPr>
          </a:p>
        </p:txBody>
      </p:sp>
      <p:sp>
        <p:nvSpPr>
          <p:cNvPr id="7" name="灯片编号占位符 6"/>
          <p:cNvSpPr>
            <a:spLocks noGrp="1"/>
          </p:cNvSpPr>
          <p:nvPr>
            <p:ph type="sldNum" sz="quarter" idx="12"/>
          </p:nvPr>
        </p:nvSpPr>
        <p:spPr>
          <a:xfrm>
            <a:off x="9203267" y="6489701"/>
            <a:ext cx="2844800" cy="252413"/>
          </a:xfrm>
        </p:spPr>
        <p:txBody>
          <a:bodyPr/>
          <a:lstStyle>
            <a:lvl1pPr>
              <a:defRPr/>
            </a:lvl1pPr>
          </a:lstStyle>
          <a:p>
            <a:fld id="{8E431CDB-2883-498D-A682-DB6A869F556A}" type="slidenum">
              <a:rPr lang="en-US" altLang="zh-CN">
                <a:solidFill>
                  <a:srgbClr val="FFFF66"/>
                </a:solidFill>
              </a:rPr>
              <a:pPr/>
              <a:t>‹#›</a:t>
            </a:fld>
            <a:endParaRPr lang="en-US" altLang="zh-CN">
              <a:solidFill>
                <a:srgbClr val="FFFF66"/>
              </a:solidFill>
            </a:endParaRPr>
          </a:p>
        </p:txBody>
      </p:sp>
    </p:spTree>
    <p:extLst>
      <p:ext uri="{BB962C8B-B14F-4D97-AF65-F5344CB8AC3E}">
        <p14:creationId xmlns:p14="http://schemas.microsoft.com/office/powerpoint/2010/main" val="414791012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22239"/>
            <a:ext cx="10058400" cy="858837"/>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334434" y="981075"/>
            <a:ext cx="5659967" cy="547211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6197601" y="981076"/>
            <a:ext cx="5659967" cy="26590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6197601" y="3792538"/>
            <a:ext cx="5659967" cy="266065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日期占位符 5"/>
          <p:cNvSpPr>
            <a:spLocks noGrp="1"/>
          </p:cNvSpPr>
          <p:nvPr>
            <p:ph type="dt" sz="half" idx="10"/>
          </p:nvPr>
        </p:nvSpPr>
        <p:spPr>
          <a:xfrm>
            <a:off x="609600" y="6453188"/>
            <a:ext cx="2844800" cy="252412"/>
          </a:xfrm>
        </p:spPr>
        <p:txBody>
          <a:bodyPr/>
          <a:lstStyle>
            <a:lvl1pPr>
              <a:defRPr/>
            </a:lvl1pPr>
          </a:lstStyle>
          <a:p>
            <a:endParaRPr lang="en-US" altLang="zh-CN">
              <a:solidFill>
                <a:srgbClr val="FFFF66"/>
              </a:solidFill>
            </a:endParaRPr>
          </a:p>
        </p:txBody>
      </p:sp>
      <p:sp>
        <p:nvSpPr>
          <p:cNvPr id="7" name="页脚占位符 6"/>
          <p:cNvSpPr>
            <a:spLocks noGrp="1"/>
          </p:cNvSpPr>
          <p:nvPr>
            <p:ph type="ftr" sz="quarter" idx="11"/>
          </p:nvPr>
        </p:nvSpPr>
        <p:spPr>
          <a:xfrm>
            <a:off x="4165600" y="6453188"/>
            <a:ext cx="3860800" cy="252412"/>
          </a:xfrm>
        </p:spPr>
        <p:txBody>
          <a:bodyPr/>
          <a:lstStyle>
            <a:lvl1pPr>
              <a:defRPr/>
            </a:lvl1pPr>
          </a:lstStyle>
          <a:p>
            <a:endParaRPr lang="en-US" altLang="zh-CN">
              <a:solidFill>
                <a:srgbClr val="FFFF66"/>
              </a:solidFill>
            </a:endParaRPr>
          </a:p>
        </p:txBody>
      </p:sp>
      <p:sp>
        <p:nvSpPr>
          <p:cNvPr id="8" name="灯片编号占位符 7"/>
          <p:cNvSpPr>
            <a:spLocks noGrp="1"/>
          </p:cNvSpPr>
          <p:nvPr>
            <p:ph type="sldNum" sz="quarter" idx="12"/>
          </p:nvPr>
        </p:nvSpPr>
        <p:spPr>
          <a:xfrm>
            <a:off x="9203267" y="6489701"/>
            <a:ext cx="2844800" cy="252413"/>
          </a:xfrm>
        </p:spPr>
        <p:txBody>
          <a:bodyPr/>
          <a:lstStyle>
            <a:lvl1pPr>
              <a:defRPr/>
            </a:lvl1pPr>
          </a:lstStyle>
          <a:p>
            <a:fld id="{A268E265-8EE9-496D-BD35-3811849A603C}" type="slidenum">
              <a:rPr lang="en-US" altLang="zh-CN">
                <a:solidFill>
                  <a:srgbClr val="FFFF66"/>
                </a:solidFill>
              </a:rPr>
              <a:pPr/>
              <a:t>‹#›</a:t>
            </a:fld>
            <a:endParaRPr lang="en-US" altLang="zh-CN">
              <a:solidFill>
                <a:srgbClr val="FFFF66"/>
              </a:solidFill>
            </a:endParaRPr>
          </a:p>
        </p:txBody>
      </p:sp>
    </p:spTree>
    <p:extLst>
      <p:ext uri="{BB962C8B-B14F-4D97-AF65-F5344CB8AC3E}">
        <p14:creationId xmlns:p14="http://schemas.microsoft.com/office/powerpoint/2010/main" val="96372631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AndTx" preserve="1">
  <p:cSld name="标题，内容与文本">
    <p:spTree>
      <p:nvGrpSpPr>
        <p:cNvPr id="1" name=""/>
        <p:cNvGrpSpPr/>
        <p:nvPr/>
      </p:nvGrpSpPr>
      <p:grpSpPr>
        <a:xfrm>
          <a:off x="0" y="0"/>
          <a:ext cx="0" cy="0"/>
          <a:chOff x="0" y="0"/>
          <a:chExt cx="0" cy="0"/>
        </a:xfrm>
      </p:grpSpPr>
      <p:sp>
        <p:nvSpPr>
          <p:cNvPr id="2" name="标题 1"/>
          <p:cNvSpPr>
            <a:spLocks noGrp="1"/>
          </p:cNvSpPr>
          <p:nvPr>
            <p:ph type="title"/>
          </p:nvPr>
        </p:nvSpPr>
        <p:spPr>
          <a:xfrm>
            <a:off x="609600" y="122239"/>
            <a:ext cx="10058400" cy="858837"/>
          </a:xfr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334434" y="981075"/>
            <a:ext cx="5659967" cy="547211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197601" y="981075"/>
            <a:ext cx="5659967" cy="547211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a:xfrm>
            <a:off x="609600" y="6453188"/>
            <a:ext cx="2844800" cy="252412"/>
          </a:xfrm>
        </p:spPr>
        <p:txBody>
          <a:bodyPr/>
          <a:lstStyle>
            <a:lvl1pPr>
              <a:defRPr/>
            </a:lvl1pPr>
          </a:lstStyle>
          <a:p>
            <a:endParaRPr lang="en-US" altLang="zh-CN">
              <a:solidFill>
                <a:srgbClr val="FFFF66"/>
              </a:solidFill>
            </a:endParaRPr>
          </a:p>
        </p:txBody>
      </p:sp>
      <p:sp>
        <p:nvSpPr>
          <p:cNvPr id="6" name="页脚占位符 5"/>
          <p:cNvSpPr>
            <a:spLocks noGrp="1"/>
          </p:cNvSpPr>
          <p:nvPr>
            <p:ph type="ftr" sz="quarter" idx="11"/>
          </p:nvPr>
        </p:nvSpPr>
        <p:spPr>
          <a:xfrm>
            <a:off x="4165600" y="6453188"/>
            <a:ext cx="3860800" cy="252412"/>
          </a:xfrm>
        </p:spPr>
        <p:txBody>
          <a:bodyPr/>
          <a:lstStyle>
            <a:lvl1pPr>
              <a:defRPr/>
            </a:lvl1pPr>
          </a:lstStyle>
          <a:p>
            <a:endParaRPr lang="en-US" altLang="zh-CN">
              <a:solidFill>
                <a:srgbClr val="FFFF66"/>
              </a:solidFill>
            </a:endParaRPr>
          </a:p>
        </p:txBody>
      </p:sp>
      <p:sp>
        <p:nvSpPr>
          <p:cNvPr id="7" name="灯片编号占位符 6"/>
          <p:cNvSpPr>
            <a:spLocks noGrp="1"/>
          </p:cNvSpPr>
          <p:nvPr>
            <p:ph type="sldNum" sz="quarter" idx="12"/>
          </p:nvPr>
        </p:nvSpPr>
        <p:spPr>
          <a:xfrm>
            <a:off x="9203267" y="6489701"/>
            <a:ext cx="2844800" cy="252413"/>
          </a:xfrm>
        </p:spPr>
        <p:txBody>
          <a:bodyPr/>
          <a:lstStyle>
            <a:lvl1pPr>
              <a:defRPr/>
            </a:lvl1pPr>
          </a:lstStyle>
          <a:p>
            <a:fld id="{0648895C-B952-4267-AF29-20AB1E08D80B}" type="slidenum">
              <a:rPr lang="en-US" altLang="zh-CN">
                <a:solidFill>
                  <a:srgbClr val="FFFF66"/>
                </a:solidFill>
              </a:rPr>
              <a:pPr/>
              <a:t>‹#›</a:t>
            </a:fld>
            <a:endParaRPr lang="en-US" altLang="zh-CN">
              <a:solidFill>
                <a:srgbClr val="FFFF66"/>
              </a:solidFill>
            </a:endParaRPr>
          </a:p>
        </p:txBody>
      </p:sp>
    </p:spTree>
    <p:extLst>
      <p:ext uri="{BB962C8B-B14F-4D97-AF65-F5344CB8AC3E}">
        <p14:creationId xmlns:p14="http://schemas.microsoft.com/office/powerpoint/2010/main" val="125255972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22239"/>
            <a:ext cx="10058400" cy="858837"/>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334434" y="981075"/>
            <a:ext cx="5659967" cy="547211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97601" y="981075"/>
            <a:ext cx="5659967" cy="547211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a:xfrm>
            <a:off x="609600" y="6453188"/>
            <a:ext cx="2844800" cy="252412"/>
          </a:xfrm>
        </p:spPr>
        <p:txBody>
          <a:bodyPr/>
          <a:lstStyle>
            <a:lvl1pPr>
              <a:defRPr/>
            </a:lvl1pPr>
          </a:lstStyle>
          <a:p>
            <a:endParaRPr lang="en-US" altLang="zh-CN">
              <a:solidFill>
                <a:srgbClr val="FFFF66"/>
              </a:solidFill>
            </a:endParaRPr>
          </a:p>
        </p:txBody>
      </p:sp>
      <p:sp>
        <p:nvSpPr>
          <p:cNvPr id="6" name="页脚占位符 5"/>
          <p:cNvSpPr>
            <a:spLocks noGrp="1"/>
          </p:cNvSpPr>
          <p:nvPr>
            <p:ph type="ftr" sz="quarter" idx="11"/>
          </p:nvPr>
        </p:nvSpPr>
        <p:spPr>
          <a:xfrm>
            <a:off x="4165600" y="6453188"/>
            <a:ext cx="3860800" cy="252412"/>
          </a:xfrm>
        </p:spPr>
        <p:txBody>
          <a:bodyPr/>
          <a:lstStyle>
            <a:lvl1pPr>
              <a:defRPr/>
            </a:lvl1pPr>
          </a:lstStyle>
          <a:p>
            <a:endParaRPr lang="en-US" altLang="zh-CN">
              <a:solidFill>
                <a:srgbClr val="FFFF66"/>
              </a:solidFill>
            </a:endParaRPr>
          </a:p>
        </p:txBody>
      </p:sp>
      <p:sp>
        <p:nvSpPr>
          <p:cNvPr id="7" name="灯片编号占位符 6"/>
          <p:cNvSpPr>
            <a:spLocks noGrp="1"/>
          </p:cNvSpPr>
          <p:nvPr>
            <p:ph type="sldNum" sz="quarter" idx="12"/>
          </p:nvPr>
        </p:nvSpPr>
        <p:spPr>
          <a:xfrm>
            <a:off x="9203267" y="6489701"/>
            <a:ext cx="2844800" cy="252413"/>
          </a:xfrm>
        </p:spPr>
        <p:txBody>
          <a:bodyPr/>
          <a:lstStyle>
            <a:lvl1pPr>
              <a:defRPr/>
            </a:lvl1pPr>
          </a:lstStyle>
          <a:p>
            <a:fld id="{C63F3E33-8CFD-4753-9383-87EAA3B93554}" type="slidenum">
              <a:rPr lang="en-US" altLang="zh-CN">
                <a:solidFill>
                  <a:srgbClr val="FFFF66"/>
                </a:solidFill>
              </a:rPr>
              <a:pPr/>
              <a:t>‹#›</a:t>
            </a:fld>
            <a:endParaRPr lang="en-US" altLang="zh-CN">
              <a:solidFill>
                <a:srgbClr val="FFFF66"/>
              </a:solidFill>
            </a:endParaRPr>
          </a:p>
        </p:txBody>
      </p:sp>
    </p:spTree>
    <p:extLst>
      <p:ext uri="{BB962C8B-B14F-4D97-AF65-F5344CB8AC3E}">
        <p14:creationId xmlns:p14="http://schemas.microsoft.com/office/powerpoint/2010/main" val="363822055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xOverObj" preserve="1">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a:xfrm>
            <a:off x="609600" y="122239"/>
            <a:ext cx="10058400" cy="858837"/>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334434" y="981076"/>
            <a:ext cx="11523133" cy="26590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334434" y="3792538"/>
            <a:ext cx="11523133" cy="266065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a:xfrm>
            <a:off x="609600" y="6453188"/>
            <a:ext cx="2844800" cy="252412"/>
          </a:xfrm>
        </p:spPr>
        <p:txBody>
          <a:bodyPr/>
          <a:lstStyle>
            <a:lvl1pPr>
              <a:defRPr/>
            </a:lvl1pPr>
          </a:lstStyle>
          <a:p>
            <a:endParaRPr lang="en-US" altLang="zh-CN">
              <a:solidFill>
                <a:srgbClr val="FFFF66"/>
              </a:solidFill>
            </a:endParaRPr>
          </a:p>
        </p:txBody>
      </p:sp>
      <p:sp>
        <p:nvSpPr>
          <p:cNvPr id="6" name="页脚占位符 5"/>
          <p:cNvSpPr>
            <a:spLocks noGrp="1"/>
          </p:cNvSpPr>
          <p:nvPr>
            <p:ph type="ftr" sz="quarter" idx="11"/>
          </p:nvPr>
        </p:nvSpPr>
        <p:spPr>
          <a:xfrm>
            <a:off x="4165600" y="6453188"/>
            <a:ext cx="3860800" cy="252412"/>
          </a:xfrm>
        </p:spPr>
        <p:txBody>
          <a:bodyPr/>
          <a:lstStyle>
            <a:lvl1pPr>
              <a:defRPr/>
            </a:lvl1pPr>
          </a:lstStyle>
          <a:p>
            <a:endParaRPr lang="en-US" altLang="zh-CN">
              <a:solidFill>
                <a:srgbClr val="FFFF66"/>
              </a:solidFill>
            </a:endParaRPr>
          </a:p>
        </p:txBody>
      </p:sp>
      <p:sp>
        <p:nvSpPr>
          <p:cNvPr id="7" name="灯片编号占位符 6"/>
          <p:cNvSpPr>
            <a:spLocks noGrp="1"/>
          </p:cNvSpPr>
          <p:nvPr>
            <p:ph type="sldNum" sz="quarter" idx="12"/>
          </p:nvPr>
        </p:nvSpPr>
        <p:spPr>
          <a:xfrm>
            <a:off x="9203267" y="6489701"/>
            <a:ext cx="2844800" cy="252413"/>
          </a:xfrm>
        </p:spPr>
        <p:txBody>
          <a:bodyPr/>
          <a:lstStyle>
            <a:lvl1pPr>
              <a:defRPr/>
            </a:lvl1pPr>
          </a:lstStyle>
          <a:p>
            <a:fld id="{59CB732B-B811-43FF-AE6F-7861E5DFCD38}" type="slidenum">
              <a:rPr lang="en-US" altLang="zh-CN">
                <a:solidFill>
                  <a:srgbClr val="FFFF66"/>
                </a:solidFill>
              </a:rPr>
              <a:pPr/>
              <a:t>‹#›</a:t>
            </a:fld>
            <a:endParaRPr lang="en-US" altLang="zh-CN">
              <a:solidFill>
                <a:srgbClr val="FFFF66"/>
              </a:solidFill>
            </a:endParaRPr>
          </a:p>
        </p:txBody>
      </p:sp>
    </p:spTree>
    <p:extLst>
      <p:ext uri="{BB962C8B-B14F-4D97-AF65-F5344CB8AC3E}">
        <p14:creationId xmlns:p14="http://schemas.microsoft.com/office/powerpoint/2010/main" val="267016157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D401D3EC-6C0A-4B75-B9B1-B8470296CBC3}"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121546467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C108E3AB-722A-4AEA-A937-2E08357C51E2}"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65100603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9"/>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EB279BAD-A866-4A16-8F4C-85F87023AB37}"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120905343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914400" y="1981200"/>
            <a:ext cx="5080000" cy="41148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97600" y="1981200"/>
            <a:ext cx="5080000" cy="41148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endParaRPr lang="en-US" altLang="zh-CN">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0CAB781C-6227-43DA-92D8-561D200F7F6A}"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107012349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40317" y="365126"/>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40318" y="2505075"/>
            <a:ext cx="5158316"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71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endParaRPr lang="en-US" altLang="zh-CN">
              <a:solidFill>
                <a:srgbClr val="000000"/>
              </a:solidFill>
            </a:endParaRPr>
          </a:p>
        </p:txBody>
      </p:sp>
      <p:sp>
        <p:nvSpPr>
          <p:cNvPr id="8" name="页脚占位符 7"/>
          <p:cNvSpPr>
            <a:spLocks noGrp="1"/>
          </p:cNvSpPr>
          <p:nvPr>
            <p:ph type="ftr" sz="quarter" idx="11"/>
          </p:nvPr>
        </p:nvSpPr>
        <p:spPr/>
        <p:txBody>
          <a:bodyPr/>
          <a:lstStyle>
            <a:lvl1pPr>
              <a:defRPr/>
            </a:lvl1pPr>
          </a:lstStyle>
          <a:p>
            <a:endParaRPr lang="en-US" altLang="zh-CN">
              <a:solidFill>
                <a:srgbClr val="000000"/>
              </a:solidFill>
            </a:endParaRPr>
          </a:p>
        </p:txBody>
      </p:sp>
      <p:sp>
        <p:nvSpPr>
          <p:cNvPr id="9" name="灯片编号占位符 8"/>
          <p:cNvSpPr>
            <a:spLocks noGrp="1"/>
          </p:cNvSpPr>
          <p:nvPr>
            <p:ph type="sldNum" sz="quarter" idx="12"/>
          </p:nvPr>
        </p:nvSpPr>
        <p:spPr/>
        <p:txBody>
          <a:bodyPr/>
          <a:lstStyle>
            <a:lvl1pPr>
              <a:defRPr/>
            </a:lvl1pPr>
          </a:lstStyle>
          <a:p>
            <a:fld id="{0F60B88B-A646-4A8F-B6A0-76BA405E215C}"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378660790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endParaRPr lang="en-US" altLang="zh-CN">
              <a:solidFill>
                <a:srgbClr val="000000"/>
              </a:solidFill>
            </a:endParaRPr>
          </a:p>
        </p:txBody>
      </p:sp>
      <p:sp>
        <p:nvSpPr>
          <p:cNvPr id="4" name="页脚占位符 3"/>
          <p:cNvSpPr>
            <a:spLocks noGrp="1"/>
          </p:cNvSpPr>
          <p:nvPr>
            <p:ph type="ftr" sz="quarter" idx="11"/>
          </p:nvPr>
        </p:nvSpPr>
        <p:spPr/>
        <p:txBody>
          <a:bodyPr/>
          <a:lstStyle>
            <a:lvl1pPr>
              <a:defRPr/>
            </a:lvl1pPr>
          </a:lstStyle>
          <a:p>
            <a:endParaRPr lang="en-US" altLang="zh-CN">
              <a:solidFill>
                <a:srgbClr val="000000"/>
              </a:solidFill>
            </a:endParaRPr>
          </a:p>
        </p:txBody>
      </p:sp>
      <p:sp>
        <p:nvSpPr>
          <p:cNvPr id="5" name="灯片编号占位符 4"/>
          <p:cNvSpPr>
            <a:spLocks noGrp="1"/>
          </p:cNvSpPr>
          <p:nvPr>
            <p:ph type="sldNum" sz="quarter" idx="12"/>
          </p:nvPr>
        </p:nvSpPr>
        <p:spPr/>
        <p:txBody>
          <a:bodyPr/>
          <a:lstStyle>
            <a:lvl1pPr>
              <a:defRPr/>
            </a:lvl1pPr>
          </a:lstStyle>
          <a:p>
            <a:fld id="{E19ECE20-8548-4556-AF6B-4FBBEC13A2E1}"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134906579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solidFill>
                <a:srgbClr val="000000"/>
              </a:solidFill>
            </a:endParaRPr>
          </a:p>
        </p:txBody>
      </p:sp>
      <p:sp>
        <p:nvSpPr>
          <p:cNvPr id="3" name="页脚占位符 2"/>
          <p:cNvSpPr>
            <a:spLocks noGrp="1"/>
          </p:cNvSpPr>
          <p:nvPr>
            <p:ph type="ftr" sz="quarter" idx="11"/>
          </p:nvPr>
        </p:nvSpPr>
        <p:spPr/>
        <p:txBody>
          <a:bodyPr/>
          <a:lstStyle>
            <a:lvl1pPr>
              <a:defRPr/>
            </a:lvl1pPr>
          </a:lstStyle>
          <a:p>
            <a:endParaRPr lang="en-US" altLang="zh-CN">
              <a:solidFill>
                <a:srgbClr val="000000"/>
              </a:solidFill>
            </a:endParaRPr>
          </a:p>
        </p:txBody>
      </p:sp>
      <p:sp>
        <p:nvSpPr>
          <p:cNvPr id="4" name="灯片编号占位符 3"/>
          <p:cNvSpPr>
            <a:spLocks noGrp="1"/>
          </p:cNvSpPr>
          <p:nvPr>
            <p:ph type="sldNum" sz="quarter" idx="12"/>
          </p:nvPr>
        </p:nvSpPr>
        <p:spPr/>
        <p:txBody>
          <a:bodyPr/>
          <a:lstStyle>
            <a:lvl1pPr>
              <a:defRPr/>
            </a:lvl1pPr>
          </a:lstStyle>
          <a:p>
            <a:fld id="{A2BE1699-C1C9-4481-B980-35A70BADA652}"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24010956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318" y="457200"/>
            <a:ext cx="393276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D3C9DB47-0FF2-450E-BE52-8874B15CEDA8}"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163458896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318" y="457200"/>
            <a:ext cx="393276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D90934E9-6569-44DA-8526-9D879588D8E3}"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189564407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BCAD7049-B63C-4907-AD62-042A86EA7DB5}"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247013512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686800" y="609600"/>
            <a:ext cx="2590800" cy="54864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914400" y="609600"/>
            <a:ext cx="7569200" cy="54864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50CB55F8-9B30-4017-98B7-3BB8572DDC3D}"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58226527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6146" name="Line 2"/>
          <p:cNvSpPr>
            <a:spLocks noChangeShapeType="1"/>
          </p:cNvSpPr>
          <p:nvPr/>
        </p:nvSpPr>
        <p:spPr bwMode="auto">
          <a:xfrm>
            <a:off x="9753600" y="1066800"/>
            <a:ext cx="0" cy="449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47" name="Rectangle 3"/>
          <p:cNvSpPr>
            <a:spLocks noGrp="1" noChangeArrowheads="1"/>
          </p:cNvSpPr>
          <p:nvPr>
            <p:ph type="ctrTitle"/>
          </p:nvPr>
        </p:nvSpPr>
        <p:spPr>
          <a:xfrm>
            <a:off x="421217" y="466725"/>
            <a:ext cx="9042400" cy="2133600"/>
          </a:xfrm>
        </p:spPr>
        <p:txBody>
          <a:bodyPr/>
          <a:lstStyle>
            <a:lvl1pPr algn="r">
              <a:defRPr sz="5000"/>
            </a:lvl1pPr>
          </a:lstStyle>
          <a:p>
            <a:pPr lvl="0"/>
            <a:r>
              <a:rPr lang="en-US" altLang="zh-CN" noProof="0" smtClean="0"/>
              <a:t>Click to edit Master title style</a:t>
            </a:r>
          </a:p>
        </p:txBody>
      </p:sp>
      <p:sp>
        <p:nvSpPr>
          <p:cNvPr id="6148" name="Rectangle 4"/>
          <p:cNvSpPr>
            <a:spLocks noGrp="1" noChangeArrowheads="1"/>
          </p:cNvSpPr>
          <p:nvPr>
            <p:ph type="subTitle" idx="1"/>
          </p:nvPr>
        </p:nvSpPr>
        <p:spPr>
          <a:xfrm>
            <a:off x="1132417" y="3049588"/>
            <a:ext cx="8331200" cy="2362200"/>
          </a:xfrm>
        </p:spPr>
        <p:txBody>
          <a:bodyPr/>
          <a:lstStyle>
            <a:lvl1pPr marL="0" indent="0" algn="r">
              <a:buFont typeface="Wingdings" panose="05000000000000000000" pitchFamily="2" charset="2"/>
              <a:buNone/>
              <a:defRPr sz="3400"/>
            </a:lvl1pPr>
          </a:lstStyle>
          <a:p>
            <a:pPr lvl="0"/>
            <a:r>
              <a:rPr lang="en-US" altLang="zh-CN" noProof="0" smtClean="0"/>
              <a:t>Click to edit Master subtitle style</a:t>
            </a:r>
          </a:p>
        </p:txBody>
      </p:sp>
      <p:sp>
        <p:nvSpPr>
          <p:cNvPr id="6149" name="Rectangle 5"/>
          <p:cNvSpPr>
            <a:spLocks noGrp="1" noChangeArrowheads="1"/>
          </p:cNvSpPr>
          <p:nvPr>
            <p:ph type="dt" sz="half" idx="2"/>
          </p:nvPr>
        </p:nvSpPr>
        <p:spPr>
          <a:xfrm>
            <a:off x="609600" y="6248400"/>
            <a:ext cx="2844800" cy="457200"/>
          </a:xfrm>
        </p:spPr>
        <p:txBody>
          <a:bodyPr/>
          <a:lstStyle>
            <a:lvl1pPr>
              <a:defRPr/>
            </a:lvl1pPr>
          </a:lstStyle>
          <a:p>
            <a:endParaRPr lang="en-US" altLang="zh-CN">
              <a:solidFill>
                <a:srgbClr val="FFFF66"/>
              </a:solidFill>
            </a:endParaRPr>
          </a:p>
        </p:txBody>
      </p:sp>
      <p:sp>
        <p:nvSpPr>
          <p:cNvPr id="6150" name="Rectangle 6"/>
          <p:cNvSpPr>
            <a:spLocks noGrp="1" noChangeArrowheads="1"/>
          </p:cNvSpPr>
          <p:nvPr>
            <p:ph type="ftr" sz="quarter" idx="3"/>
          </p:nvPr>
        </p:nvSpPr>
        <p:spPr>
          <a:xfrm>
            <a:off x="4165600" y="6248400"/>
            <a:ext cx="3860800" cy="457200"/>
          </a:xfrm>
        </p:spPr>
        <p:txBody>
          <a:bodyPr/>
          <a:lstStyle>
            <a:lvl1pPr>
              <a:defRPr/>
            </a:lvl1pPr>
          </a:lstStyle>
          <a:p>
            <a:endParaRPr lang="en-US" altLang="zh-CN">
              <a:solidFill>
                <a:srgbClr val="FFFF66"/>
              </a:solidFill>
            </a:endParaRPr>
          </a:p>
        </p:txBody>
      </p:sp>
      <p:sp>
        <p:nvSpPr>
          <p:cNvPr id="6151" name="Rectangle 7"/>
          <p:cNvSpPr>
            <a:spLocks noGrp="1" noChangeArrowheads="1"/>
          </p:cNvSpPr>
          <p:nvPr>
            <p:ph type="sldNum" sz="quarter" idx="4"/>
          </p:nvPr>
        </p:nvSpPr>
        <p:spPr>
          <a:xfrm>
            <a:off x="8737600" y="6248400"/>
            <a:ext cx="2844800" cy="457200"/>
          </a:xfrm>
        </p:spPr>
        <p:txBody>
          <a:bodyPr/>
          <a:lstStyle>
            <a:lvl1pPr>
              <a:defRPr/>
            </a:lvl1pPr>
          </a:lstStyle>
          <a:p>
            <a:fld id="{ECECA0CB-3403-4466-995B-8DF8662D85CD}" type="slidenum">
              <a:rPr lang="en-US" altLang="zh-CN">
                <a:solidFill>
                  <a:srgbClr val="FFFF66"/>
                </a:solidFill>
              </a:rPr>
              <a:pPr/>
              <a:t>‹#›</a:t>
            </a:fld>
            <a:endParaRPr lang="en-US" altLang="zh-CN">
              <a:solidFill>
                <a:srgbClr val="FFFF66"/>
              </a:solidFill>
            </a:endParaRPr>
          </a:p>
        </p:txBody>
      </p:sp>
      <p:grpSp>
        <p:nvGrpSpPr>
          <p:cNvPr id="6152" name="Group 8"/>
          <p:cNvGrpSpPr>
            <a:grpSpLocks/>
          </p:cNvGrpSpPr>
          <p:nvPr/>
        </p:nvGrpSpPr>
        <p:grpSpPr bwMode="auto">
          <a:xfrm>
            <a:off x="9990667" y="2992438"/>
            <a:ext cx="1784351" cy="2189162"/>
            <a:chOff x="4704" y="1885"/>
            <a:chExt cx="843" cy="1379"/>
          </a:xfrm>
        </p:grpSpPr>
        <p:sp>
          <p:nvSpPr>
            <p:cNvPr id="6153" name="Oval 9"/>
            <p:cNvSpPr>
              <a:spLocks noChangeArrowheads="1"/>
            </p:cNvSpPr>
            <p:nvPr/>
          </p:nvSpPr>
          <p:spPr bwMode="auto">
            <a:xfrm>
              <a:off x="4704"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54" name="Oval 10"/>
            <p:cNvSpPr>
              <a:spLocks noChangeArrowheads="1"/>
            </p:cNvSpPr>
            <p:nvPr/>
          </p:nvSpPr>
          <p:spPr bwMode="auto">
            <a:xfrm>
              <a:off x="4883"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55" name="Oval 11"/>
            <p:cNvSpPr>
              <a:spLocks noChangeArrowheads="1"/>
            </p:cNvSpPr>
            <p:nvPr/>
          </p:nvSpPr>
          <p:spPr bwMode="auto">
            <a:xfrm>
              <a:off x="5062"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56" name="Oval 12"/>
            <p:cNvSpPr>
              <a:spLocks noChangeArrowheads="1"/>
            </p:cNvSpPr>
            <p:nvPr/>
          </p:nvSpPr>
          <p:spPr bwMode="auto">
            <a:xfrm>
              <a:off x="4704"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57" name="Oval 13"/>
            <p:cNvSpPr>
              <a:spLocks noChangeArrowheads="1"/>
            </p:cNvSpPr>
            <p:nvPr/>
          </p:nvSpPr>
          <p:spPr bwMode="auto">
            <a:xfrm>
              <a:off x="4883"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58" name="Oval 14"/>
            <p:cNvSpPr>
              <a:spLocks noChangeArrowheads="1"/>
            </p:cNvSpPr>
            <p:nvPr/>
          </p:nvSpPr>
          <p:spPr bwMode="auto">
            <a:xfrm>
              <a:off x="5062"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59" name="Oval 15"/>
            <p:cNvSpPr>
              <a:spLocks noChangeArrowheads="1"/>
            </p:cNvSpPr>
            <p:nvPr/>
          </p:nvSpPr>
          <p:spPr bwMode="auto">
            <a:xfrm>
              <a:off x="5241" y="2064"/>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60" name="Oval 16"/>
            <p:cNvSpPr>
              <a:spLocks noChangeArrowheads="1"/>
            </p:cNvSpPr>
            <p:nvPr/>
          </p:nvSpPr>
          <p:spPr bwMode="auto">
            <a:xfrm>
              <a:off x="4704" y="2243"/>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61" name="Oval 17"/>
            <p:cNvSpPr>
              <a:spLocks noChangeArrowheads="1"/>
            </p:cNvSpPr>
            <p:nvPr/>
          </p:nvSpPr>
          <p:spPr bwMode="auto">
            <a:xfrm>
              <a:off x="4883" y="2243"/>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62" name="Oval 18"/>
            <p:cNvSpPr>
              <a:spLocks noChangeArrowheads="1"/>
            </p:cNvSpPr>
            <p:nvPr/>
          </p:nvSpPr>
          <p:spPr bwMode="auto">
            <a:xfrm>
              <a:off x="5062" y="2243"/>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63" name="Oval 19"/>
            <p:cNvSpPr>
              <a:spLocks noChangeArrowheads="1"/>
            </p:cNvSpPr>
            <p:nvPr/>
          </p:nvSpPr>
          <p:spPr bwMode="auto">
            <a:xfrm>
              <a:off x="5241" y="2243"/>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64" name="Oval 20"/>
            <p:cNvSpPr>
              <a:spLocks noChangeArrowheads="1"/>
            </p:cNvSpPr>
            <p:nvPr/>
          </p:nvSpPr>
          <p:spPr bwMode="auto">
            <a:xfrm>
              <a:off x="5420" y="2243"/>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65" name="Oval 21"/>
            <p:cNvSpPr>
              <a:spLocks noChangeArrowheads="1"/>
            </p:cNvSpPr>
            <p:nvPr/>
          </p:nvSpPr>
          <p:spPr bwMode="auto">
            <a:xfrm>
              <a:off x="4704" y="2421"/>
              <a:ext cx="127" cy="128"/>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66" name="Oval 22"/>
            <p:cNvSpPr>
              <a:spLocks noChangeArrowheads="1"/>
            </p:cNvSpPr>
            <p:nvPr/>
          </p:nvSpPr>
          <p:spPr bwMode="auto">
            <a:xfrm>
              <a:off x="4883" y="2421"/>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67" name="Oval 23"/>
            <p:cNvSpPr>
              <a:spLocks noChangeArrowheads="1"/>
            </p:cNvSpPr>
            <p:nvPr/>
          </p:nvSpPr>
          <p:spPr bwMode="auto">
            <a:xfrm>
              <a:off x="5062" y="2421"/>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68" name="Oval 24"/>
            <p:cNvSpPr>
              <a:spLocks noChangeArrowheads="1"/>
            </p:cNvSpPr>
            <p:nvPr/>
          </p:nvSpPr>
          <p:spPr bwMode="auto">
            <a:xfrm>
              <a:off x="5241" y="2421"/>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69" name="Oval 25"/>
            <p:cNvSpPr>
              <a:spLocks noChangeArrowheads="1"/>
            </p:cNvSpPr>
            <p:nvPr/>
          </p:nvSpPr>
          <p:spPr bwMode="auto">
            <a:xfrm>
              <a:off x="4704" y="2600"/>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70" name="Oval 26"/>
            <p:cNvSpPr>
              <a:spLocks noChangeArrowheads="1"/>
            </p:cNvSpPr>
            <p:nvPr/>
          </p:nvSpPr>
          <p:spPr bwMode="auto">
            <a:xfrm>
              <a:off x="4883" y="2600"/>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71" name="Oval 27"/>
            <p:cNvSpPr>
              <a:spLocks noChangeArrowheads="1"/>
            </p:cNvSpPr>
            <p:nvPr/>
          </p:nvSpPr>
          <p:spPr bwMode="auto">
            <a:xfrm>
              <a:off x="5062" y="2600"/>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72" name="Oval 28"/>
            <p:cNvSpPr>
              <a:spLocks noChangeArrowheads="1"/>
            </p:cNvSpPr>
            <p:nvPr/>
          </p:nvSpPr>
          <p:spPr bwMode="auto">
            <a:xfrm>
              <a:off x="5241" y="2600"/>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73" name="Oval 29"/>
            <p:cNvSpPr>
              <a:spLocks noChangeArrowheads="1"/>
            </p:cNvSpPr>
            <p:nvPr/>
          </p:nvSpPr>
          <p:spPr bwMode="auto">
            <a:xfrm>
              <a:off x="5420" y="2600"/>
              <a:ext cx="127" cy="128"/>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74" name="Oval 30"/>
            <p:cNvSpPr>
              <a:spLocks noChangeArrowheads="1"/>
            </p:cNvSpPr>
            <p:nvPr/>
          </p:nvSpPr>
          <p:spPr bwMode="auto">
            <a:xfrm>
              <a:off x="4704" y="2779"/>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75" name="Oval 31"/>
            <p:cNvSpPr>
              <a:spLocks noChangeArrowheads="1"/>
            </p:cNvSpPr>
            <p:nvPr/>
          </p:nvSpPr>
          <p:spPr bwMode="auto">
            <a:xfrm>
              <a:off x="4883" y="2779"/>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76" name="Oval 32"/>
            <p:cNvSpPr>
              <a:spLocks noChangeArrowheads="1"/>
            </p:cNvSpPr>
            <p:nvPr/>
          </p:nvSpPr>
          <p:spPr bwMode="auto">
            <a:xfrm>
              <a:off x="5062" y="2779"/>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77" name="Oval 33"/>
            <p:cNvSpPr>
              <a:spLocks noChangeArrowheads="1"/>
            </p:cNvSpPr>
            <p:nvPr/>
          </p:nvSpPr>
          <p:spPr bwMode="auto">
            <a:xfrm>
              <a:off x="5241" y="2779"/>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78" name="Oval 34"/>
            <p:cNvSpPr>
              <a:spLocks noChangeArrowheads="1"/>
            </p:cNvSpPr>
            <p:nvPr/>
          </p:nvSpPr>
          <p:spPr bwMode="auto">
            <a:xfrm>
              <a:off x="4704" y="2958"/>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79" name="Oval 35"/>
            <p:cNvSpPr>
              <a:spLocks noChangeArrowheads="1"/>
            </p:cNvSpPr>
            <p:nvPr/>
          </p:nvSpPr>
          <p:spPr bwMode="auto">
            <a:xfrm>
              <a:off x="4883" y="2958"/>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80" name="Oval 36"/>
            <p:cNvSpPr>
              <a:spLocks noChangeArrowheads="1"/>
            </p:cNvSpPr>
            <p:nvPr/>
          </p:nvSpPr>
          <p:spPr bwMode="auto">
            <a:xfrm>
              <a:off x="5062" y="2958"/>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81" name="Oval 37"/>
            <p:cNvSpPr>
              <a:spLocks noChangeArrowheads="1"/>
            </p:cNvSpPr>
            <p:nvPr/>
          </p:nvSpPr>
          <p:spPr bwMode="auto">
            <a:xfrm>
              <a:off x="5241" y="2958"/>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82" name="Oval 38"/>
            <p:cNvSpPr>
              <a:spLocks noChangeArrowheads="1"/>
            </p:cNvSpPr>
            <p:nvPr/>
          </p:nvSpPr>
          <p:spPr bwMode="auto">
            <a:xfrm>
              <a:off x="4883" y="3137"/>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83" name="Oval 39"/>
            <p:cNvSpPr>
              <a:spLocks noChangeArrowheads="1"/>
            </p:cNvSpPr>
            <p:nvPr/>
          </p:nvSpPr>
          <p:spPr bwMode="auto">
            <a:xfrm>
              <a:off x="5241" y="3137"/>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grpSp>
      <p:sp>
        <p:nvSpPr>
          <p:cNvPr id="6184" name="Line 40"/>
          <p:cNvSpPr>
            <a:spLocks noChangeShapeType="1"/>
          </p:cNvSpPr>
          <p:nvPr/>
        </p:nvSpPr>
        <p:spPr bwMode="auto">
          <a:xfrm>
            <a:off x="406400" y="2819400"/>
            <a:ext cx="10972800" cy="0"/>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Tree>
    <p:extLst>
      <p:ext uri="{BB962C8B-B14F-4D97-AF65-F5344CB8AC3E}">
        <p14:creationId xmlns:p14="http://schemas.microsoft.com/office/powerpoint/2010/main" val="3427480225"/>
      </p:ext>
    </p:extLst>
  </p:cSld>
  <p:clrMapOvr>
    <a:masterClrMapping/>
  </p:clrMapOvr>
  <p:timing>
    <p:tnLst>
      <p:par>
        <p:cTn id="1" dur="indefinite" restart="never" nodeType="tmRoot"/>
      </p:par>
    </p:tnLst>
  </p:timing>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solidFill>
                <a:srgbClr val="FFFF66"/>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FFFF66"/>
              </a:solidFill>
            </a:endParaRPr>
          </a:p>
        </p:txBody>
      </p:sp>
      <p:sp>
        <p:nvSpPr>
          <p:cNvPr id="6" name="灯片编号占位符 5"/>
          <p:cNvSpPr>
            <a:spLocks noGrp="1"/>
          </p:cNvSpPr>
          <p:nvPr>
            <p:ph type="sldNum" sz="quarter" idx="12"/>
          </p:nvPr>
        </p:nvSpPr>
        <p:spPr/>
        <p:txBody>
          <a:bodyPr/>
          <a:lstStyle>
            <a:lvl1pPr>
              <a:defRPr/>
            </a:lvl1pPr>
          </a:lstStyle>
          <a:p>
            <a:fld id="{0DF417F7-DC4D-4FC6-9A4A-A143788C97EF}" type="slidenum">
              <a:rPr lang="en-US" altLang="zh-CN">
                <a:solidFill>
                  <a:srgbClr val="FFFF66"/>
                </a:solidFill>
              </a:rPr>
              <a:pPr/>
              <a:t>‹#›</a:t>
            </a:fld>
            <a:endParaRPr lang="en-US" altLang="zh-CN">
              <a:solidFill>
                <a:srgbClr val="FFFF66"/>
              </a:solidFill>
            </a:endParaRPr>
          </a:p>
        </p:txBody>
      </p:sp>
    </p:spTree>
    <p:extLst>
      <p:ext uri="{BB962C8B-B14F-4D97-AF65-F5344CB8AC3E}">
        <p14:creationId xmlns:p14="http://schemas.microsoft.com/office/powerpoint/2010/main" val="384603937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9"/>
            <a:ext cx="10515600" cy="2852737"/>
          </a:xfrm>
        </p:spPr>
        <p:txBody>
          <a:bodyPr/>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solidFill>
                <a:srgbClr val="FFFF66"/>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FFFF66"/>
              </a:solidFill>
            </a:endParaRPr>
          </a:p>
        </p:txBody>
      </p:sp>
      <p:sp>
        <p:nvSpPr>
          <p:cNvPr id="6" name="灯片编号占位符 5"/>
          <p:cNvSpPr>
            <a:spLocks noGrp="1"/>
          </p:cNvSpPr>
          <p:nvPr>
            <p:ph type="sldNum" sz="quarter" idx="12"/>
          </p:nvPr>
        </p:nvSpPr>
        <p:spPr/>
        <p:txBody>
          <a:bodyPr/>
          <a:lstStyle>
            <a:lvl1pPr>
              <a:defRPr/>
            </a:lvl1pPr>
          </a:lstStyle>
          <a:p>
            <a:fld id="{C8310A4A-FEDF-41D2-BF60-E6112B374BF7}" type="slidenum">
              <a:rPr lang="en-US" altLang="zh-CN">
                <a:solidFill>
                  <a:srgbClr val="FFFF66"/>
                </a:solidFill>
              </a:rPr>
              <a:pPr/>
              <a:t>‹#›</a:t>
            </a:fld>
            <a:endParaRPr lang="en-US" altLang="zh-CN">
              <a:solidFill>
                <a:srgbClr val="FFFF66"/>
              </a:solidFill>
            </a:endParaRPr>
          </a:p>
        </p:txBody>
      </p:sp>
    </p:spTree>
    <p:extLst>
      <p:ext uri="{BB962C8B-B14F-4D97-AF65-F5344CB8AC3E}">
        <p14:creationId xmlns:p14="http://schemas.microsoft.com/office/powerpoint/2010/main" val="337886288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334434" y="981075"/>
            <a:ext cx="5659967" cy="547211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97601" y="981075"/>
            <a:ext cx="5659967" cy="547211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endParaRPr lang="en-US" altLang="zh-CN">
              <a:solidFill>
                <a:srgbClr val="FFFF66"/>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FFFF66"/>
              </a:solidFill>
            </a:endParaRPr>
          </a:p>
        </p:txBody>
      </p:sp>
      <p:sp>
        <p:nvSpPr>
          <p:cNvPr id="7" name="灯片编号占位符 6"/>
          <p:cNvSpPr>
            <a:spLocks noGrp="1"/>
          </p:cNvSpPr>
          <p:nvPr>
            <p:ph type="sldNum" sz="quarter" idx="12"/>
          </p:nvPr>
        </p:nvSpPr>
        <p:spPr/>
        <p:txBody>
          <a:bodyPr/>
          <a:lstStyle>
            <a:lvl1pPr>
              <a:defRPr/>
            </a:lvl1pPr>
          </a:lstStyle>
          <a:p>
            <a:fld id="{D8926A3C-9A65-4465-B748-5538B9A78C93}" type="slidenum">
              <a:rPr lang="en-US" altLang="zh-CN">
                <a:solidFill>
                  <a:srgbClr val="FFFF66"/>
                </a:solidFill>
              </a:rPr>
              <a:pPr/>
              <a:t>‹#›</a:t>
            </a:fld>
            <a:endParaRPr lang="en-US" altLang="zh-CN">
              <a:solidFill>
                <a:srgbClr val="FFFF66"/>
              </a:solidFill>
            </a:endParaRPr>
          </a:p>
        </p:txBody>
      </p:sp>
    </p:spTree>
    <p:extLst>
      <p:ext uri="{BB962C8B-B14F-4D97-AF65-F5344CB8AC3E}">
        <p14:creationId xmlns:p14="http://schemas.microsoft.com/office/powerpoint/2010/main" val="50581226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40317" y="365126"/>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40318" y="2505075"/>
            <a:ext cx="5158316"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71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endParaRPr lang="en-US" altLang="zh-CN">
              <a:solidFill>
                <a:srgbClr val="FFFF66"/>
              </a:solidFill>
            </a:endParaRPr>
          </a:p>
        </p:txBody>
      </p:sp>
      <p:sp>
        <p:nvSpPr>
          <p:cNvPr id="8" name="页脚占位符 7"/>
          <p:cNvSpPr>
            <a:spLocks noGrp="1"/>
          </p:cNvSpPr>
          <p:nvPr>
            <p:ph type="ftr" sz="quarter" idx="11"/>
          </p:nvPr>
        </p:nvSpPr>
        <p:spPr/>
        <p:txBody>
          <a:bodyPr/>
          <a:lstStyle>
            <a:lvl1pPr>
              <a:defRPr/>
            </a:lvl1pPr>
          </a:lstStyle>
          <a:p>
            <a:endParaRPr lang="en-US" altLang="zh-CN">
              <a:solidFill>
                <a:srgbClr val="FFFF66"/>
              </a:solidFill>
            </a:endParaRPr>
          </a:p>
        </p:txBody>
      </p:sp>
      <p:sp>
        <p:nvSpPr>
          <p:cNvPr id="9" name="灯片编号占位符 8"/>
          <p:cNvSpPr>
            <a:spLocks noGrp="1"/>
          </p:cNvSpPr>
          <p:nvPr>
            <p:ph type="sldNum" sz="quarter" idx="12"/>
          </p:nvPr>
        </p:nvSpPr>
        <p:spPr/>
        <p:txBody>
          <a:bodyPr/>
          <a:lstStyle>
            <a:lvl1pPr>
              <a:defRPr/>
            </a:lvl1pPr>
          </a:lstStyle>
          <a:p>
            <a:fld id="{62AE3A43-2650-4DAD-A263-DE8EBD946AC1}" type="slidenum">
              <a:rPr lang="en-US" altLang="zh-CN">
                <a:solidFill>
                  <a:srgbClr val="FFFF66"/>
                </a:solidFill>
              </a:rPr>
              <a:pPr/>
              <a:t>‹#›</a:t>
            </a:fld>
            <a:endParaRPr lang="en-US" altLang="zh-CN">
              <a:solidFill>
                <a:srgbClr val="FFFF66"/>
              </a:solidFill>
            </a:endParaRPr>
          </a:p>
        </p:txBody>
      </p:sp>
    </p:spTree>
    <p:extLst>
      <p:ext uri="{BB962C8B-B14F-4D97-AF65-F5344CB8AC3E}">
        <p14:creationId xmlns:p14="http://schemas.microsoft.com/office/powerpoint/2010/main" val="221451983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endParaRPr lang="en-US" altLang="zh-CN">
              <a:solidFill>
                <a:srgbClr val="FFFF66"/>
              </a:solidFill>
            </a:endParaRPr>
          </a:p>
        </p:txBody>
      </p:sp>
      <p:sp>
        <p:nvSpPr>
          <p:cNvPr id="4" name="页脚占位符 3"/>
          <p:cNvSpPr>
            <a:spLocks noGrp="1"/>
          </p:cNvSpPr>
          <p:nvPr>
            <p:ph type="ftr" sz="quarter" idx="11"/>
          </p:nvPr>
        </p:nvSpPr>
        <p:spPr/>
        <p:txBody>
          <a:bodyPr/>
          <a:lstStyle>
            <a:lvl1pPr>
              <a:defRPr/>
            </a:lvl1pPr>
          </a:lstStyle>
          <a:p>
            <a:endParaRPr lang="en-US" altLang="zh-CN">
              <a:solidFill>
                <a:srgbClr val="FFFF66"/>
              </a:solidFill>
            </a:endParaRPr>
          </a:p>
        </p:txBody>
      </p:sp>
      <p:sp>
        <p:nvSpPr>
          <p:cNvPr id="5" name="灯片编号占位符 4"/>
          <p:cNvSpPr>
            <a:spLocks noGrp="1"/>
          </p:cNvSpPr>
          <p:nvPr>
            <p:ph type="sldNum" sz="quarter" idx="12"/>
          </p:nvPr>
        </p:nvSpPr>
        <p:spPr/>
        <p:txBody>
          <a:bodyPr/>
          <a:lstStyle>
            <a:lvl1pPr>
              <a:defRPr/>
            </a:lvl1pPr>
          </a:lstStyle>
          <a:p>
            <a:fld id="{34CE085D-FDF0-4913-894C-E6D3A82B6E59}" type="slidenum">
              <a:rPr lang="en-US" altLang="zh-CN">
                <a:solidFill>
                  <a:srgbClr val="FFFF66"/>
                </a:solidFill>
              </a:rPr>
              <a:pPr/>
              <a:t>‹#›</a:t>
            </a:fld>
            <a:endParaRPr lang="en-US" altLang="zh-CN">
              <a:solidFill>
                <a:srgbClr val="FFFF66"/>
              </a:solidFill>
            </a:endParaRPr>
          </a:p>
        </p:txBody>
      </p:sp>
    </p:spTree>
    <p:extLst>
      <p:ext uri="{BB962C8B-B14F-4D97-AF65-F5344CB8AC3E}">
        <p14:creationId xmlns:p14="http://schemas.microsoft.com/office/powerpoint/2010/main" val="25540700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solidFill>
                <a:srgbClr val="FFFF66"/>
              </a:solidFill>
            </a:endParaRPr>
          </a:p>
        </p:txBody>
      </p:sp>
      <p:sp>
        <p:nvSpPr>
          <p:cNvPr id="3" name="页脚占位符 2"/>
          <p:cNvSpPr>
            <a:spLocks noGrp="1"/>
          </p:cNvSpPr>
          <p:nvPr>
            <p:ph type="ftr" sz="quarter" idx="11"/>
          </p:nvPr>
        </p:nvSpPr>
        <p:spPr/>
        <p:txBody>
          <a:bodyPr/>
          <a:lstStyle>
            <a:lvl1pPr>
              <a:defRPr/>
            </a:lvl1pPr>
          </a:lstStyle>
          <a:p>
            <a:endParaRPr lang="en-US" altLang="zh-CN">
              <a:solidFill>
                <a:srgbClr val="FFFF66"/>
              </a:solidFill>
            </a:endParaRPr>
          </a:p>
        </p:txBody>
      </p:sp>
      <p:sp>
        <p:nvSpPr>
          <p:cNvPr id="4" name="灯片编号占位符 3"/>
          <p:cNvSpPr>
            <a:spLocks noGrp="1"/>
          </p:cNvSpPr>
          <p:nvPr>
            <p:ph type="sldNum" sz="quarter" idx="12"/>
          </p:nvPr>
        </p:nvSpPr>
        <p:spPr/>
        <p:txBody>
          <a:bodyPr/>
          <a:lstStyle>
            <a:lvl1pPr>
              <a:defRPr/>
            </a:lvl1pPr>
          </a:lstStyle>
          <a:p>
            <a:fld id="{2C837768-19DA-411A-9793-5B5B9B3B817E}" type="slidenum">
              <a:rPr lang="en-US" altLang="zh-CN">
                <a:solidFill>
                  <a:srgbClr val="FFFF66"/>
                </a:solidFill>
              </a:rPr>
              <a:pPr/>
              <a:t>‹#›</a:t>
            </a:fld>
            <a:endParaRPr lang="en-US" altLang="zh-CN">
              <a:solidFill>
                <a:srgbClr val="FFFF66"/>
              </a:solidFill>
            </a:endParaRPr>
          </a:p>
        </p:txBody>
      </p:sp>
    </p:spTree>
    <p:extLst>
      <p:ext uri="{BB962C8B-B14F-4D97-AF65-F5344CB8AC3E}">
        <p14:creationId xmlns:p14="http://schemas.microsoft.com/office/powerpoint/2010/main" val="2855219160"/>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318" y="457200"/>
            <a:ext cx="3932767" cy="1600200"/>
          </a:xfrm>
        </p:spPr>
        <p:txBody>
          <a:bodyPr/>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solidFill>
                <a:srgbClr val="FFFF66"/>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FFFF66"/>
              </a:solidFill>
            </a:endParaRPr>
          </a:p>
        </p:txBody>
      </p:sp>
      <p:sp>
        <p:nvSpPr>
          <p:cNvPr id="7" name="灯片编号占位符 6"/>
          <p:cNvSpPr>
            <a:spLocks noGrp="1"/>
          </p:cNvSpPr>
          <p:nvPr>
            <p:ph type="sldNum" sz="quarter" idx="12"/>
          </p:nvPr>
        </p:nvSpPr>
        <p:spPr/>
        <p:txBody>
          <a:bodyPr/>
          <a:lstStyle>
            <a:lvl1pPr>
              <a:defRPr/>
            </a:lvl1pPr>
          </a:lstStyle>
          <a:p>
            <a:fld id="{2C02B331-6AF9-48FA-9C2E-F0AE2EB47695}" type="slidenum">
              <a:rPr lang="en-US" altLang="zh-CN">
                <a:solidFill>
                  <a:srgbClr val="FFFF66"/>
                </a:solidFill>
              </a:rPr>
              <a:pPr/>
              <a:t>‹#›</a:t>
            </a:fld>
            <a:endParaRPr lang="en-US" altLang="zh-CN">
              <a:solidFill>
                <a:srgbClr val="FFFF66"/>
              </a:solidFill>
            </a:endParaRPr>
          </a:p>
        </p:txBody>
      </p:sp>
    </p:spTree>
    <p:extLst>
      <p:ext uri="{BB962C8B-B14F-4D97-AF65-F5344CB8AC3E}">
        <p14:creationId xmlns:p14="http://schemas.microsoft.com/office/powerpoint/2010/main" val="396229153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318" y="457200"/>
            <a:ext cx="3932767" cy="1600200"/>
          </a:xfrm>
        </p:spPr>
        <p:txBody>
          <a:bodyPr/>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solidFill>
                <a:srgbClr val="FFFF66"/>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FFFF66"/>
              </a:solidFill>
            </a:endParaRPr>
          </a:p>
        </p:txBody>
      </p:sp>
      <p:sp>
        <p:nvSpPr>
          <p:cNvPr id="7" name="灯片编号占位符 6"/>
          <p:cNvSpPr>
            <a:spLocks noGrp="1"/>
          </p:cNvSpPr>
          <p:nvPr>
            <p:ph type="sldNum" sz="quarter" idx="12"/>
          </p:nvPr>
        </p:nvSpPr>
        <p:spPr/>
        <p:txBody>
          <a:bodyPr/>
          <a:lstStyle>
            <a:lvl1pPr>
              <a:defRPr/>
            </a:lvl1pPr>
          </a:lstStyle>
          <a:p>
            <a:fld id="{E9C7D681-DB39-4082-899A-F93CAFB7A110}" type="slidenum">
              <a:rPr lang="en-US" altLang="zh-CN">
                <a:solidFill>
                  <a:srgbClr val="FFFF66"/>
                </a:solidFill>
              </a:rPr>
              <a:pPr/>
              <a:t>‹#›</a:t>
            </a:fld>
            <a:endParaRPr lang="en-US" altLang="zh-CN">
              <a:solidFill>
                <a:srgbClr val="FFFF66"/>
              </a:solidFill>
            </a:endParaRPr>
          </a:p>
        </p:txBody>
      </p:sp>
    </p:spTree>
    <p:extLst>
      <p:ext uri="{BB962C8B-B14F-4D97-AF65-F5344CB8AC3E}">
        <p14:creationId xmlns:p14="http://schemas.microsoft.com/office/powerpoint/2010/main" val="295680566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solidFill>
                <a:srgbClr val="FFFF66"/>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FFFF66"/>
              </a:solidFill>
            </a:endParaRPr>
          </a:p>
        </p:txBody>
      </p:sp>
      <p:sp>
        <p:nvSpPr>
          <p:cNvPr id="6" name="灯片编号占位符 5"/>
          <p:cNvSpPr>
            <a:spLocks noGrp="1"/>
          </p:cNvSpPr>
          <p:nvPr>
            <p:ph type="sldNum" sz="quarter" idx="12"/>
          </p:nvPr>
        </p:nvSpPr>
        <p:spPr/>
        <p:txBody>
          <a:bodyPr/>
          <a:lstStyle>
            <a:lvl1pPr>
              <a:defRPr/>
            </a:lvl1pPr>
          </a:lstStyle>
          <a:p>
            <a:fld id="{1DF68B8E-8429-4779-9666-C8F651629F7C}" type="slidenum">
              <a:rPr lang="en-US" altLang="zh-CN">
                <a:solidFill>
                  <a:srgbClr val="FFFF66"/>
                </a:solidFill>
              </a:rPr>
              <a:pPr/>
              <a:t>‹#›</a:t>
            </a:fld>
            <a:endParaRPr lang="en-US" altLang="zh-CN">
              <a:solidFill>
                <a:srgbClr val="FFFF66"/>
              </a:solidFill>
            </a:endParaRPr>
          </a:p>
        </p:txBody>
      </p:sp>
    </p:spTree>
    <p:extLst>
      <p:ext uri="{BB962C8B-B14F-4D97-AF65-F5344CB8AC3E}">
        <p14:creationId xmlns:p14="http://schemas.microsoft.com/office/powerpoint/2010/main" val="855297513"/>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976785" y="122238"/>
            <a:ext cx="2880783" cy="633095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334434" y="122238"/>
            <a:ext cx="8439151" cy="633095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solidFill>
                <a:srgbClr val="FFFF66"/>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FFFF66"/>
              </a:solidFill>
            </a:endParaRPr>
          </a:p>
        </p:txBody>
      </p:sp>
      <p:sp>
        <p:nvSpPr>
          <p:cNvPr id="6" name="灯片编号占位符 5"/>
          <p:cNvSpPr>
            <a:spLocks noGrp="1"/>
          </p:cNvSpPr>
          <p:nvPr>
            <p:ph type="sldNum" sz="quarter" idx="12"/>
          </p:nvPr>
        </p:nvSpPr>
        <p:spPr/>
        <p:txBody>
          <a:bodyPr/>
          <a:lstStyle>
            <a:lvl1pPr>
              <a:defRPr/>
            </a:lvl1pPr>
          </a:lstStyle>
          <a:p>
            <a:fld id="{29CF449B-A966-495A-B607-28E85774EB35}" type="slidenum">
              <a:rPr lang="en-US" altLang="zh-CN">
                <a:solidFill>
                  <a:srgbClr val="FFFF66"/>
                </a:solidFill>
              </a:rPr>
              <a:pPr/>
              <a:t>‹#›</a:t>
            </a:fld>
            <a:endParaRPr lang="en-US" altLang="zh-CN">
              <a:solidFill>
                <a:srgbClr val="FFFF66"/>
              </a:solidFill>
            </a:endParaRPr>
          </a:p>
        </p:txBody>
      </p:sp>
    </p:spTree>
    <p:extLst>
      <p:ext uri="{BB962C8B-B14F-4D97-AF65-F5344CB8AC3E}">
        <p14:creationId xmlns:p14="http://schemas.microsoft.com/office/powerpoint/2010/main" val="1913927388"/>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OverTx" preserve="1">
  <p:cSld name="标题和内容在文本之上">
    <p:spTree>
      <p:nvGrpSpPr>
        <p:cNvPr id="1" name=""/>
        <p:cNvGrpSpPr/>
        <p:nvPr/>
      </p:nvGrpSpPr>
      <p:grpSpPr>
        <a:xfrm>
          <a:off x="0" y="0"/>
          <a:ext cx="0" cy="0"/>
          <a:chOff x="0" y="0"/>
          <a:chExt cx="0" cy="0"/>
        </a:xfrm>
      </p:grpSpPr>
      <p:sp>
        <p:nvSpPr>
          <p:cNvPr id="2" name="标题 1"/>
          <p:cNvSpPr>
            <a:spLocks noGrp="1"/>
          </p:cNvSpPr>
          <p:nvPr>
            <p:ph type="title"/>
          </p:nvPr>
        </p:nvSpPr>
        <p:spPr>
          <a:xfrm>
            <a:off x="609600" y="122239"/>
            <a:ext cx="10058400" cy="858837"/>
          </a:xfr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334434" y="981076"/>
            <a:ext cx="11523133" cy="26590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334434" y="3792538"/>
            <a:ext cx="11523133" cy="266065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a:xfrm>
            <a:off x="609600" y="6453188"/>
            <a:ext cx="2844800" cy="252412"/>
          </a:xfrm>
        </p:spPr>
        <p:txBody>
          <a:bodyPr/>
          <a:lstStyle>
            <a:lvl1pPr>
              <a:defRPr/>
            </a:lvl1pPr>
          </a:lstStyle>
          <a:p>
            <a:endParaRPr lang="en-US" altLang="zh-CN">
              <a:solidFill>
                <a:srgbClr val="FFFF66"/>
              </a:solidFill>
            </a:endParaRPr>
          </a:p>
        </p:txBody>
      </p:sp>
      <p:sp>
        <p:nvSpPr>
          <p:cNvPr id="6" name="页脚占位符 5"/>
          <p:cNvSpPr>
            <a:spLocks noGrp="1"/>
          </p:cNvSpPr>
          <p:nvPr>
            <p:ph type="ftr" sz="quarter" idx="11"/>
          </p:nvPr>
        </p:nvSpPr>
        <p:spPr>
          <a:xfrm>
            <a:off x="4165600" y="6453188"/>
            <a:ext cx="3860800" cy="252412"/>
          </a:xfrm>
        </p:spPr>
        <p:txBody>
          <a:bodyPr/>
          <a:lstStyle>
            <a:lvl1pPr>
              <a:defRPr/>
            </a:lvl1pPr>
          </a:lstStyle>
          <a:p>
            <a:endParaRPr lang="en-US" altLang="zh-CN">
              <a:solidFill>
                <a:srgbClr val="FFFF66"/>
              </a:solidFill>
            </a:endParaRPr>
          </a:p>
        </p:txBody>
      </p:sp>
      <p:sp>
        <p:nvSpPr>
          <p:cNvPr id="7" name="灯片编号占位符 6"/>
          <p:cNvSpPr>
            <a:spLocks noGrp="1"/>
          </p:cNvSpPr>
          <p:nvPr>
            <p:ph type="sldNum" sz="quarter" idx="12"/>
          </p:nvPr>
        </p:nvSpPr>
        <p:spPr>
          <a:xfrm>
            <a:off x="9203267" y="6489701"/>
            <a:ext cx="2844800" cy="252413"/>
          </a:xfrm>
        </p:spPr>
        <p:txBody>
          <a:bodyPr/>
          <a:lstStyle>
            <a:lvl1pPr>
              <a:defRPr/>
            </a:lvl1pPr>
          </a:lstStyle>
          <a:p>
            <a:fld id="{8E431CDB-2883-498D-A682-DB6A869F556A}" type="slidenum">
              <a:rPr lang="en-US" altLang="zh-CN">
                <a:solidFill>
                  <a:srgbClr val="FFFF66"/>
                </a:solidFill>
              </a:rPr>
              <a:pPr/>
              <a:t>‹#›</a:t>
            </a:fld>
            <a:endParaRPr lang="en-US" altLang="zh-CN">
              <a:solidFill>
                <a:srgbClr val="FFFF66"/>
              </a:solidFill>
            </a:endParaRPr>
          </a:p>
        </p:txBody>
      </p:sp>
    </p:spTree>
    <p:extLst>
      <p:ext uri="{BB962C8B-B14F-4D97-AF65-F5344CB8AC3E}">
        <p14:creationId xmlns:p14="http://schemas.microsoft.com/office/powerpoint/2010/main" val="3407441217"/>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22239"/>
            <a:ext cx="10058400" cy="858837"/>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334434" y="981075"/>
            <a:ext cx="5659967" cy="547211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6197601" y="981076"/>
            <a:ext cx="5659967" cy="26590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6197601" y="3792538"/>
            <a:ext cx="5659967" cy="266065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日期占位符 5"/>
          <p:cNvSpPr>
            <a:spLocks noGrp="1"/>
          </p:cNvSpPr>
          <p:nvPr>
            <p:ph type="dt" sz="half" idx="10"/>
          </p:nvPr>
        </p:nvSpPr>
        <p:spPr>
          <a:xfrm>
            <a:off x="609600" y="6453188"/>
            <a:ext cx="2844800" cy="252412"/>
          </a:xfrm>
        </p:spPr>
        <p:txBody>
          <a:bodyPr/>
          <a:lstStyle>
            <a:lvl1pPr>
              <a:defRPr/>
            </a:lvl1pPr>
          </a:lstStyle>
          <a:p>
            <a:endParaRPr lang="en-US" altLang="zh-CN">
              <a:solidFill>
                <a:srgbClr val="FFFF66"/>
              </a:solidFill>
            </a:endParaRPr>
          </a:p>
        </p:txBody>
      </p:sp>
      <p:sp>
        <p:nvSpPr>
          <p:cNvPr id="7" name="页脚占位符 6"/>
          <p:cNvSpPr>
            <a:spLocks noGrp="1"/>
          </p:cNvSpPr>
          <p:nvPr>
            <p:ph type="ftr" sz="quarter" idx="11"/>
          </p:nvPr>
        </p:nvSpPr>
        <p:spPr>
          <a:xfrm>
            <a:off x="4165600" y="6453188"/>
            <a:ext cx="3860800" cy="252412"/>
          </a:xfrm>
        </p:spPr>
        <p:txBody>
          <a:bodyPr/>
          <a:lstStyle>
            <a:lvl1pPr>
              <a:defRPr/>
            </a:lvl1pPr>
          </a:lstStyle>
          <a:p>
            <a:endParaRPr lang="en-US" altLang="zh-CN">
              <a:solidFill>
                <a:srgbClr val="FFFF66"/>
              </a:solidFill>
            </a:endParaRPr>
          </a:p>
        </p:txBody>
      </p:sp>
      <p:sp>
        <p:nvSpPr>
          <p:cNvPr id="8" name="灯片编号占位符 7"/>
          <p:cNvSpPr>
            <a:spLocks noGrp="1"/>
          </p:cNvSpPr>
          <p:nvPr>
            <p:ph type="sldNum" sz="quarter" idx="12"/>
          </p:nvPr>
        </p:nvSpPr>
        <p:spPr>
          <a:xfrm>
            <a:off x="9203267" y="6489701"/>
            <a:ext cx="2844800" cy="252413"/>
          </a:xfrm>
        </p:spPr>
        <p:txBody>
          <a:bodyPr/>
          <a:lstStyle>
            <a:lvl1pPr>
              <a:defRPr/>
            </a:lvl1pPr>
          </a:lstStyle>
          <a:p>
            <a:fld id="{A268E265-8EE9-496D-BD35-3811849A603C}" type="slidenum">
              <a:rPr lang="en-US" altLang="zh-CN">
                <a:solidFill>
                  <a:srgbClr val="FFFF66"/>
                </a:solidFill>
              </a:rPr>
              <a:pPr/>
              <a:t>‹#›</a:t>
            </a:fld>
            <a:endParaRPr lang="en-US" altLang="zh-CN">
              <a:solidFill>
                <a:srgbClr val="FFFF66"/>
              </a:solidFill>
            </a:endParaRPr>
          </a:p>
        </p:txBody>
      </p:sp>
    </p:spTree>
    <p:extLst>
      <p:ext uri="{BB962C8B-B14F-4D97-AF65-F5344CB8AC3E}">
        <p14:creationId xmlns:p14="http://schemas.microsoft.com/office/powerpoint/2010/main" val="371967606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objAndTx" preserve="1">
  <p:cSld name="标题，内容与文本">
    <p:spTree>
      <p:nvGrpSpPr>
        <p:cNvPr id="1" name=""/>
        <p:cNvGrpSpPr/>
        <p:nvPr/>
      </p:nvGrpSpPr>
      <p:grpSpPr>
        <a:xfrm>
          <a:off x="0" y="0"/>
          <a:ext cx="0" cy="0"/>
          <a:chOff x="0" y="0"/>
          <a:chExt cx="0" cy="0"/>
        </a:xfrm>
      </p:grpSpPr>
      <p:sp>
        <p:nvSpPr>
          <p:cNvPr id="2" name="标题 1"/>
          <p:cNvSpPr>
            <a:spLocks noGrp="1"/>
          </p:cNvSpPr>
          <p:nvPr>
            <p:ph type="title"/>
          </p:nvPr>
        </p:nvSpPr>
        <p:spPr>
          <a:xfrm>
            <a:off x="609600" y="122239"/>
            <a:ext cx="10058400" cy="858837"/>
          </a:xfr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334434" y="981075"/>
            <a:ext cx="5659967" cy="547211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197601" y="981075"/>
            <a:ext cx="5659967" cy="547211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a:xfrm>
            <a:off x="609600" y="6453188"/>
            <a:ext cx="2844800" cy="252412"/>
          </a:xfrm>
        </p:spPr>
        <p:txBody>
          <a:bodyPr/>
          <a:lstStyle>
            <a:lvl1pPr>
              <a:defRPr/>
            </a:lvl1pPr>
          </a:lstStyle>
          <a:p>
            <a:endParaRPr lang="en-US" altLang="zh-CN">
              <a:solidFill>
                <a:srgbClr val="FFFF66"/>
              </a:solidFill>
            </a:endParaRPr>
          </a:p>
        </p:txBody>
      </p:sp>
      <p:sp>
        <p:nvSpPr>
          <p:cNvPr id="6" name="页脚占位符 5"/>
          <p:cNvSpPr>
            <a:spLocks noGrp="1"/>
          </p:cNvSpPr>
          <p:nvPr>
            <p:ph type="ftr" sz="quarter" idx="11"/>
          </p:nvPr>
        </p:nvSpPr>
        <p:spPr>
          <a:xfrm>
            <a:off x="4165600" y="6453188"/>
            <a:ext cx="3860800" cy="252412"/>
          </a:xfrm>
        </p:spPr>
        <p:txBody>
          <a:bodyPr/>
          <a:lstStyle>
            <a:lvl1pPr>
              <a:defRPr/>
            </a:lvl1pPr>
          </a:lstStyle>
          <a:p>
            <a:endParaRPr lang="en-US" altLang="zh-CN">
              <a:solidFill>
                <a:srgbClr val="FFFF66"/>
              </a:solidFill>
            </a:endParaRPr>
          </a:p>
        </p:txBody>
      </p:sp>
      <p:sp>
        <p:nvSpPr>
          <p:cNvPr id="7" name="灯片编号占位符 6"/>
          <p:cNvSpPr>
            <a:spLocks noGrp="1"/>
          </p:cNvSpPr>
          <p:nvPr>
            <p:ph type="sldNum" sz="quarter" idx="12"/>
          </p:nvPr>
        </p:nvSpPr>
        <p:spPr>
          <a:xfrm>
            <a:off x="9203267" y="6489701"/>
            <a:ext cx="2844800" cy="252413"/>
          </a:xfrm>
        </p:spPr>
        <p:txBody>
          <a:bodyPr/>
          <a:lstStyle>
            <a:lvl1pPr>
              <a:defRPr/>
            </a:lvl1pPr>
          </a:lstStyle>
          <a:p>
            <a:fld id="{0648895C-B952-4267-AF29-20AB1E08D80B}" type="slidenum">
              <a:rPr lang="en-US" altLang="zh-CN">
                <a:solidFill>
                  <a:srgbClr val="FFFF66"/>
                </a:solidFill>
              </a:rPr>
              <a:pPr/>
              <a:t>‹#›</a:t>
            </a:fld>
            <a:endParaRPr lang="en-US" altLang="zh-CN">
              <a:solidFill>
                <a:srgbClr val="FFFF66"/>
              </a:solidFill>
            </a:endParaRPr>
          </a:p>
        </p:txBody>
      </p:sp>
    </p:spTree>
    <p:extLst>
      <p:ext uri="{BB962C8B-B14F-4D97-AF65-F5344CB8AC3E}">
        <p14:creationId xmlns:p14="http://schemas.microsoft.com/office/powerpoint/2010/main" val="702952253"/>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22239"/>
            <a:ext cx="10058400" cy="858837"/>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334434" y="981075"/>
            <a:ext cx="5659967" cy="547211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97601" y="981075"/>
            <a:ext cx="5659967" cy="547211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a:xfrm>
            <a:off x="609600" y="6453188"/>
            <a:ext cx="2844800" cy="252412"/>
          </a:xfrm>
        </p:spPr>
        <p:txBody>
          <a:bodyPr/>
          <a:lstStyle>
            <a:lvl1pPr>
              <a:defRPr/>
            </a:lvl1pPr>
          </a:lstStyle>
          <a:p>
            <a:endParaRPr lang="en-US" altLang="zh-CN">
              <a:solidFill>
                <a:srgbClr val="FFFF66"/>
              </a:solidFill>
            </a:endParaRPr>
          </a:p>
        </p:txBody>
      </p:sp>
      <p:sp>
        <p:nvSpPr>
          <p:cNvPr id="6" name="页脚占位符 5"/>
          <p:cNvSpPr>
            <a:spLocks noGrp="1"/>
          </p:cNvSpPr>
          <p:nvPr>
            <p:ph type="ftr" sz="quarter" idx="11"/>
          </p:nvPr>
        </p:nvSpPr>
        <p:spPr>
          <a:xfrm>
            <a:off x="4165600" y="6453188"/>
            <a:ext cx="3860800" cy="252412"/>
          </a:xfrm>
        </p:spPr>
        <p:txBody>
          <a:bodyPr/>
          <a:lstStyle>
            <a:lvl1pPr>
              <a:defRPr/>
            </a:lvl1pPr>
          </a:lstStyle>
          <a:p>
            <a:endParaRPr lang="en-US" altLang="zh-CN">
              <a:solidFill>
                <a:srgbClr val="FFFF66"/>
              </a:solidFill>
            </a:endParaRPr>
          </a:p>
        </p:txBody>
      </p:sp>
      <p:sp>
        <p:nvSpPr>
          <p:cNvPr id="7" name="灯片编号占位符 6"/>
          <p:cNvSpPr>
            <a:spLocks noGrp="1"/>
          </p:cNvSpPr>
          <p:nvPr>
            <p:ph type="sldNum" sz="quarter" idx="12"/>
          </p:nvPr>
        </p:nvSpPr>
        <p:spPr>
          <a:xfrm>
            <a:off x="9203267" y="6489701"/>
            <a:ext cx="2844800" cy="252413"/>
          </a:xfrm>
        </p:spPr>
        <p:txBody>
          <a:bodyPr/>
          <a:lstStyle>
            <a:lvl1pPr>
              <a:defRPr/>
            </a:lvl1pPr>
          </a:lstStyle>
          <a:p>
            <a:fld id="{C63F3E33-8CFD-4753-9383-87EAA3B93554}" type="slidenum">
              <a:rPr lang="en-US" altLang="zh-CN">
                <a:solidFill>
                  <a:srgbClr val="FFFF66"/>
                </a:solidFill>
              </a:rPr>
              <a:pPr/>
              <a:t>‹#›</a:t>
            </a:fld>
            <a:endParaRPr lang="en-US" altLang="zh-CN">
              <a:solidFill>
                <a:srgbClr val="FFFF66"/>
              </a:solidFill>
            </a:endParaRPr>
          </a:p>
        </p:txBody>
      </p:sp>
    </p:spTree>
    <p:extLst>
      <p:ext uri="{BB962C8B-B14F-4D97-AF65-F5344CB8AC3E}">
        <p14:creationId xmlns:p14="http://schemas.microsoft.com/office/powerpoint/2010/main" val="1149401099"/>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xOverObj" preserve="1">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a:xfrm>
            <a:off x="609600" y="122239"/>
            <a:ext cx="10058400" cy="858837"/>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334434" y="981076"/>
            <a:ext cx="11523133" cy="26590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334434" y="3792538"/>
            <a:ext cx="11523133" cy="266065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a:xfrm>
            <a:off x="609600" y="6453188"/>
            <a:ext cx="2844800" cy="252412"/>
          </a:xfrm>
        </p:spPr>
        <p:txBody>
          <a:bodyPr/>
          <a:lstStyle>
            <a:lvl1pPr>
              <a:defRPr/>
            </a:lvl1pPr>
          </a:lstStyle>
          <a:p>
            <a:endParaRPr lang="en-US" altLang="zh-CN">
              <a:solidFill>
                <a:srgbClr val="FFFF66"/>
              </a:solidFill>
            </a:endParaRPr>
          </a:p>
        </p:txBody>
      </p:sp>
      <p:sp>
        <p:nvSpPr>
          <p:cNvPr id="6" name="页脚占位符 5"/>
          <p:cNvSpPr>
            <a:spLocks noGrp="1"/>
          </p:cNvSpPr>
          <p:nvPr>
            <p:ph type="ftr" sz="quarter" idx="11"/>
          </p:nvPr>
        </p:nvSpPr>
        <p:spPr>
          <a:xfrm>
            <a:off x="4165600" y="6453188"/>
            <a:ext cx="3860800" cy="252412"/>
          </a:xfrm>
        </p:spPr>
        <p:txBody>
          <a:bodyPr/>
          <a:lstStyle>
            <a:lvl1pPr>
              <a:defRPr/>
            </a:lvl1pPr>
          </a:lstStyle>
          <a:p>
            <a:endParaRPr lang="en-US" altLang="zh-CN">
              <a:solidFill>
                <a:srgbClr val="FFFF66"/>
              </a:solidFill>
            </a:endParaRPr>
          </a:p>
        </p:txBody>
      </p:sp>
      <p:sp>
        <p:nvSpPr>
          <p:cNvPr id="7" name="灯片编号占位符 6"/>
          <p:cNvSpPr>
            <a:spLocks noGrp="1"/>
          </p:cNvSpPr>
          <p:nvPr>
            <p:ph type="sldNum" sz="quarter" idx="12"/>
          </p:nvPr>
        </p:nvSpPr>
        <p:spPr>
          <a:xfrm>
            <a:off x="9203267" y="6489701"/>
            <a:ext cx="2844800" cy="252413"/>
          </a:xfrm>
        </p:spPr>
        <p:txBody>
          <a:bodyPr/>
          <a:lstStyle>
            <a:lvl1pPr>
              <a:defRPr/>
            </a:lvl1pPr>
          </a:lstStyle>
          <a:p>
            <a:fld id="{59CB732B-B811-43FF-AE6F-7861E5DFCD38}" type="slidenum">
              <a:rPr lang="en-US" altLang="zh-CN">
                <a:solidFill>
                  <a:srgbClr val="FFFF66"/>
                </a:solidFill>
              </a:rPr>
              <a:pPr/>
              <a:t>‹#›</a:t>
            </a:fld>
            <a:endParaRPr lang="en-US" altLang="zh-CN">
              <a:solidFill>
                <a:srgbClr val="FFFF66"/>
              </a:solidFill>
            </a:endParaRPr>
          </a:p>
        </p:txBody>
      </p:sp>
    </p:spTree>
    <p:extLst>
      <p:ext uri="{BB962C8B-B14F-4D97-AF65-F5344CB8AC3E}">
        <p14:creationId xmlns:p14="http://schemas.microsoft.com/office/powerpoint/2010/main" val="318780855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6146" name="Line 2"/>
          <p:cNvSpPr>
            <a:spLocks noChangeShapeType="1"/>
          </p:cNvSpPr>
          <p:nvPr/>
        </p:nvSpPr>
        <p:spPr bwMode="auto">
          <a:xfrm>
            <a:off x="9753600" y="1066800"/>
            <a:ext cx="0" cy="449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47" name="Rectangle 3"/>
          <p:cNvSpPr>
            <a:spLocks noGrp="1" noChangeArrowheads="1"/>
          </p:cNvSpPr>
          <p:nvPr>
            <p:ph type="ctrTitle"/>
          </p:nvPr>
        </p:nvSpPr>
        <p:spPr>
          <a:xfrm>
            <a:off x="421217" y="466725"/>
            <a:ext cx="9042400" cy="2133600"/>
          </a:xfrm>
        </p:spPr>
        <p:txBody>
          <a:bodyPr/>
          <a:lstStyle>
            <a:lvl1pPr algn="r">
              <a:defRPr sz="5000"/>
            </a:lvl1pPr>
          </a:lstStyle>
          <a:p>
            <a:pPr lvl="0"/>
            <a:r>
              <a:rPr lang="en-US" altLang="zh-CN" noProof="0" smtClean="0"/>
              <a:t>Click to edit Master title style</a:t>
            </a:r>
          </a:p>
        </p:txBody>
      </p:sp>
      <p:sp>
        <p:nvSpPr>
          <p:cNvPr id="6148" name="Rectangle 4"/>
          <p:cNvSpPr>
            <a:spLocks noGrp="1" noChangeArrowheads="1"/>
          </p:cNvSpPr>
          <p:nvPr>
            <p:ph type="subTitle" idx="1"/>
          </p:nvPr>
        </p:nvSpPr>
        <p:spPr>
          <a:xfrm>
            <a:off x="1132417" y="3049588"/>
            <a:ext cx="8331200" cy="2362200"/>
          </a:xfrm>
        </p:spPr>
        <p:txBody>
          <a:bodyPr/>
          <a:lstStyle>
            <a:lvl1pPr marL="0" indent="0" algn="r">
              <a:buFont typeface="Wingdings" panose="05000000000000000000" pitchFamily="2" charset="2"/>
              <a:buNone/>
              <a:defRPr sz="3400"/>
            </a:lvl1pPr>
          </a:lstStyle>
          <a:p>
            <a:pPr lvl="0"/>
            <a:r>
              <a:rPr lang="en-US" altLang="zh-CN" noProof="0" smtClean="0"/>
              <a:t>Click to edit Master subtitle style</a:t>
            </a:r>
          </a:p>
        </p:txBody>
      </p:sp>
      <p:sp>
        <p:nvSpPr>
          <p:cNvPr id="6149" name="Rectangle 5"/>
          <p:cNvSpPr>
            <a:spLocks noGrp="1" noChangeArrowheads="1"/>
          </p:cNvSpPr>
          <p:nvPr>
            <p:ph type="dt" sz="half" idx="2"/>
          </p:nvPr>
        </p:nvSpPr>
        <p:spPr>
          <a:xfrm>
            <a:off x="609600" y="6248400"/>
            <a:ext cx="2844800" cy="457200"/>
          </a:xfrm>
        </p:spPr>
        <p:txBody>
          <a:bodyPr/>
          <a:lstStyle>
            <a:lvl1pPr>
              <a:defRPr/>
            </a:lvl1pPr>
          </a:lstStyle>
          <a:p>
            <a:endParaRPr lang="en-US" altLang="zh-CN">
              <a:solidFill>
                <a:srgbClr val="FFFF66"/>
              </a:solidFill>
            </a:endParaRPr>
          </a:p>
        </p:txBody>
      </p:sp>
      <p:sp>
        <p:nvSpPr>
          <p:cNvPr id="6150" name="Rectangle 6"/>
          <p:cNvSpPr>
            <a:spLocks noGrp="1" noChangeArrowheads="1"/>
          </p:cNvSpPr>
          <p:nvPr>
            <p:ph type="ftr" sz="quarter" idx="3"/>
          </p:nvPr>
        </p:nvSpPr>
        <p:spPr>
          <a:xfrm>
            <a:off x="4165600" y="6248400"/>
            <a:ext cx="3860800" cy="457200"/>
          </a:xfrm>
        </p:spPr>
        <p:txBody>
          <a:bodyPr/>
          <a:lstStyle>
            <a:lvl1pPr>
              <a:defRPr/>
            </a:lvl1pPr>
          </a:lstStyle>
          <a:p>
            <a:endParaRPr lang="en-US" altLang="zh-CN">
              <a:solidFill>
                <a:srgbClr val="FFFF66"/>
              </a:solidFill>
            </a:endParaRPr>
          </a:p>
        </p:txBody>
      </p:sp>
      <p:sp>
        <p:nvSpPr>
          <p:cNvPr id="6151" name="Rectangle 7"/>
          <p:cNvSpPr>
            <a:spLocks noGrp="1" noChangeArrowheads="1"/>
          </p:cNvSpPr>
          <p:nvPr>
            <p:ph type="sldNum" sz="quarter" idx="4"/>
          </p:nvPr>
        </p:nvSpPr>
        <p:spPr>
          <a:xfrm>
            <a:off x="8737600" y="6248400"/>
            <a:ext cx="2844800" cy="457200"/>
          </a:xfrm>
        </p:spPr>
        <p:txBody>
          <a:bodyPr/>
          <a:lstStyle>
            <a:lvl1pPr>
              <a:defRPr/>
            </a:lvl1pPr>
          </a:lstStyle>
          <a:p>
            <a:fld id="{ECECA0CB-3403-4466-995B-8DF8662D85CD}" type="slidenum">
              <a:rPr lang="en-US" altLang="zh-CN">
                <a:solidFill>
                  <a:srgbClr val="FFFF66"/>
                </a:solidFill>
              </a:rPr>
              <a:pPr/>
              <a:t>‹#›</a:t>
            </a:fld>
            <a:endParaRPr lang="en-US" altLang="zh-CN">
              <a:solidFill>
                <a:srgbClr val="FFFF66"/>
              </a:solidFill>
            </a:endParaRPr>
          </a:p>
        </p:txBody>
      </p:sp>
      <p:grpSp>
        <p:nvGrpSpPr>
          <p:cNvPr id="6152" name="Group 8"/>
          <p:cNvGrpSpPr>
            <a:grpSpLocks/>
          </p:cNvGrpSpPr>
          <p:nvPr/>
        </p:nvGrpSpPr>
        <p:grpSpPr bwMode="auto">
          <a:xfrm>
            <a:off x="9990667" y="2992438"/>
            <a:ext cx="1784351" cy="2189162"/>
            <a:chOff x="4704" y="1885"/>
            <a:chExt cx="843" cy="1379"/>
          </a:xfrm>
        </p:grpSpPr>
        <p:sp>
          <p:nvSpPr>
            <p:cNvPr id="6153" name="Oval 9"/>
            <p:cNvSpPr>
              <a:spLocks noChangeArrowheads="1"/>
            </p:cNvSpPr>
            <p:nvPr/>
          </p:nvSpPr>
          <p:spPr bwMode="auto">
            <a:xfrm>
              <a:off x="4704"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54" name="Oval 10"/>
            <p:cNvSpPr>
              <a:spLocks noChangeArrowheads="1"/>
            </p:cNvSpPr>
            <p:nvPr/>
          </p:nvSpPr>
          <p:spPr bwMode="auto">
            <a:xfrm>
              <a:off x="4883"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55" name="Oval 11"/>
            <p:cNvSpPr>
              <a:spLocks noChangeArrowheads="1"/>
            </p:cNvSpPr>
            <p:nvPr/>
          </p:nvSpPr>
          <p:spPr bwMode="auto">
            <a:xfrm>
              <a:off x="5062"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56" name="Oval 12"/>
            <p:cNvSpPr>
              <a:spLocks noChangeArrowheads="1"/>
            </p:cNvSpPr>
            <p:nvPr/>
          </p:nvSpPr>
          <p:spPr bwMode="auto">
            <a:xfrm>
              <a:off x="4704"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57" name="Oval 13"/>
            <p:cNvSpPr>
              <a:spLocks noChangeArrowheads="1"/>
            </p:cNvSpPr>
            <p:nvPr/>
          </p:nvSpPr>
          <p:spPr bwMode="auto">
            <a:xfrm>
              <a:off x="4883"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58" name="Oval 14"/>
            <p:cNvSpPr>
              <a:spLocks noChangeArrowheads="1"/>
            </p:cNvSpPr>
            <p:nvPr/>
          </p:nvSpPr>
          <p:spPr bwMode="auto">
            <a:xfrm>
              <a:off x="5062"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59" name="Oval 15"/>
            <p:cNvSpPr>
              <a:spLocks noChangeArrowheads="1"/>
            </p:cNvSpPr>
            <p:nvPr/>
          </p:nvSpPr>
          <p:spPr bwMode="auto">
            <a:xfrm>
              <a:off x="5241" y="2064"/>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60" name="Oval 16"/>
            <p:cNvSpPr>
              <a:spLocks noChangeArrowheads="1"/>
            </p:cNvSpPr>
            <p:nvPr/>
          </p:nvSpPr>
          <p:spPr bwMode="auto">
            <a:xfrm>
              <a:off x="4704" y="2243"/>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61" name="Oval 17"/>
            <p:cNvSpPr>
              <a:spLocks noChangeArrowheads="1"/>
            </p:cNvSpPr>
            <p:nvPr/>
          </p:nvSpPr>
          <p:spPr bwMode="auto">
            <a:xfrm>
              <a:off x="4883" y="2243"/>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62" name="Oval 18"/>
            <p:cNvSpPr>
              <a:spLocks noChangeArrowheads="1"/>
            </p:cNvSpPr>
            <p:nvPr/>
          </p:nvSpPr>
          <p:spPr bwMode="auto">
            <a:xfrm>
              <a:off x="5062" y="2243"/>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63" name="Oval 19"/>
            <p:cNvSpPr>
              <a:spLocks noChangeArrowheads="1"/>
            </p:cNvSpPr>
            <p:nvPr/>
          </p:nvSpPr>
          <p:spPr bwMode="auto">
            <a:xfrm>
              <a:off x="5241" y="2243"/>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64" name="Oval 20"/>
            <p:cNvSpPr>
              <a:spLocks noChangeArrowheads="1"/>
            </p:cNvSpPr>
            <p:nvPr/>
          </p:nvSpPr>
          <p:spPr bwMode="auto">
            <a:xfrm>
              <a:off x="5420" y="2243"/>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65" name="Oval 21"/>
            <p:cNvSpPr>
              <a:spLocks noChangeArrowheads="1"/>
            </p:cNvSpPr>
            <p:nvPr/>
          </p:nvSpPr>
          <p:spPr bwMode="auto">
            <a:xfrm>
              <a:off x="4704" y="2421"/>
              <a:ext cx="127" cy="128"/>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66" name="Oval 22"/>
            <p:cNvSpPr>
              <a:spLocks noChangeArrowheads="1"/>
            </p:cNvSpPr>
            <p:nvPr/>
          </p:nvSpPr>
          <p:spPr bwMode="auto">
            <a:xfrm>
              <a:off x="4883" y="2421"/>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67" name="Oval 23"/>
            <p:cNvSpPr>
              <a:spLocks noChangeArrowheads="1"/>
            </p:cNvSpPr>
            <p:nvPr/>
          </p:nvSpPr>
          <p:spPr bwMode="auto">
            <a:xfrm>
              <a:off x="5062" y="2421"/>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68" name="Oval 24"/>
            <p:cNvSpPr>
              <a:spLocks noChangeArrowheads="1"/>
            </p:cNvSpPr>
            <p:nvPr/>
          </p:nvSpPr>
          <p:spPr bwMode="auto">
            <a:xfrm>
              <a:off x="5241" y="2421"/>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69" name="Oval 25"/>
            <p:cNvSpPr>
              <a:spLocks noChangeArrowheads="1"/>
            </p:cNvSpPr>
            <p:nvPr/>
          </p:nvSpPr>
          <p:spPr bwMode="auto">
            <a:xfrm>
              <a:off x="4704" y="2600"/>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70" name="Oval 26"/>
            <p:cNvSpPr>
              <a:spLocks noChangeArrowheads="1"/>
            </p:cNvSpPr>
            <p:nvPr/>
          </p:nvSpPr>
          <p:spPr bwMode="auto">
            <a:xfrm>
              <a:off x="4883" y="2600"/>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71" name="Oval 27"/>
            <p:cNvSpPr>
              <a:spLocks noChangeArrowheads="1"/>
            </p:cNvSpPr>
            <p:nvPr/>
          </p:nvSpPr>
          <p:spPr bwMode="auto">
            <a:xfrm>
              <a:off x="5062" y="2600"/>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72" name="Oval 28"/>
            <p:cNvSpPr>
              <a:spLocks noChangeArrowheads="1"/>
            </p:cNvSpPr>
            <p:nvPr/>
          </p:nvSpPr>
          <p:spPr bwMode="auto">
            <a:xfrm>
              <a:off x="5241" y="2600"/>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73" name="Oval 29"/>
            <p:cNvSpPr>
              <a:spLocks noChangeArrowheads="1"/>
            </p:cNvSpPr>
            <p:nvPr/>
          </p:nvSpPr>
          <p:spPr bwMode="auto">
            <a:xfrm>
              <a:off x="5420" y="2600"/>
              <a:ext cx="127" cy="128"/>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74" name="Oval 30"/>
            <p:cNvSpPr>
              <a:spLocks noChangeArrowheads="1"/>
            </p:cNvSpPr>
            <p:nvPr/>
          </p:nvSpPr>
          <p:spPr bwMode="auto">
            <a:xfrm>
              <a:off x="4704" y="2779"/>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75" name="Oval 31"/>
            <p:cNvSpPr>
              <a:spLocks noChangeArrowheads="1"/>
            </p:cNvSpPr>
            <p:nvPr/>
          </p:nvSpPr>
          <p:spPr bwMode="auto">
            <a:xfrm>
              <a:off x="4883" y="2779"/>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76" name="Oval 32"/>
            <p:cNvSpPr>
              <a:spLocks noChangeArrowheads="1"/>
            </p:cNvSpPr>
            <p:nvPr/>
          </p:nvSpPr>
          <p:spPr bwMode="auto">
            <a:xfrm>
              <a:off x="5062" y="2779"/>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77" name="Oval 33"/>
            <p:cNvSpPr>
              <a:spLocks noChangeArrowheads="1"/>
            </p:cNvSpPr>
            <p:nvPr/>
          </p:nvSpPr>
          <p:spPr bwMode="auto">
            <a:xfrm>
              <a:off x="5241" y="2779"/>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78" name="Oval 34"/>
            <p:cNvSpPr>
              <a:spLocks noChangeArrowheads="1"/>
            </p:cNvSpPr>
            <p:nvPr/>
          </p:nvSpPr>
          <p:spPr bwMode="auto">
            <a:xfrm>
              <a:off x="4704" y="2958"/>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79" name="Oval 35"/>
            <p:cNvSpPr>
              <a:spLocks noChangeArrowheads="1"/>
            </p:cNvSpPr>
            <p:nvPr/>
          </p:nvSpPr>
          <p:spPr bwMode="auto">
            <a:xfrm>
              <a:off x="4883" y="2958"/>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80" name="Oval 36"/>
            <p:cNvSpPr>
              <a:spLocks noChangeArrowheads="1"/>
            </p:cNvSpPr>
            <p:nvPr/>
          </p:nvSpPr>
          <p:spPr bwMode="auto">
            <a:xfrm>
              <a:off x="5062" y="2958"/>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81" name="Oval 37"/>
            <p:cNvSpPr>
              <a:spLocks noChangeArrowheads="1"/>
            </p:cNvSpPr>
            <p:nvPr/>
          </p:nvSpPr>
          <p:spPr bwMode="auto">
            <a:xfrm>
              <a:off x="5241" y="2958"/>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82" name="Oval 38"/>
            <p:cNvSpPr>
              <a:spLocks noChangeArrowheads="1"/>
            </p:cNvSpPr>
            <p:nvPr/>
          </p:nvSpPr>
          <p:spPr bwMode="auto">
            <a:xfrm>
              <a:off x="4883" y="3137"/>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6183" name="Oval 39"/>
            <p:cNvSpPr>
              <a:spLocks noChangeArrowheads="1"/>
            </p:cNvSpPr>
            <p:nvPr/>
          </p:nvSpPr>
          <p:spPr bwMode="auto">
            <a:xfrm>
              <a:off x="5241" y="3137"/>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grpSp>
      <p:sp>
        <p:nvSpPr>
          <p:cNvPr id="6184" name="Line 40"/>
          <p:cNvSpPr>
            <a:spLocks noChangeShapeType="1"/>
          </p:cNvSpPr>
          <p:nvPr/>
        </p:nvSpPr>
        <p:spPr bwMode="auto">
          <a:xfrm>
            <a:off x="406400" y="2819400"/>
            <a:ext cx="10972800" cy="0"/>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Tree>
    <p:extLst>
      <p:ext uri="{BB962C8B-B14F-4D97-AF65-F5344CB8AC3E}">
        <p14:creationId xmlns:p14="http://schemas.microsoft.com/office/powerpoint/2010/main" val="2744826733"/>
      </p:ext>
    </p:extLst>
  </p:cSld>
  <p:clrMapOvr>
    <a:masterClrMapping/>
  </p:clrMapOvr>
  <p:timing>
    <p:tnLst>
      <p:par>
        <p:cTn id="1" dur="indefinite" restart="never" nodeType="tmRoot"/>
      </p:par>
    </p:tnLst>
  </p:timing>
</p:sldLayout>
</file>

<file path=ppt/slideLayouts/slideLayout7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solidFill>
                <a:srgbClr val="FFFF66"/>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FFFF66"/>
              </a:solidFill>
            </a:endParaRPr>
          </a:p>
        </p:txBody>
      </p:sp>
      <p:sp>
        <p:nvSpPr>
          <p:cNvPr id="6" name="灯片编号占位符 5"/>
          <p:cNvSpPr>
            <a:spLocks noGrp="1"/>
          </p:cNvSpPr>
          <p:nvPr>
            <p:ph type="sldNum" sz="quarter" idx="12"/>
          </p:nvPr>
        </p:nvSpPr>
        <p:spPr/>
        <p:txBody>
          <a:bodyPr/>
          <a:lstStyle>
            <a:lvl1pPr>
              <a:defRPr/>
            </a:lvl1pPr>
          </a:lstStyle>
          <a:p>
            <a:fld id="{0DF417F7-DC4D-4FC6-9A4A-A143788C97EF}" type="slidenum">
              <a:rPr lang="en-US" altLang="zh-CN">
                <a:solidFill>
                  <a:srgbClr val="FFFF66"/>
                </a:solidFill>
              </a:rPr>
              <a:pPr/>
              <a:t>‹#›</a:t>
            </a:fld>
            <a:endParaRPr lang="en-US" altLang="zh-CN">
              <a:solidFill>
                <a:srgbClr val="FFFF66"/>
              </a:solidFill>
            </a:endParaRPr>
          </a:p>
        </p:txBody>
      </p:sp>
    </p:spTree>
    <p:extLst>
      <p:ext uri="{BB962C8B-B14F-4D97-AF65-F5344CB8AC3E}">
        <p14:creationId xmlns:p14="http://schemas.microsoft.com/office/powerpoint/2010/main" val="713966248"/>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9"/>
            <a:ext cx="10515600" cy="2852737"/>
          </a:xfrm>
        </p:spPr>
        <p:txBody>
          <a:bodyPr/>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solidFill>
                <a:srgbClr val="FFFF66"/>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FFFF66"/>
              </a:solidFill>
            </a:endParaRPr>
          </a:p>
        </p:txBody>
      </p:sp>
      <p:sp>
        <p:nvSpPr>
          <p:cNvPr id="6" name="灯片编号占位符 5"/>
          <p:cNvSpPr>
            <a:spLocks noGrp="1"/>
          </p:cNvSpPr>
          <p:nvPr>
            <p:ph type="sldNum" sz="quarter" idx="12"/>
          </p:nvPr>
        </p:nvSpPr>
        <p:spPr/>
        <p:txBody>
          <a:bodyPr/>
          <a:lstStyle>
            <a:lvl1pPr>
              <a:defRPr/>
            </a:lvl1pPr>
          </a:lstStyle>
          <a:p>
            <a:fld id="{C8310A4A-FEDF-41D2-BF60-E6112B374BF7}" type="slidenum">
              <a:rPr lang="en-US" altLang="zh-CN">
                <a:solidFill>
                  <a:srgbClr val="FFFF66"/>
                </a:solidFill>
              </a:rPr>
              <a:pPr/>
              <a:t>‹#›</a:t>
            </a:fld>
            <a:endParaRPr lang="en-US" altLang="zh-CN">
              <a:solidFill>
                <a:srgbClr val="FFFF66"/>
              </a:solidFill>
            </a:endParaRPr>
          </a:p>
        </p:txBody>
      </p:sp>
    </p:spTree>
    <p:extLst>
      <p:ext uri="{BB962C8B-B14F-4D97-AF65-F5344CB8AC3E}">
        <p14:creationId xmlns:p14="http://schemas.microsoft.com/office/powerpoint/2010/main" val="1637811503"/>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334434" y="981075"/>
            <a:ext cx="5659967" cy="547211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97601" y="981075"/>
            <a:ext cx="5659967" cy="547211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endParaRPr lang="en-US" altLang="zh-CN">
              <a:solidFill>
                <a:srgbClr val="FFFF66"/>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FFFF66"/>
              </a:solidFill>
            </a:endParaRPr>
          </a:p>
        </p:txBody>
      </p:sp>
      <p:sp>
        <p:nvSpPr>
          <p:cNvPr id="7" name="灯片编号占位符 6"/>
          <p:cNvSpPr>
            <a:spLocks noGrp="1"/>
          </p:cNvSpPr>
          <p:nvPr>
            <p:ph type="sldNum" sz="quarter" idx="12"/>
          </p:nvPr>
        </p:nvSpPr>
        <p:spPr/>
        <p:txBody>
          <a:bodyPr/>
          <a:lstStyle>
            <a:lvl1pPr>
              <a:defRPr/>
            </a:lvl1pPr>
          </a:lstStyle>
          <a:p>
            <a:fld id="{D8926A3C-9A65-4465-B748-5538B9A78C93}" type="slidenum">
              <a:rPr lang="en-US" altLang="zh-CN">
                <a:solidFill>
                  <a:srgbClr val="FFFF66"/>
                </a:solidFill>
              </a:rPr>
              <a:pPr/>
              <a:t>‹#›</a:t>
            </a:fld>
            <a:endParaRPr lang="en-US" altLang="zh-CN">
              <a:solidFill>
                <a:srgbClr val="FFFF66"/>
              </a:solidFill>
            </a:endParaRPr>
          </a:p>
        </p:txBody>
      </p:sp>
    </p:spTree>
    <p:extLst>
      <p:ext uri="{BB962C8B-B14F-4D97-AF65-F5344CB8AC3E}">
        <p14:creationId xmlns:p14="http://schemas.microsoft.com/office/powerpoint/2010/main" val="858754605"/>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40317" y="365126"/>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40318" y="2505075"/>
            <a:ext cx="5158316"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71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endParaRPr lang="en-US" altLang="zh-CN">
              <a:solidFill>
                <a:srgbClr val="FFFF66"/>
              </a:solidFill>
            </a:endParaRPr>
          </a:p>
        </p:txBody>
      </p:sp>
      <p:sp>
        <p:nvSpPr>
          <p:cNvPr id="8" name="页脚占位符 7"/>
          <p:cNvSpPr>
            <a:spLocks noGrp="1"/>
          </p:cNvSpPr>
          <p:nvPr>
            <p:ph type="ftr" sz="quarter" idx="11"/>
          </p:nvPr>
        </p:nvSpPr>
        <p:spPr/>
        <p:txBody>
          <a:bodyPr/>
          <a:lstStyle>
            <a:lvl1pPr>
              <a:defRPr/>
            </a:lvl1pPr>
          </a:lstStyle>
          <a:p>
            <a:endParaRPr lang="en-US" altLang="zh-CN">
              <a:solidFill>
                <a:srgbClr val="FFFF66"/>
              </a:solidFill>
            </a:endParaRPr>
          </a:p>
        </p:txBody>
      </p:sp>
      <p:sp>
        <p:nvSpPr>
          <p:cNvPr id="9" name="灯片编号占位符 8"/>
          <p:cNvSpPr>
            <a:spLocks noGrp="1"/>
          </p:cNvSpPr>
          <p:nvPr>
            <p:ph type="sldNum" sz="quarter" idx="12"/>
          </p:nvPr>
        </p:nvSpPr>
        <p:spPr/>
        <p:txBody>
          <a:bodyPr/>
          <a:lstStyle>
            <a:lvl1pPr>
              <a:defRPr/>
            </a:lvl1pPr>
          </a:lstStyle>
          <a:p>
            <a:fld id="{62AE3A43-2650-4DAD-A263-DE8EBD946AC1}" type="slidenum">
              <a:rPr lang="en-US" altLang="zh-CN">
                <a:solidFill>
                  <a:srgbClr val="FFFF66"/>
                </a:solidFill>
              </a:rPr>
              <a:pPr/>
              <a:t>‹#›</a:t>
            </a:fld>
            <a:endParaRPr lang="en-US" altLang="zh-CN">
              <a:solidFill>
                <a:srgbClr val="FFFF66"/>
              </a:solidFill>
            </a:endParaRPr>
          </a:p>
        </p:txBody>
      </p:sp>
    </p:spTree>
    <p:extLst>
      <p:ext uri="{BB962C8B-B14F-4D97-AF65-F5344CB8AC3E}">
        <p14:creationId xmlns:p14="http://schemas.microsoft.com/office/powerpoint/2010/main" val="2253289167"/>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endParaRPr lang="en-US" altLang="zh-CN">
              <a:solidFill>
                <a:srgbClr val="FFFF66"/>
              </a:solidFill>
            </a:endParaRPr>
          </a:p>
        </p:txBody>
      </p:sp>
      <p:sp>
        <p:nvSpPr>
          <p:cNvPr id="4" name="页脚占位符 3"/>
          <p:cNvSpPr>
            <a:spLocks noGrp="1"/>
          </p:cNvSpPr>
          <p:nvPr>
            <p:ph type="ftr" sz="quarter" idx="11"/>
          </p:nvPr>
        </p:nvSpPr>
        <p:spPr/>
        <p:txBody>
          <a:bodyPr/>
          <a:lstStyle>
            <a:lvl1pPr>
              <a:defRPr/>
            </a:lvl1pPr>
          </a:lstStyle>
          <a:p>
            <a:endParaRPr lang="en-US" altLang="zh-CN">
              <a:solidFill>
                <a:srgbClr val="FFFF66"/>
              </a:solidFill>
            </a:endParaRPr>
          </a:p>
        </p:txBody>
      </p:sp>
      <p:sp>
        <p:nvSpPr>
          <p:cNvPr id="5" name="灯片编号占位符 4"/>
          <p:cNvSpPr>
            <a:spLocks noGrp="1"/>
          </p:cNvSpPr>
          <p:nvPr>
            <p:ph type="sldNum" sz="quarter" idx="12"/>
          </p:nvPr>
        </p:nvSpPr>
        <p:spPr/>
        <p:txBody>
          <a:bodyPr/>
          <a:lstStyle>
            <a:lvl1pPr>
              <a:defRPr/>
            </a:lvl1pPr>
          </a:lstStyle>
          <a:p>
            <a:fld id="{34CE085D-FDF0-4913-894C-E6D3A82B6E59}" type="slidenum">
              <a:rPr lang="en-US" altLang="zh-CN">
                <a:solidFill>
                  <a:srgbClr val="FFFF66"/>
                </a:solidFill>
              </a:rPr>
              <a:pPr/>
              <a:t>‹#›</a:t>
            </a:fld>
            <a:endParaRPr lang="en-US" altLang="zh-CN">
              <a:solidFill>
                <a:srgbClr val="FFFF66"/>
              </a:solidFill>
            </a:endParaRPr>
          </a:p>
        </p:txBody>
      </p:sp>
    </p:spTree>
    <p:extLst>
      <p:ext uri="{BB962C8B-B14F-4D97-AF65-F5344CB8AC3E}">
        <p14:creationId xmlns:p14="http://schemas.microsoft.com/office/powerpoint/2010/main" val="383201847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solidFill>
                <a:srgbClr val="FFFF66"/>
              </a:solidFill>
            </a:endParaRPr>
          </a:p>
        </p:txBody>
      </p:sp>
      <p:sp>
        <p:nvSpPr>
          <p:cNvPr id="3" name="页脚占位符 2"/>
          <p:cNvSpPr>
            <a:spLocks noGrp="1"/>
          </p:cNvSpPr>
          <p:nvPr>
            <p:ph type="ftr" sz="quarter" idx="11"/>
          </p:nvPr>
        </p:nvSpPr>
        <p:spPr/>
        <p:txBody>
          <a:bodyPr/>
          <a:lstStyle>
            <a:lvl1pPr>
              <a:defRPr/>
            </a:lvl1pPr>
          </a:lstStyle>
          <a:p>
            <a:endParaRPr lang="en-US" altLang="zh-CN">
              <a:solidFill>
                <a:srgbClr val="FFFF66"/>
              </a:solidFill>
            </a:endParaRPr>
          </a:p>
        </p:txBody>
      </p:sp>
      <p:sp>
        <p:nvSpPr>
          <p:cNvPr id="4" name="灯片编号占位符 3"/>
          <p:cNvSpPr>
            <a:spLocks noGrp="1"/>
          </p:cNvSpPr>
          <p:nvPr>
            <p:ph type="sldNum" sz="quarter" idx="12"/>
          </p:nvPr>
        </p:nvSpPr>
        <p:spPr/>
        <p:txBody>
          <a:bodyPr/>
          <a:lstStyle>
            <a:lvl1pPr>
              <a:defRPr/>
            </a:lvl1pPr>
          </a:lstStyle>
          <a:p>
            <a:fld id="{2C837768-19DA-411A-9793-5B5B9B3B817E}" type="slidenum">
              <a:rPr lang="en-US" altLang="zh-CN">
                <a:solidFill>
                  <a:srgbClr val="FFFF66"/>
                </a:solidFill>
              </a:rPr>
              <a:pPr/>
              <a:t>‹#›</a:t>
            </a:fld>
            <a:endParaRPr lang="en-US" altLang="zh-CN">
              <a:solidFill>
                <a:srgbClr val="FFFF66"/>
              </a:solidFill>
            </a:endParaRPr>
          </a:p>
        </p:txBody>
      </p:sp>
    </p:spTree>
    <p:extLst>
      <p:ext uri="{BB962C8B-B14F-4D97-AF65-F5344CB8AC3E}">
        <p14:creationId xmlns:p14="http://schemas.microsoft.com/office/powerpoint/2010/main" val="349481280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318" y="457200"/>
            <a:ext cx="3932767" cy="1600200"/>
          </a:xfrm>
        </p:spPr>
        <p:txBody>
          <a:bodyPr/>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solidFill>
                <a:srgbClr val="FFFF66"/>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FFFF66"/>
              </a:solidFill>
            </a:endParaRPr>
          </a:p>
        </p:txBody>
      </p:sp>
      <p:sp>
        <p:nvSpPr>
          <p:cNvPr id="7" name="灯片编号占位符 6"/>
          <p:cNvSpPr>
            <a:spLocks noGrp="1"/>
          </p:cNvSpPr>
          <p:nvPr>
            <p:ph type="sldNum" sz="quarter" idx="12"/>
          </p:nvPr>
        </p:nvSpPr>
        <p:spPr/>
        <p:txBody>
          <a:bodyPr/>
          <a:lstStyle>
            <a:lvl1pPr>
              <a:defRPr/>
            </a:lvl1pPr>
          </a:lstStyle>
          <a:p>
            <a:fld id="{2C02B331-6AF9-48FA-9C2E-F0AE2EB47695}" type="slidenum">
              <a:rPr lang="en-US" altLang="zh-CN">
                <a:solidFill>
                  <a:srgbClr val="FFFF66"/>
                </a:solidFill>
              </a:rPr>
              <a:pPr/>
              <a:t>‹#›</a:t>
            </a:fld>
            <a:endParaRPr lang="en-US" altLang="zh-CN">
              <a:solidFill>
                <a:srgbClr val="FFFF66"/>
              </a:solidFill>
            </a:endParaRPr>
          </a:p>
        </p:txBody>
      </p:sp>
    </p:spTree>
    <p:extLst>
      <p:ext uri="{BB962C8B-B14F-4D97-AF65-F5344CB8AC3E}">
        <p14:creationId xmlns:p14="http://schemas.microsoft.com/office/powerpoint/2010/main" val="4161658427"/>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318" y="457200"/>
            <a:ext cx="3932767" cy="1600200"/>
          </a:xfrm>
        </p:spPr>
        <p:txBody>
          <a:bodyPr/>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solidFill>
                <a:srgbClr val="FFFF66"/>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FFFF66"/>
              </a:solidFill>
            </a:endParaRPr>
          </a:p>
        </p:txBody>
      </p:sp>
      <p:sp>
        <p:nvSpPr>
          <p:cNvPr id="7" name="灯片编号占位符 6"/>
          <p:cNvSpPr>
            <a:spLocks noGrp="1"/>
          </p:cNvSpPr>
          <p:nvPr>
            <p:ph type="sldNum" sz="quarter" idx="12"/>
          </p:nvPr>
        </p:nvSpPr>
        <p:spPr/>
        <p:txBody>
          <a:bodyPr/>
          <a:lstStyle>
            <a:lvl1pPr>
              <a:defRPr/>
            </a:lvl1pPr>
          </a:lstStyle>
          <a:p>
            <a:fld id="{E9C7D681-DB39-4082-899A-F93CAFB7A110}" type="slidenum">
              <a:rPr lang="en-US" altLang="zh-CN">
                <a:solidFill>
                  <a:srgbClr val="FFFF66"/>
                </a:solidFill>
              </a:rPr>
              <a:pPr/>
              <a:t>‹#›</a:t>
            </a:fld>
            <a:endParaRPr lang="en-US" altLang="zh-CN">
              <a:solidFill>
                <a:srgbClr val="FFFF66"/>
              </a:solidFill>
            </a:endParaRPr>
          </a:p>
        </p:txBody>
      </p:sp>
    </p:spTree>
    <p:extLst>
      <p:ext uri="{BB962C8B-B14F-4D97-AF65-F5344CB8AC3E}">
        <p14:creationId xmlns:p14="http://schemas.microsoft.com/office/powerpoint/2010/main" val="2173956870"/>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solidFill>
                <a:srgbClr val="FFFF66"/>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FFFF66"/>
              </a:solidFill>
            </a:endParaRPr>
          </a:p>
        </p:txBody>
      </p:sp>
      <p:sp>
        <p:nvSpPr>
          <p:cNvPr id="6" name="灯片编号占位符 5"/>
          <p:cNvSpPr>
            <a:spLocks noGrp="1"/>
          </p:cNvSpPr>
          <p:nvPr>
            <p:ph type="sldNum" sz="quarter" idx="12"/>
          </p:nvPr>
        </p:nvSpPr>
        <p:spPr/>
        <p:txBody>
          <a:bodyPr/>
          <a:lstStyle>
            <a:lvl1pPr>
              <a:defRPr/>
            </a:lvl1pPr>
          </a:lstStyle>
          <a:p>
            <a:fld id="{1DF68B8E-8429-4779-9666-C8F651629F7C}" type="slidenum">
              <a:rPr lang="en-US" altLang="zh-CN">
                <a:solidFill>
                  <a:srgbClr val="FFFF66"/>
                </a:solidFill>
              </a:rPr>
              <a:pPr/>
              <a:t>‹#›</a:t>
            </a:fld>
            <a:endParaRPr lang="en-US" altLang="zh-CN">
              <a:solidFill>
                <a:srgbClr val="FFFF66"/>
              </a:solidFill>
            </a:endParaRPr>
          </a:p>
        </p:txBody>
      </p:sp>
    </p:spTree>
    <p:extLst>
      <p:ext uri="{BB962C8B-B14F-4D97-AF65-F5344CB8AC3E}">
        <p14:creationId xmlns:p14="http://schemas.microsoft.com/office/powerpoint/2010/main" val="4012342957"/>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976785" y="122238"/>
            <a:ext cx="2880783" cy="633095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334434" y="122238"/>
            <a:ext cx="8439151" cy="633095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solidFill>
                <a:srgbClr val="FFFF66"/>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FFFF66"/>
              </a:solidFill>
            </a:endParaRPr>
          </a:p>
        </p:txBody>
      </p:sp>
      <p:sp>
        <p:nvSpPr>
          <p:cNvPr id="6" name="灯片编号占位符 5"/>
          <p:cNvSpPr>
            <a:spLocks noGrp="1"/>
          </p:cNvSpPr>
          <p:nvPr>
            <p:ph type="sldNum" sz="quarter" idx="12"/>
          </p:nvPr>
        </p:nvSpPr>
        <p:spPr/>
        <p:txBody>
          <a:bodyPr/>
          <a:lstStyle>
            <a:lvl1pPr>
              <a:defRPr/>
            </a:lvl1pPr>
          </a:lstStyle>
          <a:p>
            <a:fld id="{29CF449B-A966-495A-B607-28E85774EB35}" type="slidenum">
              <a:rPr lang="en-US" altLang="zh-CN">
                <a:solidFill>
                  <a:srgbClr val="FFFF66"/>
                </a:solidFill>
              </a:rPr>
              <a:pPr/>
              <a:t>‹#›</a:t>
            </a:fld>
            <a:endParaRPr lang="en-US" altLang="zh-CN">
              <a:solidFill>
                <a:srgbClr val="FFFF66"/>
              </a:solidFill>
            </a:endParaRPr>
          </a:p>
        </p:txBody>
      </p:sp>
    </p:spTree>
    <p:extLst>
      <p:ext uri="{BB962C8B-B14F-4D97-AF65-F5344CB8AC3E}">
        <p14:creationId xmlns:p14="http://schemas.microsoft.com/office/powerpoint/2010/main" val="3893714371"/>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objOverTx" preserve="1">
  <p:cSld name="标题和内容在文本之上">
    <p:spTree>
      <p:nvGrpSpPr>
        <p:cNvPr id="1" name=""/>
        <p:cNvGrpSpPr/>
        <p:nvPr/>
      </p:nvGrpSpPr>
      <p:grpSpPr>
        <a:xfrm>
          <a:off x="0" y="0"/>
          <a:ext cx="0" cy="0"/>
          <a:chOff x="0" y="0"/>
          <a:chExt cx="0" cy="0"/>
        </a:xfrm>
      </p:grpSpPr>
      <p:sp>
        <p:nvSpPr>
          <p:cNvPr id="2" name="标题 1"/>
          <p:cNvSpPr>
            <a:spLocks noGrp="1"/>
          </p:cNvSpPr>
          <p:nvPr>
            <p:ph type="title"/>
          </p:nvPr>
        </p:nvSpPr>
        <p:spPr>
          <a:xfrm>
            <a:off x="609600" y="122239"/>
            <a:ext cx="10058400" cy="858837"/>
          </a:xfr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334434" y="981076"/>
            <a:ext cx="11523133" cy="26590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334434" y="3792538"/>
            <a:ext cx="11523133" cy="266065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a:xfrm>
            <a:off x="609600" y="6453188"/>
            <a:ext cx="2844800" cy="252412"/>
          </a:xfrm>
        </p:spPr>
        <p:txBody>
          <a:bodyPr/>
          <a:lstStyle>
            <a:lvl1pPr>
              <a:defRPr/>
            </a:lvl1pPr>
          </a:lstStyle>
          <a:p>
            <a:endParaRPr lang="en-US" altLang="zh-CN">
              <a:solidFill>
                <a:srgbClr val="FFFF66"/>
              </a:solidFill>
            </a:endParaRPr>
          </a:p>
        </p:txBody>
      </p:sp>
      <p:sp>
        <p:nvSpPr>
          <p:cNvPr id="6" name="页脚占位符 5"/>
          <p:cNvSpPr>
            <a:spLocks noGrp="1"/>
          </p:cNvSpPr>
          <p:nvPr>
            <p:ph type="ftr" sz="quarter" idx="11"/>
          </p:nvPr>
        </p:nvSpPr>
        <p:spPr>
          <a:xfrm>
            <a:off x="4165600" y="6453188"/>
            <a:ext cx="3860800" cy="252412"/>
          </a:xfrm>
        </p:spPr>
        <p:txBody>
          <a:bodyPr/>
          <a:lstStyle>
            <a:lvl1pPr>
              <a:defRPr/>
            </a:lvl1pPr>
          </a:lstStyle>
          <a:p>
            <a:endParaRPr lang="en-US" altLang="zh-CN">
              <a:solidFill>
                <a:srgbClr val="FFFF66"/>
              </a:solidFill>
            </a:endParaRPr>
          </a:p>
        </p:txBody>
      </p:sp>
      <p:sp>
        <p:nvSpPr>
          <p:cNvPr id="7" name="灯片编号占位符 6"/>
          <p:cNvSpPr>
            <a:spLocks noGrp="1"/>
          </p:cNvSpPr>
          <p:nvPr>
            <p:ph type="sldNum" sz="quarter" idx="12"/>
          </p:nvPr>
        </p:nvSpPr>
        <p:spPr>
          <a:xfrm>
            <a:off x="9203267" y="6489701"/>
            <a:ext cx="2844800" cy="252413"/>
          </a:xfrm>
        </p:spPr>
        <p:txBody>
          <a:bodyPr/>
          <a:lstStyle>
            <a:lvl1pPr>
              <a:defRPr/>
            </a:lvl1pPr>
          </a:lstStyle>
          <a:p>
            <a:fld id="{8E431CDB-2883-498D-A682-DB6A869F556A}" type="slidenum">
              <a:rPr lang="en-US" altLang="zh-CN">
                <a:solidFill>
                  <a:srgbClr val="FFFF66"/>
                </a:solidFill>
              </a:rPr>
              <a:pPr/>
              <a:t>‹#›</a:t>
            </a:fld>
            <a:endParaRPr lang="en-US" altLang="zh-CN">
              <a:solidFill>
                <a:srgbClr val="FFFF66"/>
              </a:solidFill>
            </a:endParaRPr>
          </a:p>
        </p:txBody>
      </p:sp>
    </p:spTree>
    <p:extLst>
      <p:ext uri="{BB962C8B-B14F-4D97-AF65-F5344CB8AC3E}">
        <p14:creationId xmlns:p14="http://schemas.microsoft.com/office/powerpoint/2010/main" val="2124351163"/>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22239"/>
            <a:ext cx="10058400" cy="858837"/>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334434" y="981075"/>
            <a:ext cx="5659967" cy="547211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6197601" y="981076"/>
            <a:ext cx="5659967" cy="26590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6197601" y="3792538"/>
            <a:ext cx="5659967" cy="266065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日期占位符 5"/>
          <p:cNvSpPr>
            <a:spLocks noGrp="1"/>
          </p:cNvSpPr>
          <p:nvPr>
            <p:ph type="dt" sz="half" idx="10"/>
          </p:nvPr>
        </p:nvSpPr>
        <p:spPr>
          <a:xfrm>
            <a:off x="609600" y="6453188"/>
            <a:ext cx="2844800" cy="252412"/>
          </a:xfrm>
        </p:spPr>
        <p:txBody>
          <a:bodyPr/>
          <a:lstStyle>
            <a:lvl1pPr>
              <a:defRPr/>
            </a:lvl1pPr>
          </a:lstStyle>
          <a:p>
            <a:endParaRPr lang="en-US" altLang="zh-CN">
              <a:solidFill>
                <a:srgbClr val="FFFF66"/>
              </a:solidFill>
            </a:endParaRPr>
          </a:p>
        </p:txBody>
      </p:sp>
      <p:sp>
        <p:nvSpPr>
          <p:cNvPr id="7" name="页脚占位符 6"/>
          <p:cNvSpPr>
            <a:spLocks noGrp="1"/>
          </p:cNvSpPr>
          <p:nvPr>
            <p:ph type="ftr" sz="quarter" idx="11"/>
          </p:nvPr>
        </p:nvSpPr>
        <p:spPr>
          <a:xfrm>
            <a:off x="4165600" y="6453188"/>
            <a:ext cx="3860800" cy="252412"/>
          </a:xfrm>
        </p:spPr>
        <p:txBody>
          <a:bodyPr/>
          <a:lstStyle>
            <a:lvl1pPr>
              <a:defRPr/>
            </a:lvl1pPr>
          </a:lstStyle>
          <a:p>
            <a:endParaRPr lang="en-US" altLang="zh-CN">
              <a:solidFill>
                <a:srgbClr val="FFFF66"/>
              </a:solidFill>
            </a:endParaRPr>
          </a:p>
        </p:txBody>
      </p:sp>
      <p:sp>
        <p:nvSpPr>
          <p:cNvPr id="8" name="灯片编号占位符 7"/>
          <p:cNvSpPr>
            <a:spLocks noGrp="1"/>
          </p:cNvSpPr>
          <p:nvPr>
            <p:ph type="sldNum" sz="quarter" idx="12"/>
          </p:nvPr>
        </p:nvSpPr>
        <p:spPr>
          <a:xfrm>
            <a:off x="9203267" y="6489701"/>
            <a:ext cx="2844800" cy="252413"/>
          </a:xfrm>
        </p:spPr>
        <p:txBody>
          <a:bodyPr/>
          <a:lstStyle>
            <a:lvl1pPr>
              <a:defRPr/>
            </a:lvl1pPr>
          </a:lstStyle>
          <a:p>
            <a:fld id="{A268E265-8EE9-496D-BD35-3811849A603C}" type="slidenum">
              <a:rPr lang="en-US" altLang="zh-CN">
                <a:solidFill>
                  <a:srgbClr val="FFFF66"/>
                </a:solidFill>
              </a:rPr>
              <a:pPr/>
              <a:t>‹#›</a:t>
            </a:fld>
            <a:endParaRPr lang="en-US" altLang="zh-CN">
              <a:solidFill>
                <a:srgbClr val="FFFF66"/>
              </a:solidFill>
            </a:endParaRPr>
          </a:p>
        </p:txBody>
      </p:sp>
    </p:spTree>
    <p:extLst>
      <p:ext uri="{BB962C8B-B14F-4D97-AF65-F5344CB8AC3E}">
        <p14:creationId xmlns:p14="http://schemas.microsoft.com/office/powerpoint/2010/main" val="3726521047"/>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objAndTx" preserve="1">
  <p:cSld name="标题，内容与文本">
    <p:spTree>
      <p:nvGrpSpPr>
        <p:cNvPr id="1" name=""/>
        <p:cNvGrpSpPr/>
        <p:nvPr/>
      </p:nvGrpSpPr>
      <p:grpSpPr>
        <a:xfrm>
          <a:off x="0" y="0"/>
          <a:ext cx="0" cy="0"/>
          <a:chOff x="0" y="0"/>
          <a:chExt cx="0" cy="0"/>
        </a:xfrm>
      </p:grpSpPr>
      <p:sp>
        <p:nvSpPr>
          <p:cNvPr id="2" name="标题 1"/>
          <p:cNvSpPr>
            <a:spLocks noGrp="1"/>
          </p:cNvSpPr>
          <p:nvPr>
            <p:ph type="title"/>
          </p:nvPr>
        </p:nvSpPr>
        <p:spPr>
          <a:xfrm>
            <a:off x="609600" y="122239"/>
            <a:ext cx="10058400" cy="858837"/>
          </a:xfr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334434" y="981075"/>
            <a:ext cx="5659967" cy="547211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197601" y="981075"/>
            <a:ext cx="5659967" cy="547211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a:xfrm>
            <a:off x="609600" y="6453188"/>
            <a:ext cx="2844800" cy="252412"/>
          </a:xfrm>
        </p:spPr>
        <p:txBody>
          <a:bodyPr/>
          <a:lstStyle>
            <a:lvl1pPr>
              <a:defRPr/>
            </a:lvl1pPr>
          </a:lstStyle>
          <a:p>
            <a:endParaRPr lang="en-US" altLang="zh-CN">
              <a:solidFill>
                <a:srgbClr val="FFFF66"/>
              </a:solidFill>
            </a:endParaRPr>
          </a:p>
        </p:txBody>
      </p:sp>
      <p:sp>
        <p:nvSpPr>
          <p:cNvPr id="6" name="页脚占位符 5"/>
          <p:cNvSpPr>
            <a:spLocks noGrp="1"/>
          </p:cNvSpPr>
          <p:nvPr>
            <p:ph type="ftr" sz="quarter" idx="11"/>
          </p:nvPr>
        </p:nvSpPr>
        <p:spPr>
          <a:xfrm>
            <a:off x="4165600" y="6453188"/>
            <a:ext cx="3860800" cy="252412"/>
          </a:xfrm>
        </p:spPr>
        <p:txBody>
          <a:bodyPr/>
          <a:lstStyle>
            <a:lvl1pPr>
              <a:defRPr/>
            </a:lvl1pPr>
          </a:lstStyle>
          <a:p>
            <a:endParaRPr lang="en-US" altLang="zh-CN">
              <a:solidFill>
                <a:srgbClr val="FFFF66"/>
              </a:solidFill>
            </a:endParaRPr>
          </a:p>
        </p:txBody>
      </p:sp>
      <p:sp>
        <p:nvSpPr>
          <p:cNvPr id="7" name="灯片编号占位符 6"/>
          <p:cNvSpPr>
            <a:spLocks noGrp="1"/>
          </p:cNvSpPr>
          <p:nvPr>
            <p:ph type="sldNum" sz="quarter" idx="12"/>
          </p:nvPr>
        </p:nvSpPr>
        <p:spPr>
          <a:xfrm>
            <a:off x="9203267" y="6489701"/>
            <a:ext cx="2844800" cy="252413"/>
          </a:xfrm>
        </p:spPr>
        <p:txBody>
          <a:bodyPr/>
          <a:lstStyle>
            <a:lvl1pPr>
              <a:defRPr/>
            </a:lvl1pPr>
          </a:lstStyle>
          <a:p>
            <a:fld id="{0648895C-B952-4267-AF29-20AB1E08D80B}" type="slidenum">
              <a:rPr lang="en-US" altLang="zh-CN">
                <a:solidFill>
                  <a:srgbClr val="FFFF66"/>
                </a:solidFill>
              </a:rPr>
              <a:pPr/>
              <a:t>‹#›</a:t>
            </a:fld>
            <a:endParaRPr lang="en-US" altLang="zh-CN">
              <a:solidFill>
                <a:srgbClr val="FFFF66"/>
              </a:solidFill>
            </a:endParaRPr>
          </a:p>
        </p:txBody>
      </p:sp>
    </p:spTree>
    <p:extLst>
      <p:ext uri="{BB962C8B-B14F-4D97-AF65-F5344CB8AC3E}">
        <p14:creationId xmlns:p14="http://schemas.microsoft.com/office/powerpoint/2010/main" val="3739696915"/>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22239"/>
            <a:ext cx="10058400" cy="858837"/>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334434" y="981075"/>
            <a:ext cx="5659967" cy="547211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97601" y="981075"/>
            <a:ext cx="5659967" cy="547211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a:xfrm>
            <a:off x="609600" y="6453188"/>
            <a:ext cx="2844800" cy="252412"/>
          </a:xfrm>
        </p:spPr>
        <p:txBody>
          <a:bodyPr/>
          <a:lstStyle>
            <a:lvl1pPr>
              <a:defRPr/>
            </a:lvl1pPr>
          </a:lstStyle>
          <a:p>
            <a:endParaRPr lang="en-US" altLang="zh-CN">
              <a:solidFill>
                <a:srgbClr val="FFFF66"/>
              </a:solidFill>
            </a:endParaRPr>
          </a:p>
        </p:txBody>
      </p:sp>
      <p:sp>
        <p:nvSpPr>
          <p:cNvPr id="6" name="页脚占位符 5"/>
          <p:cNvSpPr>
            <a:spLocks noGrp="1"/>
          </p:cNvSpPr>
          <p:nvPr>
            <p:ph type="ftr" sz="quarter" idx="11"/>
          </p:nvPr>
        </p:nvSpPr>
        <p:spPr>
          <a:xfrm>
            <a:off x="4165600" y="6453188"/>
            <a:ext cx="3860800" cy="252412"/>
          </a:xfrm>
        </p:spPr>
        <p:txBody>
          <a:bodyPr/>
          <a:lstStyle>
            <a:lvl1pPr>
              <a:defRPr/>
            </a:lvl1pPr>
          </a:lstStyle>
          <a:p>
            <a:endParaRPr lang="en-US" altLang="zh-CN">
              <a:solidFill>
                <a:srgbClr val="FFFF66"/>
              </a:solidFill>
            </a:endParaRPr>
          </a:p>
        </p:txBody>
      </p:sp>
      <p:sp>
        <p:nvSpPr>
          <p:cNvPr id="7" name="灯片编号占位符 6"/>
          <p:cNvSpPr>
            <a:spLocks noGrp="1"/>
          </p:cNvSpPr>
          <p:nvPr>
            <p:ph type="sldNum" sz="quarter" idx="12"/>
          </p:nvPr>
        </p:nvSpPr>
        <p:spPr>
          <a:xfrm>
            <a:off x="9203267" y="6489701"/>
            <a:ext cx="2844800" cy="252413"/>
          </a:xfrm>
        </p:spPr>
        <p:txBody>
          <a:bodyPr/>
          <a:lstStyle>
            <a:lvl1pPr>
              <a:defRPr/>
            </a:lvl1pPr>
          </a:lstStyle>
          <a:p>
            <a:fld id="{C63F3E33-8CFD-4753-9383-87EAA3B93554}" type="slidenum">
              <a:rPr lang="en-US" altLang="zh-CN">
                <a:solidFill>
                  <a:srgbClr val="FFFF66"/>
                </a:solidFill>
              </a:rPr>
              <a:pPr/>
              <a:t>‹#›</a:t>
            </a:fld>
            <a:endParaRPr lang="en-US" altLang="zh-CN">
              <a:solidFill>
                <a:srgbClr val="FFFF66"/>
              </a:solidFill>
            </a:endParaRPr>
          </a:p>
        </p:txBody>
      </p:sp>
    </p:spTree>
    <p:extLst>
      <p:ext uri="{BB962C8B-B14F-4D97-AF65-F5344CB8AC3E}">
        <p14:creationId xmlns:p14="http://schemas.microsoft.com/office/powerpoint/2010/main" val="1710496940"/>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txOverObj" preserve="1">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a:xfrm>
            <a:off x="609600" y="122239"/>
            <a:ext cx="10058400" cy="858837"/>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334434" y="981076"/>
            <a:ext cx="11523133" cy="26590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334434" y="3792538"/>
            <a:ext cx="11523133" cy="266065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a:xfrm>
            <a:off x="609600" y="6453188"/>
            <a:ext cx="2844800" cy="252412"/>
          </a:xfrm>
        </p:spPr>
        <p:txBody>
          <a:bodyPr/>
          <a:lstStyle>
            <a:lvl1pPr>
              <a:defRPr/>
            </a:lvl1pPr>
          </a:lstStyle>
          <a:p>
            <a:endParaRPr lang="en-US" altLang="zh-CN">
              <a:solidFill>
                <a:srgbClr val="FFFF66"/>
              </a:solidFill>
            </a:endParaRPr>
          </a:p>
        </p:txBody>
      </p:sp>
      <p:sp>
        <p:nvSpPr>
          <p:cNvPr id="6" name="页脚占位符 5"/>
          <p:cNvSpPr>
            <a:spLocks noGrp="1"/>
          </p:cNvSpPr>
          <p:nvPr>
            <p:ph type="ftr" sz="quarter" idx="11"/>
          </p:nvPr>
        </p:nvSpPr>
        <p:spPr>
          <a:xfrm>
            <a:off x="4165600" y="6453188"/>
            <a:ext cx="3860800" cy="252412"/>
          </a:xfrm>
        </p:spPr>
        <p:txBody>
          <a:bodyPr/>
          <a:lstStyle>
            <a:lvl1pPr>
              <a:defRPr/>
            </a:lvl1pPr>
          </a:lstStyle>
          <a:p>
            <a:endParaRPr lang="en-US" altLang="zh-CN">
              <a:solidFill>
                <a:srgbClr val="FFFF66"/>
              </a:solidFill>
            </a:endParaRPr>
          </a:p>
        </p:txBody>
      </p:sp>
      <p:sp>
        <p:nvSpPr>
          <p:cNvPr id="7" name="灯片编号占位符 6"/>
          <p:cNvSpPr>
            <a:spLocks noGrp="1"/>
          </p:cNvSpPr>
          <p:nvPr>
            <p:ph type="sldNum" sz="quarter" idx="12"/>
          </p:nvPr>
        </p:nvSpPr>
        <p:spPr>
          <a:xfrm>
            <a:off x="9203267" y="6489701"/>
            <a:ext cx="2844800" cy="252413"/>
          </a:xfrm>
        </p:spPr>
        <p:txBody>
          <a:bodyPr/>
          <a:lstStyle>
            <a:lvl1pPr>
              <a:defRPr/>
            </a:lvl1pPr>
          </a:lstStyle>
          <a:p>
            <a:fld id="{59CB732B-B811-43FF-AE6F-7861E5DFCD38}" type="slidenum">
              <a:rPr lang="en-US" altLang="zh-CN">
                <a:solidFill>
                  <a:srgbClr val="FFFF66"/>
                </a:solidFill>
              </a:rPr>
              <a:pPr/>
              <a:t>‹#›</a:t>
            </a:fld>
            <a:endParaRPr lang="en-US" altLang="zh-CN">
              <a:solidFill>
                <a:srgbClr val="FFFF66"/>
              </a:solidFill>
            </a:endParaRPr>
          </a:p>
        </p:txBody>
      </p:sp>
    </p:spTree>
    <p:extLst>
      <p:ext uri="{BB962C8B-B14F-4D97-AF65-F5344CB8AC3E}">
        <p14:creationId xmlns:p14="http://schemas.microsoft.com/office/powerpoint/2010/main" val="3294692966"/>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D401D3EC-6C0A-4B75-B9B1-B8470296CBC3}"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3753103506"/>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C108E3AB-722A-4AEA-A937-2E08357C51E2}"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923136448"/>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9"/>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EB279BAD-A866-4A16-8F4C-85F87023AB37}"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12435359"/>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914400" y="1981200"/>
            <a:ext cx="5080000" cy="41148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97600" y="1981200"/>
            <a:ext cx="5080000" cy="41148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endParaRPr lang="en-US" altLang="zh-CN">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0CAB781C-6227-43DA-92D8-561D200F7F6A}"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2991864076"/>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40317" y="365126"/>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40318" y="2505075"/>
            <a:ext cx="5158316"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71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endParaRPr lang="en-US" altLang="zh-CN">
              <a:solidFill>
                <a:srgbClr val="000000"/>
              </a:solidFill>
            </a:endParaRPr>
          </a:p>
        </p:txBody>
      </p:sp>
      <p:sp>
        <p:nvSpPr>
          <p:cNvPr id="8" name="页脚占位符 7"/>
          <p:cNvSpPr>
            <a:spLocks noGrp="1"/>
          </p:cNvSpPr>
          <p:nvPr>
            <p:ph type="ftr" sz="quarter" idx="11"/>
          </p:nvPr>
        </p:nvSpPr>
        <p:spPr/>
        <p:txBody>
          <a:bodyPr/>
          <a:lstStyle>
            <a:lvl1pPr>
              <a:defRPr/>
            </a:lvl1pPr>
          </a:lstStyle>
          <a:p>
            <a:endParaRPr lang="en-US" altLang="zh-CN">
              <a:solidFill>
                <a:srgbClr val="000000"/>
              </a:solidFill>
            </a:endParaRPr>
          </a:p>
        </p:txBody>
      </p:sp>
      <p:sp>
        <p:nvSpPr>
          <p:cNvPr id="9" name="灯片编号占位符 8"/>
          <p:cNvSpPr>
            <a:spLocks noGrp="1"/>
          </p:cNvSpPr>
          <p:nvPr>
            <p:ph type="sldNum" sz="quarter" idx="12"/>
          </p:nvPr>
        </p:nvSpPr>
        <p:spPr/>
        <p:txBody>
          <a:bodyPr/>
          <a:lstStyle>
            <a:lvl1pPr>
              <a:defRPr/>
            </a:lvl1pPr>
          </a:lstStyle>
          <a:p>
            <a:fld id="{0F60B88B-A646-4A8F-B6A0-76BA405E215C}"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2164189448"/>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endParaRPr lang="en-US" altLang="zh-CN">
              <a:solidFill>
                <a:srgbClr val="000000"/>
              </a:solidFill>
            </a:endParaRPr>
          </a:p>
        </p:txBody>
      </p:sp>
      <p:sp>
        <p:nvSpPr>
          <p:cNvPr id="4" name="页脚占位符 3"/>
          <p:cNvSpPr>
            <a:spLocks noGrp="1"/>
          </p:cNvSpPr>
          <p:nvPr>
            <p:ph type="ftr" sz="quarter" idx="11"/>
          </p:nvPr>
        </p:nvSpPr>
        <p:spPr/>
        <p:txBody>
          <a:bodyPr/>
          <a:lstStyle>
            <a:lvl1pPr>
              <a:defRPr/>
            </a:lvl1pPr>
          </a:lstStyle>
          <a:p>
            <a:endParaRPr lang="en-US" altLang="zh-CN">
              <a:solidFill>
                <a:srgbClr val="000000"/>
              </a:solidFill>
            </a:endParaRPr>
          </a:p>
        </p:txBody>
      </p:sp>
      <p:sp>
        <p:nvSpPr>
          <p:cNvPr id="5" name="灯片编号占位符 4"/>
          <p:cNvSpPr>
            <a:spLocks noGrp="1"/>
          </p:cNvSpPr>
          <p:nvPr>
            <p:ph type="sldNum" sz="quarter" idx="12"/>
          </p:nvPr>
        </p:nvSpPr>
        <p:spPr/>
        <p:txBody>
          <a:bodyPr/>
          <a:lstStyle>
            <a:lvl1pPr>
              <a:defRPr/>
            </a:lvl1pPr>
          </a:lstStyle>
          <a:p>
            <a:fld id="{E19ECE20-8548-4556-AF6B-4FBBEC13A2E1}"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3920457936"/>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solidFill>
                <a:srgbClr val="000000"/>
              </a:solidFill>
            </a:endParaRPr>
          </a:p>
        </p:txBody>
      </p:sp>
      <p:sp>
        <p:nvSpPr>
          <p:cNvPr id="3" name="页脚占位符 2"/>
          <p:cNvSpPr>
            <a:spLocks noGrp="1"/>
          </p:cNvSpPr>
          <p:nvPr>
            <p:ph type="ftr" sz="quarter" idx="11"/>
          </p:nvPr>
        </p:nvSpPr>
        <p:spPr/>
        <p:txBody>
          <a:bodyPr/>
          <a:lstStyle>
            <a:lvl1pPr>
              <a:defRPr/>
            </a:lvl1pPr>
          </a:lstStyle>
          <a:p>
            <a:endParaRPr lang="en-US" altLang="zh-CN">
              <a:solidFill>
                <a:srgbClr val="000000"/>
              </a:solidFill>
            </a:endParaRPr>
          </a:p>
        </p:txBody>
      </p:sp>
      <p:sp>
        <p:nvSpPr>
          <p:cNvPr id="4" name="灯片编号占位符 3"/>
          <p:cNvSpPr>
            <a:spLocks noGrp="1"/>
          </p:cNvSpPr>
          <p:nvPr>
            <p:ph type="sldNum" sz="quarter" idx="12"/>
          </p:nvPr>
        </p:nvSpPr>
        <p:spPr/>
        <p:txBody>
          <a:bodyPr/>
          <a:lstStyle>
            <a:lvl1pPr>
              <a:defRPr/>
            </a:lvl1pPr>
          </a:lstStyle>
          <a:p>
            <a:fld id="{A2BE1699-C1C9-4481-B980-35A70BADA652}"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2332510808"/>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318" y="457200"/>
            <a:ext cx="393276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D3C9DB47-0FF2-450E-BE52-8874B15CEDA8}"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3112707609"/>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318" y="457200"/>
            <a:ext cx="393276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D90934E9-6569-44DA-8526-9D879588D8E3}"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3628435007"/>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BCAD7049-B63C-4907-AD62-042A86EA7DB5}"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3989416552"/>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686800" y="609600"/>
            <a:ext cx="2590800" cy="54864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914400" y="609600"/>
            <a:ext cx="7569200" cy="54864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50CB55F8-9B30-4017-98B7-3BB8572DDC3D}"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2616551907"/>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0EB8741C-2A94-4BA4-84F0-A9D0AA864BB7}"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3713142732"/>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6A45583E-B6BA-4465-B27F-29966067464D}"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550479214"/>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9"/>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1D111126-AA2D-4C0C-9D7D-7A55AAB5A180}"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3106270936"/>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09600" y="1600201"/>
            <a:ext cx="5384800" cy="45259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97600" y="1600201"/>
            <a:ext cx="5384800" cy="45259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endParaRPr lang="en-US" altLang="zh-CN">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EFF51426-9369-43AC-9154-E44311111744}"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1264424929"/>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40317" y="365126"/>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40318" y="2505075"/>
            <a:ext cx="5158316"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71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endParaRPr lang="en-US" altLang="zh-CN">
              <a:solidFill>
                <a:srgbClr val="000000"/>
              </a:solidFill>
            </a:endParaRPr>
          </a:p>
        </p:txBody>
      </p:sp>
      <p:sp>
        <p:nvSpPr>
          <p:cNvPr id="8" name="页脚占位符 7"/>
          <p:cNvSpPr>
            <a:spLocks noGrp="1"/>
          </p:cNvSpPr>
          <p:nvPr>
            <p:ph type="ftr" sz="quarter" idx="11"/>
          </p:nvPr>
        </p:nvSpPr>
        <p:spPr/>
        <p:txBody>
          <a:bodyPr/>
          <a:lstStyle>
            <a:lvl1pPr>
              <a:defRPr/>
            </a:lvl1pPr>
          </a:lstStyle>
          <a:p>
            <a:endParaRPr lang="en-US" altLang="zh-CN">
              <a:solidFill>
                <a:srgbClr val="000000"/>
              </a:solidFill>
            </a:endParaRPr>
          </a:p>
        </p:txBody>
      </p:sp>
      <p:sp>
        <p:nvSpPr>
          <p:cNvPr id="9" name="灯片编号占位符 8"/>
          <p:cNvSpPr>
            <a:spLocks noGrp="1"/>
          </p:cNvSpPr>
          <p:nvPr>
            <p:ph type="sldNum" sz="quarter" idx="12"/>
          </p:nvPr>
        </p:nvSpPr>
        <p:spPr/>
        <p:txBody>
          <a:bodyPr/>
          <a:lstStyle>
            <a:lvl1pPr>
              <a:defRPr/>
            </a:lvl1pPr>
          </a:lstStyle>
          <a:p>
            <a:fld id="{D2584C02-567E-413F-9075-6AC68F1CACDB}"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1977425061"/>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endParaRPr lang="en-US" altLang="zh-CN">
              <a:solidFill>
                <a:srgbClr val="000000"/>
              </a:solidFill>
            </a:endParaRPr>
          </a:p>
        </p:txBody>
      </p:sp>
      <p:sp>
        <p:nvSpPr>
          <p:cNvPr id="4" name="页脚占位符 3"/>
          <p:cNvSpPr>
            <a:spLocks noGrp="1"/>
          </p:cNvSpPr>
          <p:nvPr>
            <p:ph type="ftr" sz="quarter" idx="11"/>
          </p:nvPr>
        </p:nvSpPr>
        <p:spPr/>
        <p:txBody>
          <a:bodyPr/>
          <a:lstStyle>
            <a:lvl1pPr>
              <a:defRPr/>
            </a:lvl1pPr>
          </a:lstStyle>
          <a:p>
            <a:endParaRPr lang="en-US" altLang="zh-CN">
              <a:solidFill>
                <a:srgbClr val="000000"/>
              </a:solidFill>
            </a:endParaRPr>
          </a:p>
        </p:txBody>
      </p:sp>
      <p:sp>
        <p:nvSpPr>
          <p:cNvPr id="5" name="灯片编号占位符 4"/>
          <p:cNvSpPr>
            <a:spLocks noGrp="1"/>
          </p:cNvSpPr>
          <p:nvPr>
            <p:ph type="sldNum" sz="quarter" idx="12"/>
          </p:nvPr>
        </p:nvSpPr>
        <p:spPr/>
        <p:txBody>
          <a:bodyPr/>
          <a:lstStyle>
            <a:lvl1pPr>
              <a:defRPr/>
            </a:lvl1pPr>
          </a:lstStyle>
          <a:p>
            <a:fld id="{A792D539-2572-4A46-A56A-FD2CF5EC81CA}"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3965365608"/>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solidFill>
                <a:srgbClr val="000000"/>
              </a:solidFill>
            </a:endParaRPr>
          </a:p>
        </p:txBody>
      </p:sp>
      <p:sp>
        <p:nvSpPr>
          <p:cNvPr id="3" name="页脚占位符 2"/>
          <p:cNvSpPr>
            <a:spLocks noGrp="1"/>
          </p:cNvSpPr>
          <p:nvPr>
            <p:ph type="ftr" sz="quarter" idx="11"/>
          </p:nvPr>
        </p:nvSpPr>
        <p:spPr/>
        <p:txBody>
          <a:bodyPr/>
          <a:lstStyle>
            <a:lvl1pPr>
              <a:defRPr/>
            </a:lvl1pPr>
          </a:lstStyle>
          <a:p>
            <a:endParaRPr lang="en-US" altLang="zh-CN">
              <a:solidFill>
                <a:srgbClr val="000000"/>
              </a:solidFill>
            </a:endParaRPr>
          </a:p>
        </p:txBody>
      </p:sp>
      <p:sp>
        <p:nvSpPr>
          <p:cNvPr id="4" name="灯片编号占位符 3"/>
          <p:cNvSpPr>
            <a:spLocks noGrp="1"/>
          </p:cNvSpPr>
          <p:nvPr>
            <p:ph type="sldNum" sz="quarter" idx="12"/>
          </p:nvPr>
        </p:nvSpPr>
        <p:spPr/>
        <p:txBody>
          <a:bodyPr/>
          <a:lstStyle>
            <a:lvl1pPr>
              <a:defRPr/>
            </a:lvl1pPr>
          </a:lstStyle>
          <a:p>
            <a:fld id="{DE38737E-8065-49D4-96D4-E45928EA0ECD}"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1841872049"/>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318" y="457200"/>
            <a:ext cx="393276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4C50A346-57F6-4326-A424-88D184A05C93}"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1307471141"/>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318" y="457200"/>
            <a:ext cx="393276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85F3722F-A34E-4929-807C-DCE44AD8D0F7}"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3422466379"/>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60ABB5B9-0CE0-4DE4-8E59-4A96B432D027}"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2516462999"/>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137651" y="1"/>
            <a:ext cx="2842683" cy="6126163"/>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00" y="1"/>
            <a:ext cx="8324851" cy="6126163"/>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EFF51D1E-BE3D-4E4C-9185-726F0697648B}"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3647271333"/>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698CC4B3-103C-4FA1-A68D-1FB9F075AFF1}"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3980043724"/>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7127E1B7-39E0-4F97-9653-0E370A7EDDE4}"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316137276"/>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9"/>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7F73498B-4C8F-4E2A-A190-241E72E75ED2}"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2487552876"/>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a:defRPr/>
            </a:lvl1pPr>
          </a:lstStyle>
          <a:p>
            <a:endParaRPr lang="en-US" altLang="zh-CN">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69ECF9A5-B2B9-432B-BDA7-0C7480E22055}"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2340378887"/>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40317" y="365126"/>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40318" y="2505075"/>
            <a:ext cx="5158316"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71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lvl1pPr>
              <a:defRPr/>
            </a:lvl1pPr>
          </a:lstStyle>
          <a:p>
            <a:endParaRPr lang="en-US" altLang="zh-CN">
              <a:solidFill>
                <a:srgbClr val="000000"/>
              </a:solidFill>
            </a:endParaRPr>
          </a:p>
        </p:txBody>
      </p:sp>
      <p:sp>
        <p:nvSpPr>
          <p:cNvPr id="8" name="页脚占位符 7"/>
          <p:cNvSpPr>
            <a:spLocks noGrp="1"/>
          </p:cNvSpPr>
          <p:nvPr>
            <p:ph type="ftr" sz="quarter" idx="11"/>
          </p:nvPr>
        </p:nvSpPr>
        <p:spPr/>
        <p:txBody>
          <a:bodyPr/>
          <a:lstStyle>
            <a:lvl1pPr>
              <a:defRPr/>
            </a:lvl1pPr>
          </a:lstStyle>
          <a:p>
            <a:endParaRPr lang="en-US" altLang="zh-CN">
              <a:solidFill>
                <a:srgbClr val="000000"/>
              </a:solidFill>
            </a:endParaRPr>
          </a:p>
        </p:txBody>
      </p:sp>
      <p:sp>
        <p:nvSpPr>
          <p:cNvPr id="9" name="灯片编号占位符 8"/>
          <p:cNvSpPr>
            <a:spLocks noGrp="1"/>
          </p:cNvSpPr>
          <p:nvPr>
            <p:ph type="sldNum" sz="quarter" idx="12"/>
          </p:nvPr>
        </p:nvSpPr>
        <p:spPr/>
        <p:txBody>
          <a:bodyPr/>
          <a:lstStyle>
            <a:lvl1pPr>
              <a:defRPr/>
            </a:lvl1pPr>
          </a:lstStyle>
          <a:p>
            <a:fld id="{55A1F89A-F9F3-4709-9C8E-664833A3BDF7}"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3668328176"/>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endParaRPr lang="en-US" altLang="zh-CN">
              <a:solidFill>
                <a:srgbClr val="000000"/>
              </a:solidFill>
            </a:endParaRPr>
          </a:p>
        </p:txBody>
      </p:sp>
      <p:sp>
        <p:nvSpPr>
          <p:cNvPr id="4" name="页脚占位符 3"/>
          <p:cNvSpPr>
            <a:spLocks noGrp="1"/>
          </p:cNvSpPr>
          <p:nvPr>
            <p:ph type="ftr" sz="quarter" idx="11"/>
          </p:nvPr>
        </p:nvSpPr>
        <p:spPr/>
        <p:txBody>
          <a:bodyPr/>
          <a:lstStyle>
            <a:lvl1pPr>
              <a:defRPr/>
            </a:lvl1pPr>
          </a:lstStyle>
          <a:p>
            <a:endParaRPr lang="en-US" altLang="zh-CN">
              <a:solidFill>
                <a:srgbClr val="000000"/>
              </a:solidFill>
            </a:endParaRPr>
          </a:p>
        </p:txBody>
      </p:sp>
      <p:sp>
        <p:nvSpPr>
          <p:cNvPr id="5" name="灯片编号占位符 4"/>
          <p:cNvSpPr>
            <a:spLocks noGrp="1"/>
          </p:cNvSpPr>
          <p:nvPr>
            <p:ph type="sldNum" sz="quarter" idx="12"/>
          </p:nvPr>
        </p:nvSpPr>
        <p:spPr/>
        <p:txBody>
          <a:bodyPr/>
          <a:lstStyle>
            <a:lvl1pPr>
              <a:defRPr/>
            </a:lvl1pPr>
          </a:lstStyle>
          <a:p>
            <a:fld id="{2B7A4993-FAAD-4E7A-8C63-D56FAAF76266}"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2578907137"/>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solidFill>
                <a:srgbClr val="000000"/>
              </a:solidFill>
            </a:endParaRPr>
          </a:p>
        </p:txBody>
      </p:sp>
      <p:sp>
        <p:nvSpPr>
          <p:cNvPr id="3" name="页脚占位符 2"/>
          <p:cNvSpPr>
            <a:spLocks noGrp="1"/>
          </p:cNvSpPr>
          <p:nvPr>
            <p:ph type="ftr" sz="quarter" idx="11"/>
          </p:nvPr>
        </p:nvSpPr>
        <p:spPr/>
        <p:txBody>
          <a:bodyPr/>
          <a:lstStyle>
            <a:lvl1pPr>
              <a:defRPr/>
            </a:lvl1pPr>
          </a:lstStyle>
          <a:p>
            <a:endParaRPr lang="en-US" altLang="zh-CN">
              <a:solidFill>
                <a:srgbClr val="000000"/>
              </a:solidFill>
            </a:endParaRPr>
          </a:p>
        </p:txBody>
      </p:sp>
      <p:sp>
        <p:nvSpPr>
          <p:cNvPr id="4" name="灯片编号占位符 3"/>
          <p:cNvSpPr>
            <a:spLocks noGrp="1"/>
          </p:cNvSpPr>
          <p:nvPr>
            <p:ph type="sldNum" sz="quarter" idx="12"/>
          </p:nvPr>
        </p:nvSpPr>
        <p:spPr/>
        <p:txBody>
          <a:bodyPr/>
          <a:lstStyle>
            <a:lvl1pPr>
              <a:defRPr/>
            </a:lvl1pPr>
          </a:lstStyle>
          <a:p>
            <a:fld id="{43149CA8-A1E5-411D-84A0-7AECECD9921E}"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1715908914"/>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318" y="457200"/>
            <a:ext cx="393276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E7B5B94E-C47E-48F1-883F-2BEE49F2600D}"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47335091"/>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318" y="457200"/>
            <a:ext cx="393276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D76DBB2C-CE1C-4A39-BD38-0AC96A0FE49F}"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3006272353"/>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41DBBADA-B8BC-4B76-87B9-686904981D9F}"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869215334"/>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137651" y="1"/>
            <a:ext cx="2842683" cy="6126163"/>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1"/>
            <a:ext cx="8324851" cy="6126163"/>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0D07B075-A0E9-4B83-9CBE-93E9D4C9553A}"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2999644080"/>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1534585" y="214314"/>
            <a:ext cx="10390716" cy="1462087"/>
          </a:xfr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1576917" y="2017713"/>
            <a:ext cx="5080000" cy="41148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6860117" y="2017713"/>
            <a:ext cx="5080000" cy="19812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6860117" y="4151313"/>
            <a:ext cx="5080000" cy="19812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日期占位符 5"/>
          <p:cNvSpPr>
            <a:spLocks noGrp="1"/>
          </p:cNvSpPr>
          <p:nvPr>
            <p:ph type="dt" sz="half" idx="10"/>
          </p:nvPr>
        </p:nvSpPr>
        <p:spPr>
          <a:xfrm>
            <a:off x="1549400" y="6243638"/>
            <a:ext cx="2540000" cy="457200"/>
          </a:xfrm>
        </p:spPr>
        <p:txBody>
          <a:bodyPr/>
          <a:lstStyle>
            <a:lvl1pPr>
              <a:defRPr/>
            </a:lvl1pPr>
          </a:lstStyle>
          <a:p>
            <a:endParaRPr lang="en-US" altLang="zh-CN"/>
          </a:p>
        </p:txBody>
      </p:sp>
      <p:sp>
        <p:nvSpPr>
          <p:cNvPr id="7" name="页脚占位符 6"/>
          <p:cNvSpPr>
            <a:spLocks noGrp="1"/>
          </p:cNvSpPr>
          <p:nvPr>
            <p:ph type="ftr" sz="quarter" idx="11"/>
          </p:nvPr>
        </p:nvSpPr>
        <p:spPr>
          <a:xfrm>
            <a:off x="4876800" y="6243638"/>
            <a:ext cx="3860800" cy="457200"/>
          </a:xfrm>
        </p:spPr>
        <p:txBody>
          <a:bodyPr/>
          <a:lstStyle>
            <a:lvl1pPr>
              <a:defRPr/>
            </a:lvl1pPr>
          </a:lstStyle>
          <a:p>
            <a:endParaRPr lang="en-US" altLang="zh-CN"/>
          </a:p>
        </p:txBody>
      </p:sp>
      <p:sp>
        <p:nvSpPr>
          <p:cNvPr id="8" name="灯片编号占位符 7"/>
          <p:cNvSpPr>
            <a:spLocks noGrp="1"/>
          </p:cNvSpPr>
          <p:nvPr>
            <p:ph type="sldNum" sz="quarter" idx="12"/>
          </p:nvPr>
        </p:nvSpPr>
        <p:spPr>
          <a:xfrm>
            <a:off x="9389533" y="6243638"/>
            <a:ext cx="2540000" cy="457200"/>
          </a:xfrm>
        </p:spPr>
        <p:txBody>
          <a:bodyPr/>
          <a:lstStyle>
            <a:lvl1pPr>
              <a:defRPr/>
            </a:lvl1pPr>
          </a:lstStyle>
          <a:p>
            <a:fld id="{D3557031-4822-4951-ACBB-F8704BF69AF7}" type="slidenum">
              <a:rPr lang="en-US" altLang="zh-CN"/>
              <a:pPr/>
              <a:t>‹#›</a:t>
            </a:fld>
            <a:endParaRPr lang="en-US" altLang="zh-CN"/>
          </a:p>
        </p:txBody>
      </p:sp>
    </p:spTree>
    <p:extLst>
      <p:ext uri="{BB962C8B-B14F-4D97-AF65-F5344CB8AC3E}">
        <p14:creationId xmlns:p14="http://schemas.microsoft.com/office/powerpoint/2010/main" val="96786389"/>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1E86FFEB-AEAF-41BD-895C-C4638907392B}"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821018765"/>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0EB8123A-AE44-4CF0-BCCE-62FA514AC6C0}"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1909146090"/>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9"/>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A38148AB-56DD-466A-85BA-E04587E53773}"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2212225229"/>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914400" y="1981200"/>
            <a:ext cx="508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981200"/>
            <a:ext cx="508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a:defRPr/>
            </a:lvl1pPr>
          </a:lstStyle>
          <a:p>
            <a:endParaRPr lang="en-US" altLang="zh-CN">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CE057DDE-4631-4691-A2A9-AEBCE018B32C}"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3995181592"/>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40317" y="365126"/>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40318" y="2505075"/>
            <a:ext cx="5158316"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71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lvl1pPr>
              <a:defRPr/>
            </a:lvl1pPr>
          </a:lstStyle>
          <a:p>
            <a:endParaRPr lang="en-US" altLang="zh-CN">
              <a:solidFill>
                <a:srgbClr val="000000"/>
              </a:solidFill>
            </a:endParaRPr>
          </a:p>
        </p:txBody>
      </p:sp>
      <p:sp>
        <p:nvSpPr>
          <p:cNvPr id="8" name="页脚占位符 7"/>
          <p:cNvSpPr>
            <a:spLocks noGrp="1"/>
          </p:cNvSpPr>
          <p:nvPr>
            <p:ph type="ftr" sz="quarter" idx="11"/>
          </p:nvPr>
        </p:nvSpPr>
        <p:spPr/>
        <p:txBody>
          <a:bodyPr/>
          <a:lstStyle>
            <a:lvl1pPr>
              <a:defRPr/>
            </a:lvl1pPr>
          </a:lstStyle>
          <a:p>
            <a:endParaRPr lang="en-US" altLang="zh-CN">
              <a:solidFill>
                <a:srgbClr val="000000"/>
              </a:solidFill>
            </a:endParaRPr>
          </a:p>
        </p:txBody>
      </p:sp>
      <p:sp>
        <p:nvSpPr>
          <p:cNvPr id="9" name="灯片编号占位符 8"/>
          <p:cNvSpPr>
            <a:spLocks noGrp="1"/>
          </p:cNvSpPr>
          <p:nvPr>
            <p:ph type="sldNum" sz="quarter" idx="12"/>
          </p:nvPr>
        </p:nvSpPr>
        <p:spPr/>
        <p:txBody>
          <a:bodyPr/>
          <a:lstStyle>
            <a:lvl1pPr>
              <a:defRPr/>
            </a:lvl1pPr>
          </a:lstStyle>
          <a:p>
            <a:fld id="{6764E23E-1974-4040-9D40-8EA31AF76791}"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1990068950"/>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endParaRPr lang="en-US" altLang="zh-CN">
              <a:solidFill>
                <a:srgbClr val="000000"/>
              </a:solidFill>
            </a:endParaRPr>
          </a:p>
        </p:txBody>
      </p:sp>
      <p:sp>
        <p:nvSpPr>
          <p:cNvPr id="4" name="页脚占位符 3"/>
          <p:cNvSpPr>
            <a:spLocks noGrp="1"/>
          </p:cNvSpPr>
          <p:nvPr>
            <p:ph type="ftr" sz="quarter" idx="11"/>
          </p:nvPr>
        </p:nvSpPr>
        <p:spPr/>
        <p:txBody>
          <a:bodyPr/>
          <a:lstStyle>
            <a:lvl1pPr>
              <a:defRPr/>
            </a:lvl1pPr>
          </a:lstStyle>
          <a:p>
            <a:endParaRPr lang="en-US" altLang="zh-CN">
              <a:solidFill>
                <a:srgbClr val="000000"/>
              </a:solidFill>
            </a:endParaRPr>
          </a:p>
        </p:txBody>
      </p:sp>
      <p:sp>
        <p:nvSpPr>
          <p:cNvPr id="5" name="灯片编号占位符 4"/>
          <p:cNvSpPr>
            <a:spLocks noGrp="1"/>
          </p:cNvSpPr>
          <p:nvPr>
            <p:ph type="sldNum" sz="quarter" idx="12"/>
          </p:nvPr>
        </p:nvSpPr>
        <p:spPr/>
        <p:txBody>
          <a:bodyPr/>
          <a:lstStyle>
            <a:lvl1pPr>
              <a:defRPr/>
            </a:lvl1pPr>
          </a:lstStyle>
          <a:p>
            <a:fld id="{E3B386E1-1DEA-4936-B400-B7198300C6D9}"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901749404"/>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solidFill>
                <a:srgbClr val="000000"/>
              </a:solidFill>
            </a:endParaRPr>
          </a:p>
        </p:txBody>
      </p:sp>
      <p:sp>
        <p:nvSpPr>
          <p:cNvPr id="3" name="页脚占位符 2"/>
          <p:cNvSpPr>
            <a:spLocks noGrp="1"/>
          </p:cNvSpPr>
          <p:nvPr>
            <p:ph type="ftr" sz="quarter" idx="11"/>
          </p:nvPr>
        </p:nvSpPr>
        <p:spPr/>
        <p:txBody>
          <a:bodyPr/>
          <a:lstStyle>
            <a:lvl1pPr>
              <a:defRPr/>
            </a:lvl1pPr>
          </a:lstStyle>
          <a:p>
            <a:endParaRPr lang="en-US" altLang="zh-CN">
              <a:solidFill>
                <a:srgbClr val="000000"/>
              </a:solidFill>
            </a:endParaRPr>
          </a:p>
        </p:txBody>
      </p:sp>
      <p:sp>
        <p:nvSpPr>
          <p:cNvPr id="4" name="灯片编号占位符 3"/>
          <p:cNvSpPr>
            <a:spLocks noGrp="1"/>
          </p:cNvSpPr>
          <p:nvPr>
            <p:ph type="sldNum" sz="quarter" idx="12"/>
          </p:nvPr>
        </p:nvSpPr>
        <p:spPr/>
        <p:txBody>
          <a:bodyPr/>
          <a:lstStyle>
            <a:lvl1pPr>
              <a:defRPr/>
            </a:lvl1pPr>
          </a:lstStyle>
          <a:p>
            <a:fld id="{F4CEA974-F079-4113-8E77-6598CB0BDEEE}"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1493331310"/>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318" y="457200"/>
            <a:ext cx="393276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53D5EA86-9076-409F-B2B6-380E7BB73A5E}"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2211506907"/>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318" y="457200"/>
            <a:ext cx="393276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ltLang="zh-CN">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D73787FB-8699-4CD0-915C-0011FD9F0D92}"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2598704206"/>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5A98AF66-BDBE-41AC-A13D-9E1F60931298}"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274156533"/>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686800" y="609600"/>
            <a:ext cx="25908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914400" y="609600"/>
            <a:ext cx="75692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ltLang="zh-CN">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68ED79F9-8168-4171-B27C-419CCE75C749}" type="slidenum">
              <a:rPr lang="en-US" altLang="zh-CN">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2877087219"/>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1335298" name="Rectangle 2"/>
          <p:cNvSpPr>
            <a:spLocks noChangeArrowheads="1"/>
          </p:cNvSpPr>
          <p:nvPr/>
        </p:nvSpPr>
        <p:spPr bwMode="auto">
          <a:xfrm rot="16200000">
            <a:off x="4724400" y="-3094037"/>
            <a:ext cx="2743200" cy="12192000"/>
          </a:xfrm>
          <a:prstGeom prst="rect">
            <a:avLst/>
          </a:prstGeom>
          <a:solidFill>
            <a:srgbClr val="015F85"/>
          </a:solidFill>
          <a:ln>
            <a:noFill/>
          </a:ln>
          <a:effectLst/>
          <a:extLst>
            <a:ext uri="{91240B29-F687-4F45-9708-019B960494DF}">
              <a14:hiddenLine xmlns:a14="http://schemas.microsoft.com/office/drawing/2010/main" w="9525" algn="ctr">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3025" tIns="36512" rIns="73025" bIns="36512" anchor="ctr"/>
          <a:lstStyle/>
          <a:p>
            <a:pPr algn="ctr" eaLnBrk="0" fontAlgn="base" hangingPunct="0">
              <a:lnSpc>
                <a:spcPct val="90000"/>
              </a:lnSpc>
              <a:spcBef>
                <a:spcPct val="50000"/>
              </a:spcBef>
              <a:spcAft>
                <a:spcPct val="0"/>
              </a:spcAft>
            </a:pPr>
            <a:endParaRPr lang="zh-CN" altLang="en-US" sz="2400" i="1" smtClean="0">
              <a:solidFill>
                <a:srgbClr val="000000"/>
              </a:solidFill>
            </a:endParaRPr>
          </a:p>
        </p:txBody>
      </p:sp>
      <p:sp>
        <p:nvSpPr>
          <p:cNvPr id="1335299" name="Rectangle 3"/>
          <p:cNvSpPr>
            <a:spLocks noChangeArrowheads="1"/>
          </p:cNvSpPr>
          <p:nvPr/>
        </p:nvSpPr>
        <p:spPr bwMode="auto">
          <a:xfrm>
            <a:off x="3898900" y="6615453"/>
            <a:ext cx="1345662" cy="206035"/>
          </a:xfrm>
          <a:prstGeom prst="rect">
            <a:avLst/>
          </a:prstGeom>
          <a:noFill/>
          <a:ln>
            <a:noFill/>
          </a:ln>
          <a:effectLst/>
          <a:extLst>
            <a:ext uri="{909E8E84-426E-40DD-AFC4-6F175D3DCCD1}">
              <a14:hiddenFill xmlns:a14="http://schemas.microsoft.com/office/drawing/2010/main">
                <a:solidFill>
                  <a:srgbClr val="339999"/>
                </a:solidFill>
              </a14:hiddenFill>
            </a:ext>
            <a:ext uri="{91240B29-F687-4F45-9708-019B960494DF}">
              <a14:hiddenLine xmlns:a14="http://schemas.microsoft.com/office/drawing/2010/main" w="9525">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2124" tIns="41061" rIns="82124" bIns="41061" anchor="b" anchorCtr="1">
            <a:spAutoFit/>
          </a:bodyPr>
          <a:lstStyle>
            <a:lvl1pPr algn="l" defTabSz="814388">
              <a:spcBef>
                <a:spcPct val="0"/>
              </a:spcBef>
              <a:defRPr sz="2400">
                <a:solidFill>
                  <a:schemeClr val="tx1"/>
                </a:solidFill>
                <a:latin typeface="Arial" panose="020B0604020202020204" pitchFamily="34" charset="0"/>
              </a:defRPr>
            </a:lvl1pPr>
            <a:lvl2pPr marL="406400" algn="l" defTabSz="814388">
              <a:spcBef>
                <a:spcPct val="0"/>
              </a:spcBef>
              <a:defRPr sz="2400">
                <a:solidFill>
                  <a:schemeClr val="tx1"/>
                </a:solidFill>
                <a:latin typeface="Arial" panose="020B0604020202020204" pitchFamily="34" charset="0"/>
              </a:defRPr>
            </a:lvl2pPr>
            <a:lvl3pPr marL="814388" algn="l" defTabSz="814388">
              <a:spcBef>
                <a:spcPct val="0"/>
              </a:spcBef>
              <a:defRPr sz="2400">
                <a:solidFill>
                  <a:schemeClr val="tx1"/>
                </a:solidFill>
                <a:latin typeface="Arial" panose="020B0604020202020204" pitchFamily="34" charset="0"/>
              </a:defRPr>
            </a:lvl3pPr>
            <a:lvl4pPr marL="1222375" algn="l" defTabSz="814388">
              <a:spcBef>
                <a:spcPct val="0"/>
              </a:spcBef>
              <a:defRPr sz="2400">
                <a:solidFill>
                  <a:schemeClr val="tx1"/>
                </a:solidFill>
                <a:latin typeface="Arial" panose="020B0604020202020204" pitchFamily="34" charset="0"/>
              </a:defRPr>
            </a:lvl4pPr>
            <a:lvl5pPr marL="1630363" algn="l" defTabSz="814388">
              <a:spcBef>
                <a:spcPct val="0"/>
              </a:spcBef>
              <a:defRPr sz="2400">
                <a:solidFill>
                  <a:schemeClr val="tx1"/>
                </a:solidFill>
                <a:latin typeface="Arial" panose="020B0604020202020204" pitchFamily="34" charset="0"/>
              </a:defRPr>
            </a:lvl5pPr>
            <a:lvl6pPr marL="2087563" defTabSz="814388" eaLnBrk="0" fontAlgn="base" hangingPunct="0">
              <a:spcBef>
                <a:spcPct val="0"/>
              </a:spcBef>
              <a:spcAft>
                <a:spcPct val="0"/>
              </a:spcAft>
              <a:defRPr sz="2400">
                <a:solidFill>
                  <a:schemeClr val="tx1"/>
                </a:solidFill>
                <a:latin typeface="Arial" panose="020B0604020202020204" pitchFamily="34" charset="0"/>
              </a:defRPr>
            </a:lvl6pPr>
            <a:lvl7pPr marL="2544763" defTabSz="814388" eaLnBrk="0" fontAlgn="base" hangingPunct="0">
              <a:spcBef>
                <a:spcPct val="0"/>
              </a:spcBef>
              <a:spcAft>
                <a:spcPct val="0"/>
              </a:spcAft>
              <a:defRPr sz="2400">
                <a:solidFill>
                  <a:schemeClr val="tx1"/>
                </a:solidFill>
                <a:latin typeface="Arial" panose="020B0604020202020204" pitchFamily="34" charset="0"/>
              </a:defRPr>
            </a:lvl7pPr>
            <a:lvl8pPr marL="3001963" defTabSz="814388" eaLnBrk="0" fontAlgn="base" hangingPunct="0">
              <a:spcBef>
                <a:spcPct val="0"/>
              </a:spcBef>
              <a:spcAft>
                <a:spcPct val="0"/>
              </a:spcAft>
              <a:defRPr sz="2400">
                <a:solidFill>
                  <a:schemeClr val="tx1"/>
                </a:solidFill>
                <a:latin typeface="Arial" panose="020B0604020202020204" pitchFamily="34" charset="0"/>
              </a:defRPr>
            </a:lvl8pPr>
            <a:lvl9pPr marL="3459163" defTabSz="814388" eaLnBrk="0" fontAlgn="base" hangingPunct="0">
              <a:spcBef>
                <a:spcPct val="0"/>
              </a:spcBef>
              <a:spcAft>
                <a:spcPct val="0"/>
              </a:spcAft>
              <a:defRPr sz="2400">
                <a:solidFill>
                  <a:schemeClr val="tx1"/>
                </a:solidFill>
                <a:latin typeface="Arial" panose="020B0604020202020204" pitchFamily="34" charset="0"/>
              </a:defRPr>
            </a:lvl9pPr>
          </a:lstStyle>
          <a:p>
            <a:pPr eaLnBrk="0" fontAlgn="base" hangingPunct="0">
              <a:spcAft>
                <a:spcPct val="0"/>
              </a:spcAft>
            </a:pPr>
            <a:r>
              <a:rPr lang="zh-CN" altLang="en-US" sz="800" smtClean="0">
                <a:solidFill>
                  <a:srgbClr val="0183B7"/>
                </a:solidFill>
                <a:latin typeface="幼圆" panose="02010509060101010101" pitchFamily="49" charset="-122"/>
                <a:ea typeface="幼圆" panose="02010509060101010101" pitchFamily="49" charset="-122"/>
              </a:rPr>
              <a:t>思科网络技术学院理事会</a:t>
            </a:r>
            <a:r>
              <a:rPr lang="en-US" altLang="zh-CN" sz="800" smtClean="0">
                <a:solidFill>
                  <a:srgbClr val="0183B7"/>
                </a:solidFill>
                <a:latin typeface="幼圆" panose="02010509060101010101" pitchFamily="49" charset="-122"/>
                <a:ea typeface="幼圆" panose="02010509060101010101" pitchFamily="49" charset="-122"/>
              </a:rPr>
              <a:t>.</a:t>
            </a:r>
          </a:p>
        </p:txBody>
      </p:sp>
      <p:sp>
        <p:nvSpPr>
          <p:cNvPr id="1335300" name="Rectangle 4"/>
          <p:cNvSpPr>
            <a:spLocks noChangeArrowheads="1"/>
          </p:cNvSpPr>
          <p:nvPr/>
        </p:nvSpPr>
        <p:spPr bwMode="auto">
          <a:xfrm>
            <a:off x="6102135" y="6615453"/>
            <a:ext cx="1204598" cy="206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2124" tIns="41061" rIns="82124" bIns="41061" anchor="b">
            <a:spAutoFit/>
          </a:bodyPr>
          <a:lstStyle>
            <a:lvl1pPr algn="l" defTabSz="814388">
              <a:spcBef>
                <a:spcPct val="0"/>
              </a:spcBef>
              <a:defRPr sz="2400">
                <a:solidFill>
                  <a:schemeClr val="tx1"/>
                </a:solidFill>
                <a:latin typeface="Arial" panose="020B0604020202020204" pitchFamily="34" charset="0"/>
              </a:defRPr>
            </a:lvl1pPr>
            <a:lvl2pPr marL="406400" algn="l" defTabSz="814388">
              <a:spcBef>
                <a:spcPct val="0"/>
              </a:spcBef>
              <a:defRPr sz="2400">
                <a:solidFill>
                  <a:schemeClr val="tx1"/>
                </a:solidFill>
                <a:latin typeface="Arial" panose="020B0604020202020204" pitchFamily="34" charset="0"/>
              </a:defRPr>
            </a:lvl2pPr>
            <a:lvl3pPr marL="814388" algn="l" defTabSz="814388">
              <a:spcBef>
                <a:spcPct val="0"/>
              </a:spcBef>
              <a:defRPr sz="2400">
                <a:solidFill>
                  <a:schemeClr val="tx1"/>
                </a:solidFill>
                <a:latin typeface="Arial" panose="020B0604020202020204" pitchFamily="34" charset="0"/>
              </a:defRPr>
            </a:lvl3pPr>
            <a:lvl4pPr marL="1222375" algn="l" defTabSz="814388">
              <a:spcBef>
                <a:spcPct val="0"/>
              </a:spcBef>
              <a:defRPr sz="2400">
                <a:solidFill>
                  <a:schemeClr val="tx1"/>
                </a:solidFill>
                <a:latin typeface="Arial" panose="020B0604020202020204" pitchFamily="34" charset="0"/>
              </a:defRPr>
            </a:lvl4pPr>
            <a:lvl5pPr marL="1630363" algn="l" defTabSz="814388">
              <a:spcBef>
                <a:spcPct val="0"/>
              </a:spcBef>
              <a:defRPr sz="2400">
                <a:solidFill>
                  <a:schemeClr val="tx1"/>
                </a:solidFill>
                <a:latin typeface="Arial" panose="020B0604020202020204" pitchFamily="34" charset="0"/>
              </a:defRPr>
            </a:lvl5pPr>
            <a:lvl6pPr marL="2087563" defTabSz="814388" eaLnBrk="0" fontAlgn="base" hangingPunct="0">
              <a:spcBef>
                <a:spcPct val="0"/>
              </a:spcBef>
              <a:spcAft>
                <a:spcPct val="0"/>
              </a:spcAft>
              <a:defRPr sz="2400">
                <a:solidFill>
                  <a:schemeClr val="tx1"/>
                </a:solidFill>
                <a:latin typeface="Arial" panose="020B0604020202020204" pitchFamily="34" charset="0"/>
              </a:defRPr>
            </a:lvl6pPr>
            <a:lvl7pPr marL="2544763" defTabSz="814388" eaLnBrk="0" fontAlgn="base" hangingPunct="0">
              <a:spcBef>
                <a:spcPct val="0"/>
              </a:spcBef>
              <a:spcAft>
                <a:spcPct val="0"/>
              </a:spcAft>
              <a:defRPr sz="2400">
                <a:solidFill>
                  <a:schemeClr val="tx1"/>
                </a:solidFill>
                <a:latin typeface="Arial" panose="020B0604020202020204" pitchFamily="34" charset="0"/>
              </a:defRPr>
            </a:lvl7pPr>
            <a:lvl8pPr marL="3001963" defTabSz="814388" eaLnBrk="0" fontAlgn="base" hangingPunct="0">
              <a:spcBef>
                <a:spcPct val="0"/>
              </a:spcBef>
              <a:spcAft>
                <a:spcPct val="0"/>
              </a:spcAft>
              <a:defRPr sz="2400">
                <a:solidFill>
                  <a:schemeClr val="tx1"/>
                </a:solidFill>
                <a:latin typeface="Arial" panose="020B0604020202020204" pitchFamily="34" charset="0"/>
              </a:defRPr>
            </a:lvl8pPr>
            <a:lvl9pPr marL="3459163" defTabSz="814388" eaLnBrk="0" fontAlgn="base" hangingPunct="0">
              <a:spcBef>
                <a:spcPct val="0"/>
              </a:spcBef>
              <a:spcAft>
                <a:spcPct val="0"/>
              </a:spcAft>
              <a:defRPr sz="2400">
                <a:solidFill>
                  <a:schemeClr val="tx1"/>
                </a:solidFill>
                <a:latin typeface="Arial" panose="020B0604020202020204" pitchFamily="34" charset="0"/>
              </a:defRPr>
            </a:lvl9pPr>
          </a:lstStyle>
          <a:p>
            <a:pPr algn="r" eaLnBrk="0" fontAlgn="base" hangingPunct="0">
              <a:spcAft>
                <a:spcPct val="0"/>
              </a:spcAft>
            </a:pPr>
            <a:r>
              <a:rPr lang="en-US" altLang="zh-CN" sz="800" smtClean="0">
                <a:solidFill>
                  <a:srgbClr val="0183B7"/>
                </a:solidFill>
                <a:ea typeface="宋体" panose="02010600030101010101" pitchFamily="2" charset="-122"/>
                <a:hlinkClick r:id="rId2"/>
              </a:rPr>
              <a:t>http://www.catc.edu.cn</a:t>
            </a:r>
            <a:endParaRPr lang="en-US" altLang="zh-CN" sz="800" smtClean="0">
              <a:solidFill>
                <a:srgbClr val="0183B7"/>
              </a:solidFill>
              <a:ea typeface="宋体" panose="02010600030101010101" pitchFamily="2" charset="-122"/>
            </a:endParaRPr>
          </a:p>
        </p:txBody>
      </p:sp>
      <p:sp>
        <p:nvSpPr>
          <p:cNvPr id="1335301" name="Rectangle 5"/>
          <p:cNvSpPr>
            <a:spLocks noChangeArrowheads="1"/>
          </p:cNvSpPr>
          <p:nvPr/>
        </p:nvSpPr>
        <p:spPr bwMode="auto">
          <a:xfrm>
            <a:off x="11566372" y="6624363"/>
            <a:ext cx="322946" cy="236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2124" tIns="41061" rIns="82124" bIns="41061" anchor="b">
            <a:spAutoFit/>
          </a:bodyPr>
          <a:lstStyle>
            <a:lvl1pPr algn="l" defTabSz="814388">
              <a:spcBef>
                <a:spcPct val="0"/>
              </a:spcBef>
              <a:defRPr sz="2400">
                <a:solidFill>
                  <a:schemeClr val="tx1"/>
                </a:solidFill>
                <a:latin typeface="Arial" panose="020B0604020202020204" pitchFamily="34" charset="0"/>
              </a:defRPr>
            </a:lvl1pPr>
            <a:lvl2pPr marL="406400" algn="l" defTabSz="814388">
              <a:spcBef>
                <a:spcPct val="0"/>
              </a:spcBef>
              <a:defRPr sz="2400">
                <a:solidFill>
                  <a:schemeClr val="tx1"/>
                </a:solidFill>
                <a:latin typeface="Arial" panose="020B0604020202020204" pitchFamily="34" charset="0"/>
              </a:defRPr>
            </a:lvl2pPr>
            <a:lvl3pPr marL="814388" algn="l" defTabSz="814388">
              <a:spcBef>
                <a:spcPct val="0"/>
              </a:spcBef>
              <a:defRPr sz="2400">
                <a:solidFill>
                  <a:schemeClr val="tx1"/>
                </a:solidFill>
                <a:latin typeface="Arial" panose="020B0604020202020204" pitchFamily="34" charset="0"/>
              </a:defRPr>
            </a:lvl3pPr>
            <a:lvl4pPr marL="1222375" algn="l" defTabSz="814388">
              <a:spcBef>
                <a:spcPct val="0"/>
              </a:spcBef>
              <a:defRPr sz="2400">
                <a:solidFill>
                  <a:schemeClr val="tx1"/>
                </a:solidFill>
                <a:latin typeface="Arial" panose="020B0604020202020204" pitchFamily="34" charset="0"/>
              </a:defRPr>
            </a:lvl4pPr>
            <a:lvl5pPr marL="1630363" algn="l" defTabSz="814388">
              <a:spcBef>
                <a:spcPct val="0"/>
              </a:spcBef>
              <a:defRPr sz="2400">
                <a:solidFill>
                  <a:schemeClr val="tx1"/>
                </a:solidFill>
                <a:latin typeface="Arial" panose="020B0604020202020204" pitchFamily="34" charset="0"/>
              </a:defRPr>
            </a:lvl5pPr>
            <a:lvl6pPr marL="2087563" defTabSz="814388" eaLnBrk="0" fontAlgn="base" hangingPunct="0">
              <a:spcBef>
                <a:spcPct val="0"/>
              </a:spcBef>
              <a:spcAft>
                <a:spcPct val="0"/>
              </a:spcAft>
              <a:defRPr sz="2400">
                <a:solidFill>
                  <a:schemeClr val="tx1"/>
                </a:solidFill>
                <a:latin typeface="Arial" panose="020B0604020202020204" pitchFamily="34" charset="0"/>
              </a:defRPr>
            </a:lvl6pPr>
            <a:lvl7pPr marL="2544763" defTabSz="814388" eaLnBrk="0" fontAlgn="base" hangingPunct="0">
              <a:spcBef>
                <a:spcPct val="0"/>
              </a:spcBef>
              <a:spcAft>
                <a:spcPct val="0"/>
              </a:spcAft>
              <a:defRPr sz="2400">
                <a:solidFill>
                  <a:schemeClr val="tx1"/>
                </a:solidFill>
                <a:latin typeface="Arial" panose="020B0604020202020204" pitchFamily="34" charset="0"/>
              </a:defRPr>
            </a:lvl7pPr>
            <a:lvl8pPr marL="3001963" defTabSz="814388" eaLnBrk="0" fontAlgn="base" hangingPunct="0">
              <a:spcBef>
                <a:spcPct val="0"/>
              </a:spcBef>
              <a:spcAft>
                <a:spcPct val="0"/>
              </a:spcAft>
              <a:defRPr sz="2400">
                <a:solidFill>
                  <a:schemeClr val="tx1"/>
                </a:solidFill>
                <a:latin typeface="Arial" panose="020B0604020202020204" pitchFamily="34" charset="0"/>
              </a:defRPr>
            </a:lvl8pPr>
            <a:lvl9pPr marL="3459163" defTabSz="814388" eaLnBrk="0" fontAlgn="base" hangingPunct="0">
              <a:spcBef>
                <a:spcPct val="0"/>
              </a:spcBef>
              <a:spcAft>
                <a:spcPct val="0"/>
              </a:spcAft>
              <a:defRPr sz="2400">
                <a:solidFill>
                  <a:schemeClr val="tx1"/>
                </a:solidFill>
                <a:latin typeface="Arial" panose="020B0604020202020204" pitchFamily="34" charset="0"/>
              </a:defRPr>
            </a:lvl9pPr>
          </a:lstStyle>
          <a:p>
            <a:pPr algn="r" eaLnBrk="0" fontAlgn="base" hangingPunct="0">
              <a:spcAft>
                <a:spcPct val="0"/>
              </a:spcAft>
            </a:pPr>
            <a:fld id="{3009CFF4-D4D0-413F-912F-76BF385B1D9F}" type="slidenum">
              <a:rPr lang="zh-CN" altLang="en-US" sz="1000" smtClean="0">
                <a:solidFill>
                  <a:srgbClr val="D3D3D3"/>
                </a:solidFill>
                <a:ea typeface="宋体" panose="02010600030101010101" pitchFamily="2" charset="-122"/>
              </a:rPr>
              <a:pPr algn="r" eaLnBrk="0" fontAlgn="base" hangingPunct="0">
                <a:spcAft>
                  <a:spcPct val="0"/>
                </a:spcAft>
              </a:pPr>
              <a:t>‹#›</a:t>
            </a:fld>
            <a:endParaRPr lang="en-US" altLang="zh-CN" sz="1000" smtClean="0">
              <a:solidFill>
                <a:srgbClr val="D3D3D3"/>
              </a:solidFill>
              <a:ea typeface="宋体" panose="02010600030101010101" pitchFamily="2" charset="-122"/>
            </a:endParaRPr>
          </a:p>
        </p:txBody>
      </p:sp>
      <p:grpSp>
        <p:nvGrpSpPr>
          <p:cNvPr id="1335302" name="Group 6"/>
          <p:cNvGrpSpPr>
            <a:grpSpLocks/>
          </p:cNvGrpSpPr>
          <p:nvPr/>
        </p:nvGrpSpPr>
        <p:grpSpPr bwMode="auto">
          <a:xfrm>
            <a:off x="812800" y="525464"/>
            <a:ext cx="1930400" cy="769937"/>
            <a:chOff x="3272" y="1316"/>
            <a:chExt cx="1889" cy="1002"/>
          </a:xfrm>
        </p:grpSpPr>
        <p:sp>
          <p:nvSpPr>
            <p:cNvPr id="1335303" name="AutoShape 7"/>
            <p:cNvSpPr>
              <a:spLocks noChangeAspect="1" noChangeArrowheads="1" noTextEdit="1"/>
            </p:cNvSpPr>
            <p:nvPr/>
          </p:nvSpPr>
          <p:spPr bwMode="auto">
            <a:xfrm>
              <a:off x="3272" y="1316"/>
              <a:ext cx="1889" cy="10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eaLnBrk="0" fontAlgn="base" hangingPunct="0">
                <a:lnSpc>
                  <a:spcPct val="90000"/>
                </a:lnSpc>
                <a:spcBef>
                  <a:spcPct val="50000"/>
                </a:spcBef>
                <a:spcAft>
                  <a:spcPct val="0"/>
                </a:spcAft>
              </a:pPr>
              <a:endParaRPr lang="zh-CN" altLang="en-US" sz="2400" i="1" smtClean="0">
                <a:solidFill>
                  <a:srgbClr val="000000"/>
                </a:solidFill>
              </a:endParaRPr>
            </a:p>
          </p:txBody>
        </p:sp>
        <p:sp>
          <p:nvSpPr>
            <p:cNvPr id="1335304" name="Rectangle 8"/>
            <p:cNvSpPr>
              <a:spLocks noChangeArrowheads="1"/>
            </p:cNvSpPr>
            <p:nvPr/>
          </p:nvSpPr>
          <p:spPr bwMode="auto">
            <a:xfrm>
              <a:off x="3803" y="1980"/>
              <a:ext cx="86" cy="325"/>
            </a:xfrm>
            <a:prstGeom prst="rect">
              <a:avLst/>
            </a:prstGeom>
            <a:solidFill>
              <a:srgbClr val="B21A1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fontAlgn="base" hangingPunct="0">
                <a:lnSpc>
                  <a:spcPct val="90000"/>
                </a:lnSpc>
                <a:spcBef>
                  <a:spcPct val="50000"/>
                </a:spcBef>
                <a:spcAft>
                  <a:spcPct val="0"/>
                </a:spcAft>
              </a:pPr>
              <a:endParaRPr lang="zh-CN" altLang="en-US" sz="2400" i="1" smtClean="0">
                <a:solidFill>
                  <a:srgbClr val="000000"/>
                </a:solidFill>
              </a:endParaRPr>
            </a:p>
          </p:txBody>
        </p:sp>
        <p:sp>
          <p:nvSpPr>
            <p:cNvPr id="1335305" name="Freeform 9"/>
            <p:cNvSpPr>
              <a:spLocks/>
            </p:cNvSpPr>
            <p:nvPr/>
          </p:nvSpPr>
          <p:spPr bwMode="auto">
            <a:xfrm>
              <a:off x="4304" y="1971"/>
              <a:ext cx="249" cy="343"/>
            </a:xfrm>
            <a:custGeom>
              <a:avLst/>
              <a:gdLst>
                <a:gd name="T0" fmla="*/ 58 w 58"/>
                <a:gd name="T1" fmla="*/ 24 h 80"/>
                <a:gd name="T2" fmla="*/ 42 w 58"/>
                <a:gd name="T3" fmla="*/ 20 h 80"/>
                <a:gd name="T4" fmla="*/ 21 w 58"/>
                <a:gd name="T5" fmla="*/ 40 h 80"/>
                <a:gd name="T6" fmla="*/ 42 w 58"/>
                <a:gd name="T7" fmla="*/ 60 h 80"/>
                <a:gd name="T8" fmla="*/ 58 w 58"/>
                <a:gd name="T9" fmla="*/ 56 h 80"/>
                <a:gd name="T10" fmla="*/ 58 w 58"/>
                <a:gd name="T11" fmla="*/ 77 h 80"/>
                <a:gd name="T12" fmla="*/ 41 w 58"/>
                <a:gd name="T13" fmla="*/ 80 h 80"/>
                <a:gd name="T14" fmla="*/ 0 w 58"/>
                <a:gd name="T15" fmla="*/ 40 h 80"/>
                <a:gd name="T16" fmla="*/ 41 w 58"/>
                <a:gd name="T17" fmla="*/ 0 h 80"/>
                <a:gd name="T18" fmla="*/ 58 w 58"/>
                <a:gd name="T19" fmla="*/ 3 h 80"/>
                <a:gd name="T20" fmla="*/ 58 w 58"/>
                <a:gd name="T21" fmla="*/ 24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80">
                  <a:moveTo>
                    <a:pt x="58" y="24"/>
                  </a:moveTo>
                  <a:cubicBezTo>
                    <a:pt x="58" y="23"/>
                    <a:pt x="51" y="20"/>
                    <a:pt x="42" y="20"/>
                  </a:cubicBezTo>
                  <a:cubicBezTo>
                    <a:pt x="30" y="20"/>
                    <a:pt x="21" y="28"/>
                    <a:pt x="21" y="40"/>
                  </a:cubicBezTo>
                  <a:cubicBezTo>
                    <a:pt x="21" y="51"/>
                    <a:pt x="29" y="60"/>
                    <a:pt x="42" y="60"/>
                  </a:cubicBezTo>
                  <a:cubicBezTo>
                    <a:pt x="51" y="60"/>
                    <a:pt x="57" y="57"/>
                    <a:pt x="58" y="56"/>
                  </a:cubicBezTo>
                  <a:cubicBezTo>
                    <a:pt x="58" y="77"/>
                    <a:pt x="58" y="77"/>
                    <a:pt x="58" y="77"/>
                  </a:cubicBezTo>
                  <a:cubicBezTo>
                    <a:pt x="56" y="78"/>
                    <a:pt x="49" y="80"/>
                    <a:pt x="41" y="80"/>
                  </a:cubicBezTo>
                  <a:cubicBezTo>
                    <a:pt x="19" y="80"/>
                    <a:pt x="0" y="65"/>
                    <a:pt x="0" y="40"/>
                  </a:cubicBezTo>
                  <a:cubicBezTo>
                    <a:pt x="0" y="17"/>
                    <a:pt x="17" y="0"/>
                    <a:pt x="41" y="0"/>
                  </a:cubicBezTo>
                  <a:cubicBezTo>
                    <a:pt x="50" y="0"/>
                    <a:pt x="56" y="3"/>
                    <a:pt x="58" y="3"/>
                  </a:cubicBezTo>
                  <a:lnTo>
                    <a:pt x="58" y="24"/>
                  </a:lnTo>
                  <a:close/>
                </a:path>
              </a:pathLst>
            </a:custGeom>
            <a:solidFill>
              <a:srgbClr val="B21A1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fontAlgn="base" hangingPunct="0">
                <a:lnSpc>
                  <a:spcPct val="90000"/>
                </a:lnSpc>
                <a:spcBef>
                  <a:spcPct val="50000"/>
                </a:spcBef>
                <a:spcAft>
                  <a:spcPct val="0"/>
                </a:spcAft>
              </a:pPr>
              <a:endParaRPr lang="zh-CN" altLang="en-US" sz="2400" i="1" smtClean="0">
                <a:solidFill>
                  <a:srgbClr val="000000"/>
                </a:solidFill>
              </a:endParaRPr>
            </a:p>
          </p:txBody>
        </p:sp>
        <p:sp>
          <p:nvSpPr>
            <p:cNvPr id="1335306" name="Freeform 10"/>
            <p:cNvSpPr>
              <a:spLocks/>
            </p:cNvSpPr>
            <p:nvPr/>
          </p:nvSpPr>
          <p:spPr bwMode="auto">
            <a:xfrm>
              <a:off x="3443" y="1971"/>
              <a:ext cx="249" cy="343"/>
            </a:xfrm>
            <a:custGeom>
              <a:avLst/>
              <a:gdLst>
                <a:gd name="T0" fmla="*/ 58 w 58"/>
                <a:gd name="T1" fmla="*/ 24 h 80"/>
                <a:gd name="T2" fmla="*/ 42 w 58"/>
                <a:gd name="T3" fmla="*/ 20 h 80"/>
                <a:gd name="T4" fmla="*/ 21 w 58"/>
                <a:gd name="T5" fmla="*/ 40 h 80"/>
                <a:gd name="T6" fmla="*/ 42 w 58"/>
                <a:gd name="T7" fmla="*/ 60 h 80"/>
                <a:gd name="T8" fmla="*/ 58 w 58"/>
                <a:gd name="T9" fmla="*/ 56 h 80"/>
                <a:gd name="T10" fmla="*/ 58 w 58"/>
                <a:gd name="T11" fmla="*/ 77 h 80"/>
                <a:gd name="T12" fmla="*/ 40 w 58"/>
                <a:gd name="T13" fmla="*/ 80 h 80"/>
                <a:gd name="T14" fmla="*/ 0 w 58"/>
                <a:gd name="T15" fmla="*/ 40 h 80"/>
                <a:gd name="T16" fmla="*/ 40 w 58"/>
                <a:gd name="T17" fmla="*/ 0 h 80"/>
                <a:gd name="T18" fmla="*/ 58 w 58"/>
                <a:gd name="T19" fmla="*/ 3 h 80"/>
                <a:gd name="T20" fmla="*/ 58 w 58"/>
                <a:gd name="T21" fmla="*/ 24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80">
                  <a:moveTo>
                    <a:pt x="58" y="24"/>
                  </a:moveTo>
                  <a:cubicBezTo>
                    <a:pt x="57" y="23"/>
                    <a:pt x="51" y="20"/>
                    <a:pt x="42" y="20"/>
                  </a:cubicBezTo>
                  <a:cubicBezTo>
                    <a:pt x="29" y="20"/>
                    <a:pt x="21" y="28"/>
                    <a:pt x="21" y="40"/>
                  </a:cubicBezTo>
                  <a:cubicBezTo>
                    <a:pt x="21" y="51"/>
                    <a:pt x="29" y="60"/>
                    <a:pt x="42" y="60"/>
                  </a:cubicBezTo>
                  <a:cubicBezTo>
                    <a:pt x="51" y="60"/>
                    <a:pt x="57" y="57"/>
                    <a:pt x="58" y="56"/>
                  </a:cubicBezTo>
                  <a:cubicBezTo>
                    <a:pt x="58" y="77"/>
                    <a:pt x="58" y="77"/>
                    <a:pt x="58" y="77"/>
                  </a:cubicBezTo>
                  <a:cubicBezTo>
                    <a:pt x="56" y="78"/>
                    <a:pt x="49" y="80"/>
                    <a:pt x="40" y="80"/>
                  </a:cubicBezTo>
                  <a:cubicBezTo>
                    <a:pt x="19" y="80"/>
                    <a:pt x="0" y="65"/>
                    <a:pt x="0" y="40"/>
                  </a:cubicBezTo>
                  <a:cubicBezTo>
                    <a:pt x="0" y="17"/>
                    <a:pt x="17" y="0"/>
                    <a:pt x="40" y="0"/>
                  </a:cubicBezTo>
                  <a:cubicBezTo>
                    <a:pt x="49" y="0"/>
                    <a:pt x="56" y="3"/>
                    <a:pt x="58" y="3"/>
                  </a:cubicBezTo>
                  <a:lnTo>
                    <a:pt x="58" y="24"/>
                  </a:lnTo>
                  <a:close/>
                </a:path>
              </a:pathLst>
            </a:custGeom>
            <a:solidFill>
              <a:srgbClr val="B21A1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fontAlgn="base" hangingPunct="0">
                <a:lnSpc>
                  <a:spcPct val="90000"/>
                </a:lnSpc>
                <a:spcBef>
                  <a:spcPct val="50000"/>
                </a:spcBef>
                <a:spcAft>
                  <a:spcPct val="0"/>
                </a:spcAft>
              </a:pPr>
              <a:endParaRPr lang="zh-CN" altLang="en-US" sz="2400" i="1" smtClean="0">
                <a:solidFill>
                  <a:srgbClr val="000000"/>
                </a:solidFill>
              </a:endParaRPr>
            </a:p>
          </p:txBody>
        </p:sp>
        <p:sp>
          <p:nvSpPr>
            <p:cNvPr id="1335307" name="Freeform 11"/>
            <p:cNvSpPr>
              <a:spLocks noEditPoints="1"/>
            </p:cNvSpPr>
            <p:nvPr/>
          </p:nvSpPr>
          <p:spPr bwMode="auto">
            <a:xfrm>
              <a:off x="4643" y="1971"/>
              <a:ext cx="342" cy="343"/>
            </a:xfrm>
            <a:custGeom>
              <a:avLst/>
              <a:gdLst>
                <a:gd name="T0" fmla="*/ 80 w 80"/>
                <a:gd name="T1" fmla="*/ 40 h 80"/>
                <a:gd name="T2" fmla="*/ 40 w 80"/>
                <a:gd name="T3" fmla="*/ 80 h 80"/>
                <a:gd name="T4" fmla="*/ 0 w 80"/>
                <a:gd name="T5" fmla="*/ 40 h 80"/>
                <a:gd name="T6" fmla="*/ 40 w 80"/>
                <a:gd name="T7" fmla="*/ 0 h 80"/>
                <a:gd name="T8" fmla="*/ 80 w 80"/>
                <a:gd name="T9" fmla="*/ 40 h 80"/>
                <a:gd name="T10" fmla="*/ 40 w 80"/>
                <a:gd name="T11" fmla="*/ 20 h 80"/>
                <a:gd name="T12" fmla="*/ 20 w 80"/>
                <a:gd name="T13" fmla="*/ 40 h 80"/>
                <a:gd name="T14" fmla="*/ 40 w 80"/>
                <a:gd name="T15" fmla="*/ 60 h 80"/>
                <a:gd name="T16" fmla="*/ 60 w 80"/>
                <a:gd name="T17" fmla="*/ 40 h 80"/>
                <a:gd name="T18" fmla="*/ 40 w 80"/>
                <a:gd name="T19" fmla="*/ 2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0" h="80">
                  <a:moveTo>
                    <a:pt x="80" y="40"/>
                  </a:moveTo>
                  <a:cubicBezTo>
                    <a:pt x="80" y="62"/>
                    <a:pt x="64" y="80"/>
                    <a:pt x="40" y="80"/>
                  </a:cubicBezTo>
                  <a:cubicBezTo>
                    <a:pt x="16" y="80"/>
                    <a:pt x="0" y="62"/>
                    <a:pt x="0" y="40"/>
                  </a:cubicBezTo>
                  <a:cubicBezTo>
                    <a:pt x="0" y="18"/>
                    <a:pt x="16" y="0"/>
                    <a:pt x="40" y="0"/>
                  </a:cubicBezTo>
                  <a:cubicBezTo>
                    <a:pt x="64" y="0"/>
                    <a:pt x="80" y="18"/>
                    <a:pt x="80" y="40"/>
                  </a:cubicBezTo>
                  <a:moveTo>
                    <a:pt x="40" y="20"/>
                  </a:moveTo>
                  <a:cubicBezTo>
                    <a:pt x="29" y="20"/>
                    <a:pt x="20" y="29"/>
                    <a:pt x="20" y="40"/>
                  </a:cubicBezTo>
                  <a:cubicBezTo>
                    <a:pt x="20" y="51"/>
                    <a:pt x="29" y="60"/>
                    <a:pt x="40" y="60"/>
                  </a:cubicBezTo>
                  <a:cubicBezTo>
                    <a:pt x="51" y="60"/>
                    <a:pt x="60" y="51"/>
                    <a:pt x="60" y="40"/>
                  </a:cubicBezTo>
                  <a:cubicBezTo>
                    <a:pt x="60" y="29"/>
                    <a:pt x="51" y="20"/>
                    <a:pt x="40" y="20"/>
                  </a:cubicBezTo>
                </a:path>
              </a:pathLst>
            </a:custGeom>
            <a:solidFill>
              <a:srgbClr val="B21A1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fontAlgn="base" hangingPunct="0">
                <a:lnSpc>
                  <a:spcPct val="90000"/>
                </a:lnSpc>
                <a:spcBef>
                  <a:spcPct val="50000"/>
                </a:spcBef>
                <a:spcAft>
                  <a:spcPct val="0"/>
                </a:spcAft>
              </a:pPr>
              <a:endParaRPr lang="zh-CN" altLang="en-US" sz="2400" i="1" smtClean="0">
                <a:solidFill>
                  <a:srgbClr val="000000"/>
                </a:solidFill>
              </a:endParaRPr>
            </a:p>
          </p:txBody>
        </p:sp>
        <p:sp>
          <p:nvSpPr>
            <p:cNvPr id="1335308" name="Freeform 12"/>
            <p:cNvSpPr>
              <a:spLocks/>
            </p:cNvSpPr>
            <p:nvPr/>
          </p:nvSpPr>
          <p:spPr bwMode="auto">
            <a:xfrm>
              <a:off x="4000" y="1971"/>
              <a:ext cx="223" cy="343"/>
            </a:xfrm>
            <a:custGeom>
              <a:avLst/>
              <a:gdLst>
                <a:gd name="T0" fmla="*/ 47 w 52"/>
                <a:gd name="T1" fmla="*/ 19 h 80"/>
                <a:gd name="T2" fmla="*/ 32 w 52"/>
                <a:gd name="T3" fmla="*/ 17 h 80"/>
                <a:gd name="T4" fmla="*/ 20 w 52"/>
                <a:gd name="T5" fmla="*/ 23 h 80"/>
                <a:gd name="T6" fmla="*/ 29 w 52"/>
                <a:gd name="T7" fmla="*/ 30 h 80"/>
                <a:gd name="T8" fmla="*/ 34 w 52"/>
                <a:gd name="T9" fmla="*/ 32 h 80"/>
                <a:gd name="T10" fmla="*/ 52 w 52"/>
                <a:gd name="T11" fmla="*/ 54 h 80"/>
                <a:gd name="T12" fmla="*/ 21 w 52"/>
                <a:gd name="T13" fmla="*/ 80 h 80"/>
                <a:gd name="T14" fmla="*/ 0 w 52"/>
                <a:gd name="T15" fmla="*/ 77 h 80"/>
                <a:gd name="T16" fmla="*/ 0 w 52"/>
                <a:gd name="T17" fmla="*/ 60 h 80"/>
                <a:gd name="T18" fmla="*/ 18 w 52"/>
                <a:gd name="T19" fmla="*/ 63 h 80"/>
                <a:gd name="T20" fmla="*/ 32 w 52"/>
                <a:gd name="T21" fmla="*/ 56 h 80"/>
                <a:gd name="T22" fmla="*/ 23 w 52"/>
                <a:gd name="T23" fmla="*/ 48 h 80"/>
                <a:gd name="T24" fmla="*/ 19 w 52"/>
                <a:gd name="T25" fmla="*/ 47 h 80"/>
                <a:gd name="T26" fmla="*/ 0 w 52"/>
                <a:gd name="T27" fmla="*/ 24 h 80"/>
                <a:gd name="T28" fmla="*/ 28 w 52"/>
                <a:gd name="T29" fmla="*/ 0 h 80"/>
                <a:gd name="T30" fmla="*/ 47 w 52"/>
                <a:gd name="T31" fmla="*/ 3 h 80"/>
                <a:gd name="T32" fmla="*/ 47 w 52"/>
                <a:gd name="T33" fmla="*/ 19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80">
                  <a:moveTo>
                    <a:pt x="47" y="19"/>
                  </a:moveTo>
                  <a:cubicBezTo>
                    <a:pt x="47" y="19"/>
                    <a:pt x="38" y="17"/>
                    <a:pt x="32" y="17"/>
                  </a:cubicBezTo>
                  <a:cubicBezTo>
                    <a:pt x="24" y="17"/>
                    <a:pt x="20" y="19"/>
                    <a:pt x="20" y="23"/>
                  </a:cubicBezTo>
                  <a:cubicBezTo>
                    <a:pt x="20" y="28"/>
                    <a:pt x="26" y="29"/>
                    <a:pt x="29" y="30"/>
                  </a:cubicBezTo>
                  <a:cubicBezTo>
                    <a:pt x="34" y="32"/>
                    <a:pt x="34" y="32"/>
                    <a:pt x="34" y="32"/>
                  </a:cubicBezTo>
                  <a:cubicBezTo>
                    <a:pt x="47" y="36"/>
                    <a:pt x="52" y="45"/>
                    <a:pt x="52" y="54"/>
                  </a:cubicBezTo>
                  <a:cubicBezTo>
                    <a:pt x="52" y="73"/>
                    <a:pt x="35" y="80"/>
                    <a:pt x="21" y="80"/>
                  </a:cubicBezTo>
                  <a:cubicBezTo>
                    <a:pt x="10" y="80"/>
                    <a:pt x="1" y="78"/>
                    <a:pt x="0" y="77"/>
                  </a:cubicBezTo>
                  <a:cubicBezTo>
                    <a:pt x="0" y="60"/>
                    <a:pt x="0" y="60"/>
                    <a:pt x="0" y="60"/>
                  </a:cubicBezTo>
                  <a:cubicBezTo>
                    <a:pt x="2" y="60"/>
                    <a:pt x="10" y="63"/>
                    <a:pt x="18" y="63"/>
                  </a:cubicBezTo>
                  <a:cubicBezTo>
                    <a:pt x="28" y="63"/>
                    <a:pt x="32" y="60"/>
                    <a:pt x="32" y="56"/>
                  </a:cubicBezTo>
                  <a:cubicBezTo>
                    <a:pt x="32" y="52"/>
                    <a:pt x="28" y="49"/>
                    <a:pt x="23" y="48"/>
                  </a:cubicBezTo>
                  <a:cubicBezTo>
                    <a:pt x="22" y="48"/>
                    <a:pt x="21" y="47"/>
                    <a:pt x="19" y="47"/>
                  </a:cubicBezTo>
                  <a:cubicBezTo>
                    <a:pt x="9" y="43"/>
                    <a:pt x="0" y="37"/>
                    <a:pt x="0" y="24"/>
                  </a:cubicBezTo>
                  <a:cubicBezTo>
                    <a:pt x="0" y="10"/>
                    <a:pt x="10" y="0"/>
                    <a:pt x="28" y="0"/>
                  </a:cubicBezTo>
                  <a:cubicBezTo>
                    <a:pt x="37" y="0"/>
                    <a:pt x="46" y="3"/>
                    <a:pt x="47" y="3"/>
                  </a:cubicBezTo>
                  <a:lnTo>
                    <a:pt x="47" y="19"/>
                  </a:lnTo>
                  <a:close/>
                </a:path>
              </a:pathLst>
            </a:custGeom>
            <a:solidFill>
              <a:srgbClr val="B21A1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fontAlgn="base" hangingPunct="0">
                <a:lnSpc>
                  <a:spcPct val="90000"/>
                </a:lnSpc>
                <a:spcBef>
                  <a:spcPct val="50000"/>
                </a:spcBef>
                <a:spcAft>
                  <a:spcPct val="0"/>
                </a:spcAft>
              </a:pPr>
              <a:endParaRPr lang="zh-CN" altLang="en-US" sz="2400" i="1" smtClean="0">
                <a:solidFill>
                  <a:srgbClr val="000000"/>
                </a:solidFill>
              </a:endParaRPr>
            </a:p>
          </p:txBody>
        </p:sp>
        <p:sp>
          <p:nvSpPr>
            <p:cNvPr id="1335309" name="Freeform 13"/>
            <p:cNvSpPr>
              <a:spLocks/>
            </p:cNvSpPr>
            <p:nvPr/>
          </p:nvSpPr>
          <p:spPr bwMode="auto">
            <a:xfrm>
              <a:off x="3272" y="1586"/>
              <a:ext cx="81" cy="167"/>
            </a:xfrm>
            <a:custGeom>
              <a:avLst/>
              <a:gdLst>
                <a:gd name="T0" fmla="*/ 19 w 19"/>
                <a:gd name="T1" fmla="*/ 10 h 39"/>
                <a:gd name="T2" fmla="*/ 10 w 19"/>
                <a:gd name="T3" fmla="*/ 0 h 39"/>
                <a:gd name="T4" fmla="*/ 0 w 19"/>
                <a:gd name="T5" fmla="*/ 10 h 39"/>
                <a:gd name="T6" fmla="*/ 0 w 19"/>
                <a:gd name="T7" fmla="*/ 30 h 39"/>
                <a:gd name="T8" fmla="*/ 10 w 19"/>
                <a:gd name="T9" fmla="*/ 39 h 39"/>
                <a:gd name="T10" fmla="*/ 19 w 19"/>
                <a:gd name="T11" fmla="*/ 30 h 39"/>
                <a:gd name="T12" fmla="*/ 19 w 19"/>
                <a:gd name="T13" fmla="*/ 10 h 39"/>
              </a:gdLst>
              <a:ahLst/>
              <a:cxnLst>
                <a:cxn ang="0">
                  <a:pos x="T0" y="T1"/>
                </a:cxn>
                <a:cxn ang="0">
                  <a:pos x="T2" y="T3"/>
                </a:cxn>
                <a:cxn ang="0">
                  <a:pos x="T4" y="T5"/>
                </a:cxn>
                <a:cxn ang="0">
                  <a:pos x="T6" y="T7"/>
                </a:cxn>
                <a:cxn ang="0">
                  <a:pos x="T8" y="T9"/>
                </a:cxn>
                <a:cxn ang="0">
                  <a:pos x="T10" y="T11"/>
                </a:cxn>
                <a:cxn ang="0">
                  <a:pos x="T12" y="T13"/>
                </a:cxn>
              </a:cxnLst>
              <a:rect l="0" t="0" r="r" b="b"/>
              <a:pathLst>
                <a:path w="19" h="39">
                  <a:moveTo>
                    <a:pt x="19" y="10"/>
                  </a:moveTo>
                  <a:cubicBezTo>
                    <a:pt x="19" y="4"/>
                    <a:pt x="15" y="0"/>
                    <a:pt x="10" y="0"/>
                  </a:cubicBezTo>
                  <a:cubicBezTo>
                    <a:pt x="4" y="0"/>
                    <a:pt x="0" y="4"/>
                    <a:pt x="0" y="10"/>
                  </a:cubicBezTo>
                  <a:cubicBezTo>
                    <a:pt x="0" y="30"/>
                    <a:pt x="0" y="30"/>
                    <a:pt x="0" y="30"/>
                  </a:cubicBezTo>
                  <a:cubicBezTo>
                    <a:pt x="0" y="35"/>
                    <a:pt x="4" y="39"/>
                    <a:pt x="10" y="39"/>
                  </a:cubicBezTo>
                  <a:cubicBezTo>
                    <a:pt x="15" y="39"/>
                    <a:pt x="19" y="35"/>
                    <a:pt x="19" y="30"/>
                  </a:cubicBezTo>
                  <a:lnTo>
                    <a:pt x="19" y="10"/>
                  </a:lnTo>
                  <a:close/>
                </a:path>
              </a:pathLst>
            </a:custGeom>
            <a:solidFill>
              <a:srgbClr val="015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fontAlgn="base" hangingPunct="0">
                <a:lnSpc>
                  <a:spcPct val="90000"/>
                </a:lnSpc>
                <a:spcBef>
                  <a:spcPct val="50000"/>
                </a:spcBef>
                <a:spcAft>
                  <a:spcPct val="0"/>
                </a:spcAft>
              </a:pPr>
              <a:endParaRPr lang="zh-CN" altLang="en-US" sz="2400" i="1" smtClean="0">
                <a:solidFill>
                  <a:srgbClr val="000000"/>
                </a:solidFill>
              </a:endParaRPr>
            </a:p>
          </p:txBody>
        </p:sp>
        <p:sp>
          <p:nvSpPr>
            <p:cNvPr id="1335310" name="Freeform 14"/>
            <p:cNvSpPr>
              <a:spLocks/>
            </p:cNvSpPr>
            <p:nvPr/>
          </p:nvSpPr>
          <p:spPr bwMode="auto">
            <a:xfrm>
              <a:off x="3499" y="1474"/>
              <a:ext cx="81" cy="279"/>
            </a:xfrm>
            <a:custGeom>
              <a:avLst/>
              <a:gdLst>
                <a:gd name="T0" fmla="*/ 19 w 19"/>
                <a:gd name="T1" fmla="*/ 9 h 65"/>
                <a:gd name="T2" fmla="*/ 9 w 19"/>
                <a:gd name="T3" fmla="*/ 0 h 65"/>
                <a:gd name="T4" fmla="*/ 0 w 19"/>
                <a:gd name="T5" fmla="*/ 9 h 65"/>
                <a:gd name="T6" fmla="*/ 0 w 19"/>
                <a:gd name="T7" fmla="*/ 56 h 65"/>
                <a:gd name="T8" fmla="*/ 9 w 19"/>
                <a:gd name="T9" fmla="*/ 65 h 65"/>
                <a:gd name="T10" fmla="*/ 19 w 19"/>
                <a:gd name="T11" fmla="*/ 56 h 65"/>
                <a:gd name="T12" fmla="*/ 19 w 19"/>
                <a:gd name="T13" fmla="*/ 9 h 65"/>
              </a:gdLst>
              <a:ahLst/>
              <a:cxnLst>
                <a:cxn ang="0">
                  <a:pos x="T0" y="T1"/>
                </a:cxn>
                <a:cxn ang="0">
                  <a:pos x="T2" y="T3"/>
                </a:cxn>
                <a:cxn ang="0">
                  <a:pos x="T4" y="T5"/>
                </a:cxn>
                <a:cxn ang="0">
                  <a:pos x="T6" y="T7"/>
                </a:cxn>
                <a:cxn ang="0">
                  <a:pos x="T8" y="T9"/>
                </a:cxn>
                <a:cxn ang="0">
                  <a:pos x="T10" y="T11"/>
                </a:cxn>
                <a:cxn ang="0">
                  <a:pos x="T12" y="T13"/>
                </a:cxn>
              </a:cxnLst>
              <a:rect l="0" t="0" r="r" b="b"/>
              <a:pathLst>
                <a:path w="19" h="65">
                  <a:moveTo>
                    <a:pt x="19" y="9"/>
                  </a:moveTo>
                  <a:cubicBezTo>
                    <a:pt x="19" y="4"/>
                    <a:pt x="14" y="0"/>
                    <a:pt x="9" y="0"/>
                  </a:cubicBezTo>
                  <a:cubicBezTo>
                    <a:pt x="4" y="0"/>
                    <a:pt x="0" y="4"/>
                    <a:pt x="0" y="9"/>
                  </a:cubicBezTo>
                  <a:cubicBezTo>
                    <a:pt x="0" y="56"/>
                    <a:pt x="0" y="56"/>
                    <a:pt x="0" y="56"/>
                  </a:cubicBezTo>
                  <a:cubicBezTo>
                    <a:pt x="0" y="61"/>
                    <a:pt x="4" y="65"/>
                    <a:pt x="9" y="65"/>
                  </a:cubicBezTo>
                  <a:cubicBezTo>
                    <a:pt x="14" y="65"/>
                    <a:pt x="19" y="61"/>
                    <a:pt x="19" y="56"/>
                  </a:cubicBezTo>
                  <a:lnTo>
                    <a:pt x="19" y="9"/>
                  </a:lnTo>
                  <a:close/>
                </a:path>
              </a:pathLst>
            </a:custGeom>
            <a:solidFill>
              <a:srgbClr val="015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fontAlgn="base" hangingPunct="0">
                <a:lnSpc>
                  <a:spcPct val="90000"/>
                </a:lnSpc>
                <a:spcBef>
                  <a:spcPct val="50000"/>
                </a:spcBef>
                <a:spcAft>
                  <a:spcPct val="0"/>
                </a:spcAft>
              </a:pPr>
              <a:endParaRPr lang="zh-CN" altLang="en-US" sz="2400" i="1" smtClean="0">
                <a:solidFill>
                  <a:srgbClr val="000000"/>
                </a:solidFill>
              </a:endParaRPr>
            </a:p>
          </p:txBody>
        </p:sp>
        <p:sp>
          <p:nvSpPr>
            <p:cNvPr id="1335311" name="Freeform 15"/>
            <p:cNvSpPr>
              <a:spLocks/>
            </p:cNvSpPr>
            <p:nvPr/>
          </p:nvSpPr>
          <p:spPr bwMode="auto">
            <a:xfrm>
              <a:off x="3722" y="1320"/>
              <a:ext cx="81" cy="514"/>
            </a:xfrm>
            <a:custGeom>
              <a:avLst/>
              <a:gdLst>
                <a:gd name="T0" fmla="*/ 19 w 19"/>
                <a:gd name="T1" fmla="*/ 9 h 120"/>
                <a:gd name="T2" fmla="*/ 10 w 19"/>
                <a:gd name="T3" fmla="*/ 0 h 120"/>
                <a:gd name="T4" fmla="*/ 0 w 19"/>
                <a:gd name="T5" fmla="*/ 9 h 120"/>
                <a:gd name="T6" fmla="*/ 0 w 19"/>
                <a:gd name="T7" fmla="*/ 111 h 120"/>
                <a:gd name="T8" fmla="*/ 10 w 19"/>
                <a:gd name="T9" fmla="*/ 120 h 120"/>
                <a:gd name="T10" fmla="*/ 19 w 19"/>
                <a:gd name="T11" fmla="*/ 111 h 120"/>
                <a:gd name="T12" fmla="*/ 19 w 19"/>
                <a:gd name="T13" fmla="*/ 9 h 120"/>
              </a:gdLst>
              <a:ahLst/>
              <a:cxnLst>
                <a:cxn ang="0">
                  <a:pos x="T0" y="T1"/>
                </a:cxn>
                <a:cxn ang="0">
                  <a:pos x="T2" y="T3"/>
                </a:cxn>
                <a:cxn ang="0">
                  <a:pos x="T4" y="T5"/>
                </a:cxn>
                <a:cxn ang="0">
                  <a:pos x="T6" y="T7"/>
                </a:cxn>
                <a:cxn ang="0">
                  <a:pos x="T8" y="T9"/>
                </a:cxn>
                <a:cxn ang="0">
                  <a:pos x="T10" y="T11"/>
                </a:cxn>
                <a:cxn ang="0">
                  <a:pos x="T12" y="T13"/>
                </a:cxn>
              </a:cxnLst>
              <a:rect l="0" t="0" r="r" b="b"/>
              <a:pathLst>
                <a:path w="19" h="120">
                  <a:moveTo>
                    <a:pt x="19" y="9"/>
                  </a:moveTo>
                  <a:cubicBezTo>
                    <a:pt x="19" y="4"/>
                    <a:pt x="15" y="0"/>
                    <a:pt x="10" y="0"/>
                  </a:cubicBezTo>
                  <a:cubicBezTo>
                    <a:pt x="5" y="0"/>
                    <a:pt x="0" y="4"/>
                    <a:pt x="0" y="9"/>
                  </a:cubicBezTo>
                  <a:cubicBezTo>
                    <a:pt x="0" y="111"/>
                    <a:pt x="0" y="111"/>
                    <a:pt x="0" y="111"/>
                  </a:cubicBezTo>
                  <a:cubicBezTo>
                    <a:pt x="0" y="116"/>
                    <a:pt x="5" y="120"/>
                    <a:pt x="10" y="120"/>
                  </a:cubicBezTo>
                  <a:cubicBezTo>
                    <a:pt x="15" y="120"/>
                    <a:pt x="19" y="116"/>
                    <a:pt x="19" y="111"/>
                  </a:cubicBezTo>
                  <a:lnTo>
                    <a:pt x="19" y="9"/>
                  </a:lnTo>
                  <a:close/>
                </a:path>
              </a:pathLst>
            </a:custGeom>
            <a:solidFill>
              <a:srgbClr val="015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fontAlgn="base" hangingPunct="0">
                <a:lnSpc>
                  <a:spcPct val="90000"/>
                </a:lnSpc>
                <a:spcBef>
                  <a:spcPct val="50000"/>
                </a:spcBef>
                <a:spcAft>
                  <a:spcPct val="0"/>
                </a:spcAft>
              </a:pPr>
              <a:endParaRPr lang="zh-CN" altLang="en-US" sz="2400" i="1" smtClean="0">
                <a:solidFill>
                  <a:srgbClr val="000000"/>
                </a:solidFill>
              </a:endParaRPr>
            </a:p>
          </p:txBody>
        </p:sp>
        <p:sp>
          <p:nvSpPr>
            <p:cNvPr id="1335312" name="Freeform 16"/>
            <p:cNvSpPr>
              <a:spLocks/>
            </p:cNvSpPr>
            <p:nvPr/>
          </p:nvSpPr>
          <p:spPr bwMode="auto">
            <a:xfrm>
              <a:off x="3949" y="1474"/>
              <a:ext cx="81" cy="279"/>
            </a:xfrm>
            <a:custGeom>
              <a:avLst/>
              <a:gdLst>
                <a:gd name="T0" fmla="*/ 19 w 19"/>
                <a:gd name="T1" fmla="*/ 9 h 65"/>
                <a:gd name="T2" fmla="*/ 9 w 19"/>
                <a:gd name="T3" fmla="*/ 0 h 65"/>
                <a:gd name="T4" fmla="*/ 0 w 19"/>
                <a:gd name="T5" fmla="*/ 9 h 65"/>
                <a:gd name="T6" fmla="*/ 0 w 19"/>
                <a:gd name="T7" fmla="*/ 56 h 65"/>
                <a:gd name="T8" fmla="*/ 9 w 19"/>
                <a:gd name="T9" fmla="*/ 65 h 65"/>
                <a:gd name="T10" fmla="*/ 19 w 19"/>
                <a:gd name="T11" fmla="*/ 56 h 65"/>
                <a:gd name="T12" fmla="*/ 19 w 19"/>
                <a:gd name="T13" fmla="*/ 9 h 65"/>
              </a:gdLst>
              <a:ahLst/>
              <a:cxnLst>
                <a:cxn ang="0">
                  <a:pos x="T0" y="T1"/>
                </a:cxn>
                <a:cxn ang="0">
                  <a:pos x="T2" y="T3"/>
                </a:cxn>
                <a:cxn ang="0">
                  <a:pos x="T4" y="T5"/>
                </a:cxn>
                <a:cxn ang="0">
                  <a:pos x="T6" y="T7"/>
                </a:cxn>
                <a:cxn ang="0">
                  <a:pos x="T8" y="T9"/>
                </a:cxn>
                <a:cxn ang="0">
                  <a:pos x="T10" y="T11"/>
                </a:cxn>
                <a:cxn ang="0">
                  <a:pos x="T12" y="T13"/>
                </a:cxn>
              </a:cxnLst>
              <a:rect l="0" t="0" r="r" b="b"/>
              <a:pathLst>
                <a:path w="19" h="65">
                  <a:moveTo>
                    <a:pt x="19" y="9"/>
                  </a:moveTo>
                  <a:cubicBezTo>
                    <a:pt x="19" y="4"/>
                    <a:pt x="15" y="0"/>
                    <a:pt x="9" y="0"/>
                  </a:cubicBezTo>
                  <a:cubicBezTo>
                    <a:pt x="4" y="0"/>
                    <a:pt x="0" y="4"/>
                    <a:pt x="0" y="9"/>
                  </a:cubicBezTo>
                  <a:cubicBezTo>
                    <a:pt x="0" y="56"/>
                    <a:pt x="0" y="56"/>
                    <a:pt x="0" y="56"/>
                  </a:cubicBezTo>
                  <a:cubicBezTo>
                    <a:pt x="0" y="61"/>
                    <a:pt x="4" y="65"/>
                    <a:pt x="9" y="65"/>
                  </a:cubicBezTo>
                  <a:cubicBezTo>
                    <a:pt x="15" y="65"/>
                    <a:pt x="19" y="61"/>
                    <a:pt x="19" y="56"/>
                  </a:cubicBezTo>
                  <a:lnTo>
                    <a:pt x="19" y="9"/>
                  </a:lnTo>
                  <a:close/>
                </a:path>
              </a:pathLst>
            </a:custGeom>
            <a:solidFill>
              <a:srgbClr val="015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fontAlgn="base" hangingPunct="0">
                <a:lnSpc>
                  <a:spcPct val="90000"/>
                </a:lnSpc>
                <a:spcBef>
                  <a:spcPct val="50000"/>
                </a:spcBef>
                <a:spcAft>
                  <a:spcPct val="0"/>
                </a:spcAft>
              </a:pPr>
              <a:endParaRPr lang="zh-CN" altLang="en-US" sz="2400" i="1" smtClean="0">
                <a:solidFill>
                  <a:srgbClr val="000000"/>
                </a:solidFill>
              </a:endParaRPr>
            </a:p>
          </p:txBody>
        </p:sp>
        <p:sp>
          <p:nvSpPr>
            <p:cNvPr id="1335313" name="Freeform 17"/>
            <p:cNvSpPr>
              <a:spLocks/>
            </p:cNvSpPr>
            <p:nvPr/>
          </p:nvSpPr>
          <p:spPr bwMode="auto">
            <a:xfrm>
              <a:off x="4171" y="1586"/>
              <a:ext cx="86" cy="167"/>
            </a:xfrm>
            <a:custGeom>
              <a:avLst/>
              <a:gdLst>
                <a:gd name="T0" fmla="*/ 20 w 20"/>
                <a:gd name="T1" fmla="*/ 10 h 39"/>
                <a:gd name="T2" fmla="*/ 10 w 20"/>
                <a:gd name="T3" fmla="*/ 0 h 39"/>
                <a:gd name="T4" fmla="*/ 0 w 20"/>
                <a:gd name="T5" fmla="*/ 10 h 39"/>
                <a:gd name="T6" fmla="*/ 0 w 20"/>
                <a:gd name="T7" fmla="*/ 30 h 39"/>
                <a:gd name="T8" fmla="*/ 10 w 20"/>
                <a:gd name="T9" fmla="*/ 39 h 39"/>
                <a:gd name="T10" fmla="*/ 20 w 20"/>
                <a:gd name="T11" fmla="*/ 30 h 39"/>
                <a:gd name="T12" fmla="*/ 20 w 20"/>
                <a:gd name="T13" fmla="*/ 10 h 39"/>
              </a:gdLst>
              <a:ahLst/>
              <a:cxnLst>
                <a:cxn ang="0">
                  <a:pos x="T0" y="T1"/>
                </a:cxn>
                <a:cxn ang="0">
                  <a:pos x="T2" y="T3"/>
                </a:cxn>
                <a:cxn ang="0">
                  <a:pos x="T4" y="T5"/>
                </a:cxn>
                <a:cxn ang="0">
                  <a:pos x="T6" y="T7"/>
                </a:cxn>
                <a:cxn ang="0">
                  <a:pos x="T8" y="T9"/>
                </a:cxn>
                <a:cxn ang="0">
                  <a:pos x="T10" y="T11"/>
                </a:cxn>
                <a:cxn ang="0">
                  <a:pos x="T12" y="T13"/>
                </a:cxn>
              </a:cxnLst>
              <a:rect l="0" t="0" r="r" b="b"/>
              <a:pathLst>
                <a:path w="20" h="39">
                  <a:moveTo>
                    <a:pt x="20" y="10"/>
                  </a:moveTo>
                  <a:cubicBezTo>
                    <a:pt x="20" y="4"/>
                    <a:pt x="15" y="0"/>
                    <a:pt x="10" y="0"/>
                  </a:cubicBezTo>
                  <a:cubicBezTo>
                    <a:pt x="5" y="0"/>
                    <a:pt x="0" y="4"/>
                    <a:pt x="0" y="10"/>
                  </a:cubicBezTo>
                  <a:cubicBezTo>
                    <a:pt x="0" y="30"/>
                    <a:pt x="0" y="30"/>
                    <a:pt x="0" y="30"/>
                  </a:cubicBezTo>
                  <a:cubicBezTo>
                    <a:pt x="0" y="35"/>
                    <a:pt x="5" y="39"/>
                    <a:pt x="10" y="39"/>
                  </a:cubicBezTo>
                  <a:cubicBezTo>
                    <a:pt x="15" y="39"/>
                    <a:pt x="20" y="35"/>
                    <a:pt x="20" y="30"/>
                  </a:cubicBezTo>
                  <a:lnTo>
                    <a:pt x="20" y="10"/>
                  </a:lnTo>
                  <a:close/>
                </a:path>
              </a:pathLst>
            </a:custGeom>
            <a:solidFill>
              <a:srgbClr val="015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fontAlgn="base" hangingPunct="0">
                <a:lnSpc>
                  <a:spcPct val="90000"/>
                </a:lnSpc>
                <a:spcBef>
                  <a:spcPct val="50000"/>
                </a:spcBef>
                <a:spcAft>
                  <a:spcPct val="0"/>
                </a:spcAft>
              </a:pPr>
              <a:endParaRPr lang="zh-CN" altLang="en-US" sz="2400" i="1" smtClean="0">
                <a:solidFill>
                  <a:srgbClr val="000000"/>
                </a:solidFill>
              </a:endParaRPr>
            </a:p>
          </p:txBody>
        </p:sp>
        <p:sp>
          <p:nvSpPr>
            <p:cNvPr id="1335314" name="Freeform 18"/>
            <p:cNvSpPr>
              <a:spLocks/>
            </p:cNvSpPr>
            <p:nvPr/>
          </p:nvSpPr>
          <p:spPr bwMode="auto">
            <a:xfrm>
              <a:off x="4398" y="1474"/>
              <a:ext cx="82" cy="279"/>
            </a:xfrm>
            <a:custGeom>
              <a:avLst/>
              <a:gdLst>
                <a:gd name="T0" fmla="*/ 19 w 19"/>
                <a:gd name="T1" fmla="*/ 9 h 65"/>
                <a:gd name="T2" fmla="*/ 10 w 19"/>
                <a:gd name="T3" fmla="*/ 0 h 65"/>
                <a:gd name="T4" fmla="*/ 0 w 19"/>
                <a:gd name="T5" fmla="*/ 9 h 65"/>
                <a:gd name="T6" fmla="*/ 0 w 19"/>
                <a:gd name="T7" fmla="*/ 56 h 65"/>
                <a:gd name="T8" fmla="*/ 10 w 19"/>
                <a:gd name="T9" fmla="*/ 65 h 65"/>
                <a:gd name="T10" fmla="*/ 19 w 19"/>
                <a:gd name="T11" fmla="*/ 56 h 65"/>
                <a:gd name="T12" fmla="*/ 19 w 19"/>
                <a:gd name="T13" fmla="*/ 9 h 65"/>
              </a:gdLst>
              <a:ahLst/>
              <a:cxnLst>
                <a:cxn ang="0">
                  <a:pos x="T0" y="T1"/>
                </a:cxn>
                <a:cxn ang="0">
                  <a:pos x="T2" y="T3"/>
                </a:cxn>
                <a:cxn ang="0">
                  <a:pos x="T4" y="T5"/>
                </a:cxn>
                <a:cxn ang="0">
                  <a:pos x="T6" y="T7"/>
                </a:cxn>
                <a:cxn ang="0">
                  <a:pos x="T8" y="T9"/>
                </a:cxn>
                <a:cxn ang="0">
                  <a:pos x="T10" y="T11"/>
                </a:cxn>
                <a:cxn ang="0">
                  <a:pos x="T12" y="T13"/>
                </a:cxn>
              </a:cxnLst>
              <a:rect l="0" t="0" r="r" b="b"/>
              <a:pathLst>
                <a:path w="19" h="65">
                  <a:moveTo>
                    <a:pt x="19" y="9"/>
                  </a:moveTo>
                  <a:cubicBezTo>
                    <a:pt x="19" y="4"/>
                    <a:pt x="15" y="0"/>
                    <a:pt x="10" y="0"/>
                  </a:cubicBezTo>
                  <a:cubicBezTo>
                    <a:pt x="4" y="0"/>
                    <a:pt x="0" y="4"/>
                    <a:pt x="0" y="9"/>
                  </a:cubicBezTo>
                  <a:cubicBezTo>
                    <a:pt x="0" y="56"/>
                    <a:pt x="0" y="56"/>
                    <a:pt x="0" y="56"/>
                  </a:cubicBezTo>
                  <a:cubicBezTo>
                    <a:pt x="0" y="61"/>
                    <a:pt x="4" y="65"/>
                    <a:pt x="10" y="65"/>
                  </a:cubicBezTo>
                  <a:cubicBezTo>
                    <a:pt x="15" y="65"/>
                    <a:pt x="19" y="61"/>
                    <a:pt x="19" y="56"/>
                  </a:cubicBezTo>
                  <a:lnTo>
                    <a:pt x="19" y="9"/>
                  </a:lnTo>
                  <a:close/>
                </a:path>
              </a:pathLst>
            </a:custGeom>
            <a:solidFill>
              <a:srgbClr val="015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fontAlgn="base" hangingPunct="0">
                <a:lnSpc>
                  <a:spcPct val="90000"/>
                </a:lnSpc>
                <a:spcBef>
                  <a:spcPct val="50000"/>
                </a:spcBef>
                <a:spcAft>
                  <a:spcPct val="0"/>
                </a:spcAft>
              </a:pPr>
              <a:endParaRPr lang="zh-CN" altLang="en-US" sz="2400" i="1" smtClean="0">
                <a:solidFill>
                  <a:srgbClr val="000000"/>
                </a:solidFill>
              </a:endParaRPr>
            </a:p>
          </p:txBody>
        </p:sp>
        <p:sp>
          <p:nvSpPr>
            <p:cNvPr id="1335315" name="Freeform 19"/>
            <p:cNvSpPr>
              <a:spLocks/>
            </p:cNvSpPr>
            <p:nvPr/>
          </p:nvSpPr>
          <p:spPr bwMode="auto">
            <a:xfrm>
              <a:off x="4625" y="1320"/>
              <a:ext cx="82" cy="514"/>
            </a:xfrm>
            <a:custGeom>
              <a:avLst/>
              <a:gdLst>
                <a:gd name="T0" fmla="*/ 19 w 19"/>
                <a:gd name="T1" fmla="*/ 9 h 120"/>
                <a:gd name="T2" fmla="*/ 9 w 19"/>
                <a:gd name="T3" fmla="*/ 0 h 120"/>
                <a:gd name="T4" fmla="*/ 0 w 19"/>
                <a:gd name="T5" fmla="*/ 9 h 120"/>
                <a:gd name="T6" fmla="*/ 0 w 19"/>
                <a:gd name="T7" fmla="*/ 111 h 120"/>
                <a:gd name="T8" fmla="*/ 9 w 19"/>
                <a:gd name="T9" fmla="*/ 120 h 120"/>
                <a:gd name="T10" fmla="*/ 19 w 19"/>
                <a:gd name="T11" fmla="*/ 111 h 120"/>
                <a:gd name="T12" fmla="*/ 19 w 19"/>
                <a:gd name="T13" fmla="*/ 9 h 120"/>
              </a:gdLst>
              <a:ahLst/>
              <a:cxnLst>
                <a:cxn ang="0">
                  <a:pos x="T0" y="T1"/>
                </a:cxn>
                <a:cxn ang="0">
                  <a:pos x="T2" y="T3"/>
                </a:cxn>
                <a:cxn ang="0">
                  <a:pos x="T4" y="T5"/>
                </a:cxn>
                <a:cxn ang="0">
                  <a:pos x="T6" y="T7"/>
                </a:cxn>
                <a:cxn ang="0">
                  <a:pos x="T8" y="T9"/>
                </a:cxn>
                <a:cxn ang="0">
                  <a:pos x="T10" y="T11"/>
                </a:cxn>
                <a:cxn ang="0">
                  <a:pos x="T12" y="T13"/>
                </a:cxn>
              </a:cxnLst>
              <a:rect l="0" t="0" r="r" b="b"/>
              <a:pathLst>
                <a:path w="19" h="120">
                  <a:moveTo>
                    <a:pt x="19" y="9"/>
                  </a:moveTo>
                  <a:cubicBezTo>
                    <a:pt x="19" y="4"/>
                    <a:pt x="15" y="0"/>
                    <a:pt x="9" y="0"/>
                  </a:cubicBezTo>
                  <a:cubicBezTo>
                    <a:pt x="4" y="0"/>
                    <a:pt x="0" y="4"/>
                    <a:pt x="0" y="9"/>
                  </a:cubicBezTo>
                  <a:cubicBezTo>
                    <a:pt x="0" y="111"/>
                    <a:pt x="0" y="111"/>
                    <a:pt x="0" y="111"/>
                  </a:cubicBezTo>
                  <a:cubicBezTo>
                    <a:pt x="0" y="116"/>
                    <a:pt x="4" y="120"/>
                    <a:pt x="9" y="120"/>
                  </a:cubicBezTo>
                  <a:cubicBezTo>
                    <a:pt x="15" y="120"/>
                    <a:pt x="19" y="116"/>
                    <a:pt x="19" y="111"/>
                  </a:cubicBezTo>
                  <a:lnTo>
                    <a:pt x="19" y="9"/>
                  </a:lnTo>
                  <a:close/>
                </a:path>
              </a:pathLst>
            </a:custGeom>
            <a:solidFill>
              <a:srgbClr val="015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fontAlgn="base" hangingPunct="0">
                <a:lnSpc>
                  <a:spcPct val="90000"/>
                </a:lnSpc>
                <a:spcBef>
                  <a:spcPct val="50000"/>
                </a:spcBef>
                <a:spcAft>
                  <a:spcPct val="0"/>
                </a:spcAft>
              </a:pPr>
              <a:endParaRPr lang="zh-CN" altLang="en-US" sz="2400" i="1" smtClean="0">
                <a:solidFill>
                  <a:srgbClr val="000000"/>
                </a:solidFill>
              </a:endParaRPr>
            </a:p>
          </p:txBody>
        </p:sp>
        <p:sp>
          <p:nvSpPr>
            <p:cNvPr id="1335316" name="Freeform 20"/>
            <p:cNvSpPr>
              <a:spLocks/>
            </p:cNvSpPr>
            <p:nvPr/>
          </p:nvSpPr>
          <p:spPr bwMode="auto">
            <a:xfrm>
              <a:off x="4848" y="1474"/>
              <a:ext cx="82" cy="279"/>
            </a:xfrm>
            <a:custGeom>
              <a:avLst/>
              <a:gdLst>
                <a:gd name="T0" fmla="*/ 19 w 19"/>
                <a:gd name="T1" fmla="*/ 9 h 65"/>
                <a:gd name="T2" fmla="*/ 10 w 19"/>
                <a:gd name="T3" fmla="*/ 0 h 65"/>
                <a:gd name="T4" fmla="*/ 0 w 19"/>
                <a:gd name="T5" fmla="*/ 9 h 65"/>
                <a:gd name="T6" fmla="*/ 0 w 19"/>
                <a:gd name="T7" fmla="*/ 56 h 65"/>
                <a:gd name="T8" fmla="*/ 10 w 19"/>
                <a:gd name="T9" fmla="*/ 65 h 65"/>
                <a:gd name="T10" fmla="*/ 19 w 19"/>
                <a:gd name="T11" fmla="*/ 56 h 65"/>
                <a:gd name="T12" fmla="*/ 19 w 19"/>
                <a:gd name="T13" fmla="*/ 9 h 65"/>
              </a:gdLst>
              <a:ahLst/>
              <a:cxnLst>
                <a:cxn ang="0">
                  <a:pos x="T0" y="T1"/>
                </a:cxn>
                <a:cxn ang="0">
                  <a:pos x="T2" y="T3"/>
                </a:cxn>
                <a:cxn ang="0">
                  <a:pos x="T4" y="T5"/>
                </a:cxn>
                <a:cxn ang="0">
                  <a:pos x="T6" y="T7"/>
                </a:cxn>
                <a:cxn ang="0">
                  <a:pos x="T8" y="T9"/>
                </a:cxn>
                <a:cxn ang="0">
                  <a:pos x="T10" y="T11"/>
                </a:cxn>
                <a:cxn ang="0">
                  <a:pos x="T12" y="T13"/>
                </a:cxn>
              </a:cxnLst>
              <a:rect l="0" t="0" r="r" b="b"/>
              <a:pathLst>
                <a:path w="19" h="65">
                  <a:moveTo>
                    <a:pt x="19" y="9"/>
                  </a:moveTo>
                  <a:cubicBezTo>
                    <a:pt x="19" y="4"/>
                    <a:pt x="15" y="0"/>
                    <a:pt x="10" y="0"/>
                  </a:cubicBezTo>
                  <a:cubicBezTo>
                    <a:pt x="5" y="0"/>
                    <a:pt x="0" y="4"/>
                    <a:pt x="0" y="9"/>
                  </a:cubicBezTo>
                  <a:cubicBezTo>
                    <a:pt x="0" y="56"/>
                    <a:pt x="0" y="56"/>
                    <a:pt x="0" y="56"/>
                  </a:cubicBezTo>
                  <a:cubicBezTo>
                    <a:pt x="0" y="61"/>
                    <a:pt x="5" y="65"/>
                    <a:pt x="10" y="65"/>
                  </a:cubicBezTo>
                  <a:cubicBezTo>
                    <a:pt x="15" y="65"/>
                    <a:pt x="19" y="61"/>
                    <a:pt x="19" y="56"/>
                  </a:cubicBezTo>
                  <a:lnTo>
                    <a:pt x="19" y="9"/>
                  </a:lnTo>
                  <a:close/>
                </a:path>
              </a:pathLst>
            </a:custGeom>
            <a:solidFill>
              <a:srgbClr val="015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fontAlgn="base" hangingPunct="0">
                <a:lnSpc>
                  <a:spcPct val="90000"/>
                </a:lnSpc>
                <a:spcBef>
                  <a:spcPct val="50000"/>
                </a:spcBef>
                <a:spcAft>
                  <a:spcPct val="0"/>
                </a:spcAft>
              </a:pPr>
              <a:endParaRPr lang="zh-CN" altLang="en-US" sz="2400" i="1" smtClean="0">
                <a:solidFill>
                  <a:srgbClr val="000000"/>
                </a:solidFill>
              </a:endParaRPr>
            </a:p>
          </p:txBody>
        </p:sp>
        <p:sp>
          <p:nvSpPr>
            <p:cNvPr id="1335317" name="Freeform 21"/>
            <p:cNvSpPr>
              <a:spLocks/>
            </p:cNvSpPr>
            <p:nvPr/>
          </p:nvSpPr>
          <p:spPr bwMode="auto">
            <a:xfrm>
              <a:off x="5075" y="1586"/>
              <a:ext cx="82" cy="167"/>
            </a:xfrm>
            <a:custGeom>
              <a:avLst/>
              <a:gdLst>
                <a:gd name="T0" fmla="*/ 19 w 19"/>
                <a:gd name="T1" fmla="*/ 10 h 39"/>
                <a:gd name="T2" fmla="*/ 9 w 19"/>
                <a:gd name="T3" fmla="*/ 0 h 39"/>
                <a:gd name="T4" fmla="*/ 0 w 19"/>
                <a:gd name="T5" fmla="*/ 10 h 39"/>
                <a:gd name="T6" fmla="*/ 0 w 19"/>
                <a:gd name="T7" fmla="*/ 30 h 39"/>
                <a:gd name="T8" fmla="*/ 9 w 19"/>
                <a:gd name="T9" fmla="*/ 39 h 39"/>
                <a:gd name="T10" fmla="*/ 19 w 19"/>
                <a:gd name="T11" fmla="*/ 30 h 39"/>
                <a:gd name="T12" fmla="*/ 19 w 19"/>
                <a:gd name="T13" fmla="*/ 10 h 39"/>
              </a:gdLst>
              <a:ahLst/>
              <a:cxnLst>
                <a:cxn ang="0">
                  <a:pos x="T0" y="T1"/>
                </a:cxn>
                <a:cxn ang="0">
                  <a:pos x="T2" y="T3"/>
                </a:cxn>
                <a:cxn ang="0">
                  <a:pos x="T4" y="T5"/>
                </a:cxn>
                <a:cxn ang="0">
                  <a:pos x="T6" y="T7"/>
                </a:cxn>
                <a:cxn ang="0">
                  <a:pos x="T8" y="T9"/>
                </a:cxn>
                <a:cxn ang="0">
                  <a:pos x="T10" y="T11"/>
                </a:cxn>
                <a:cxn ang="0">
                  <a:pos x="T12" y="T13"/>
                </a:cxn>
              </a:cxnLst>
              <a:rect l="0" t="0" r="r" b="b"/>
              <a:pathLst>
                <a:path w="19" h="39">
                  <a:moveTo>
                    <a:pt x="19" y="10"/>
                  </a:moveTo>
                  <a:cubicBezTo>
                    <a:pt x="19" y="4"/>
                    <a:pt x="15" y="0"/>
                    <a:pt x="9" y="0"/>
                  </a:cubicBezTo>
                  <a:cubicBezTo>
                    <a:pt x="4" y="0"/>
                    <a:pt x="0" y="4"/>
                    <a:pt x="0" y="10"/>
                  </a:cubicBezTo>
                  <a:cubicBezTo>
                    <a:pt x="0" y="30"/>
                    <a:pt x="0" y="30"/>
                    <a:pt x="0" y="30"/>
                  </a:cubicBezTo>
                  <a:cubicBezTo>
                    <a:pt x="0" y="35"/>
                    <a:pt x="4" y="39"/>
                    <a:pt x="9" y="39"/>
                  </a:cubicBezTo>
                  <a:cubicBezTo>
                    <a:pt x="15" y="39"/>
                    <a:pt x="19" y="35"/>
                    <a:pt x="19" y="30"/>
                  </a:cubicBezTo>
                  <a:lnTo>
                    <a:pt x="19" y="10"/>
                  </a:lnTo>
                  <a:close/>
                </a:path>
              </a:pathLst>
            </a:custGeom>
            <a:solidFill>
              <a:srgbClr val="015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fontAlgn="base" hangingPunct="0">
                <a:lnSpc>
                  <a:spcPct val="90000"/>
                </a:lnSpc>
                <a:spcBef>
                  <a:spcPct val="50000"/>
                </a:spcBef>
                <a:spcAft>
                  <a:spcPct val="0"/>
                </a:spcAft>
              </a:pPr>
              <a:endParaRPr lang="zh-CN" altLang="en-US" sz="2400" i="1" smtClean="0">
                <a:solidFill>
                  <a:srgbClr val="000000"/>
                </a:solidFill>
              </a:endParaRPr>
            </a:p>
          </p:txBody>
        </p:sp>
      </p:grpSp>
      <p:sp>
        <p:nvSpPr>
          <p:cNvPr id="1335318" name="Rectangle 22"/>
          <p:cNvSpPr>
            <a:spLocks noGrp="1" noChangeArrowheads="1"/>
          </p:cNvSpPr>
          <p:nvPr>
            <p:ph type="ctrTitle"/>
          </p:nvPr>
        </p:nvSpPr>
        <p:spPr bwMode="white">
          <a:xfrm>
            <a:off x="867834" y="2676526"/>
            <a:ext cx="5024967" cy="830263"/>
          </a:xfr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nchor="ctr"/>
          <a:lstStyle>
            <a:lvl1pPr>
              <a:defRPr sz="3000" b="0">
                <a:solidFill>
                  <a:srgbClr val="FFFFFF"/>
                </a:solidFill>
              </a:defRPr>
            </a:lvl1pPr>
          </a:lstStyle>
          <a:p>
            <a:pPr lvl="0"/>
            <a:r>
              <a:rPr lang="en-US" altLang="zh-CN" noProof="0" smtClean="0"/>
              <a:t>Click To Edit Master Title Style</a:t>
            </a:r>
          </a:p>
        </p:txBody>
      </p:sp>
      <p:sp>
        <p:nvSpPr>
          <p:cNvPr id="1335319" name="Rectangle 23"/>
          <p:cNvSpPr>
            <a:spLocks noGrp="1" noChangeArrowheads="1"/>
          </p:cNvSpPr>
          <p:nvPr>
            <p:ph type="subTitle" idx="1"/>
          </p:nvPr>
        </p:nvSpPr>
        <p:spPr>
          <a:xfrm>
            <a:off x="867833" y="4733925"/>
            <a:ext cx="9254067" cy="4191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algn="ctr" rotWithShape="0">
                    <a:schemeClr val="tx1"/>
                  </a:outerShdw>
                </a:effectLst>
              </a14:hiddenEffects>
            </a:ext>
          </a:extLst>
        </p:spPr>
        <p:txBody>
          <a:bodyPr/>
          <a:lstStyle>
            <a:lvl1pPr marL="0" indent="0">
              <a:lnSpc>
                <a:spcPct val="90000"/>
              </a:lnSpc>
              <a:buFont typeface="Wingdings" panose="05000000000000000000" pitchFamily="2" charset="2"/>
              <a:buNone/>
              <a:defRPr sz="2000" b="1">
                <a:solidFill>
                  <a:schemeClr val="bg2"/>
                </a:solidFill>
              </a:defRPr>
            </a:lvl1pPr>
          </a:lstStyle>
          <a:p>
            <a:pPr lvl="0"/>
            <a:r>
              <a:rPr lang="en-US" altLang="zh-CN" noProof="0" smtClean="0"/>
              <a:t>Click to Edit Master Subtitle Style</a:t>
            </a:r>
          </a:p>
        </p:txBody>
      </p:sp>
      <p:pic>
        <p:nvPicPr>
          <p:cNvPr id="1335320" name="Picture 2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84734" y="1658938"/>
            <a:ext cx="3075517" cy="2665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pic>
    </p:spTree>
    <p:extLst>
      <p:ext uri="{BB962C8B-B14F-4D97-AF65-F5344CB8AC3E}">
        <p14:creationId xmlns:p14="http://schemas.microsoft.com/office/powerpoint/2010/main" val="2265335518"/>
      </p:ext>
    </p:extLst>
  </p:cSld>
  <p:clrMapOvr>
    <a:masterClrMapping/>
  </p:clrMapOvr>
  <p:timing>
    <p:tnLst>
      <p:par>
        <p:cTn id="1" dur="indefinite" restart="never" nodeType="tmRoot"/>
      </p:par>
    </p:tnLst>
  </p:timing>
</p:sldLayout>
</file>

<file path=ppt/slideLayouts/slideLayout1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861328824"/>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9"/>
            <a:ext cx="10515600" cy="2852737"/>
          </a:xfrm>
        </p:spPr>
        <p:txBody>
          <a:bodyPr/>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smtClean="0"/>
              <a:t>单击此处编辑母版文本样式</a:t>
            </a:r>
          </a:p>
        </p:txBody>
      </p:sp>
    </p:spTree>
    <p:extLst>
      <p:ext uri="{BB962C8B-B14F-4D97-AF65-F5344CB8AC3E}">
        <p14:creationId xmlns:p14="http://schemas.microsoft.com/office/powerpoint/2010/main" val="829359682"/>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74185" y="1781176"/>
            <a:ext cx="5192183" cy="357187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269567" y="1781176"/>
            <a:ext cx="5192184" cy="357187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482229919"/>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40317" y="365126"/>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40318" y="2505075"/>
            <a:ext cx="5158316"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71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326012915"/>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3307512834"/>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5324465"/>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318" y="457200"/>
            <a:ext cx="3932767" cy="1600200"/>
          </a:xfrm>
        </p:spPr>
        <p:txBody>
          <a:bodyPr/>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Tree>
    <p:extLst>
      <p:ext uri="{BB962C8B-B14F-4D97-AF65-F5344CB8AC3E}">
        <p14:creationId xmlns:p14="http://schemas.microsoft.com/office/powerpoint/2010/main" val="2394380484"/>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318" y="457200"/>
            <a:ext cx="3932767" cy="1600200"/>
          </a:xfrm>
        </p:spPr>
        <p:txBody>
          <a:bodyPr/>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Tree>
    <p:extLst>
      <p:ext uri="{BB962C8B-B14F-4D97-AF65-F5344CB8AC3E}">
        <p14:creationId xmlns:p14="http://schemas.microsoft.com/office/powerpoint/2010/main" val="2646720390"/>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331426825"/>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021234" y="457200"/>
            <a:ext cx="2713567" cy="489585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74185" y="457200"/>
            <a:ext cx="7943849" cy="489585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4232357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18"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19" Type="http://schemas.openxmlformats.org/officeDocument/2006/relationships/image" Target="../media/image1.jpeg"/><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7.xml"/><Relationship Id="rId13" Type="http://schemas.openxmlformats.org/officeDocument/2006/relationships/slideLayout" Target="../slideLayouts/slideLayout42.xml"/><Relationship Id="rId18" Type="http://schemas.openxmlformats.org/officeDocument/2006/relationships/image" Target="../media/image1.jpeg"/><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slideLayout" Target="../slideLayouts/slideLayout41.xml"/><Relationship Id="rId17" Type="http://schemas.openxmlformats.org/officeDocument/2006/relationships/theme" Target="../theme/theme3.xml"/><Relationship Id="rId2" Type="http://schemas.openxmlformats.org/officeDocument/2006/relationships/slideLayout" Target="../slideLayouts/slideLayout31.xml"/><Relationship Id="rId16" Type="http://schemas.openxmlformats.org/officeDocument/2006/relationships/slideLayout" Target="../slideLayouts/slideLayout45.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5" Type="http://schemas.openxmlformats.org/officeDocument/2006/relationships/slideLayout" Target="../slideLayouts/slideLayout34.xml"/><Relationship Id="rId15" Type="http://schemas.openxmlformats.org/officeDocument/2006/relationships/slideLayout" Target="../slideLayouts/slideLayout44.xml"/><Relationship Id="rId10" Type="http://schemas.openxmlformats.org/officeDocument/2006/relationships/slideLayout" Target="../slideLayouts/slideLayout39.xml"/><Relationship Id="rId4" Type="http://schemas.openxmlformats.org/officeDocument/2006/relationships/slideLayout" Target="../slideLayouts/slideLayout33.xml"/><Relationship Id="rId9" Type="http://schemas.openxmlformats.org/officeDocument/2006/relationships/slideLayout" Target="../slideLayouts/slideLayout38.xml"/><Relationship Id="rId14" Type="http://schemas.openxmlformats.org/officeDocument/2006/relationships/slideLayout" Target="../slideLayouts/slideLayout4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image" Target="../media/image2.jpeg"/><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theme" Target="../theme/theme4.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4.xml"/><Relationship Id="rId13" Type="http://schemas.openxmlformats.org/officeDocument/2006/relationships/slideLayout" Target="../slideLayouts/slideLayout69.xml"/><Relationship Id="rId18" Type="http://schemas.openxmlformats.org/officeDocument/2006/relationships/image" Target="../media/image1.jpeg"/><Relationship Id="rId3" Type="http://schemas.openxmlformats.org/officeDocument/2006/relationships/slideLayout" Target="../slideLayouts/slideLayout59.xml"/><Relationship Id="rId7" Type="http://schemas.openxmlformats.org/officeDocument/2006/relationships/slideLayout" Target="../slideLayouts/slideLayout63.xml"/><Relationship Id="rId12" Type="http://schemas.openxmlformats.org/officeDocument/2006/relationships/slideLayout" Target="../slideLayouts/slideLayout68.xml"/><Relationship Id="rId17" Type="http://schemas.openxmlformats.org/officeDocument/2006/relationships/theme" Target="../theme/theme5.xml"/><Relationship Id="rId2" Type="http://schemas.openxmlformats.org/officeDocument/2006/relationships/slideLayout" Target="../slideLayouts/slideLayout58.xml"/><Relationship Id="rId16" Type="http://schemas.openxmlformats.org/officeDocument/2006/relationships/slideLayout" Target="../slideLayouts/slideLayout72.xml"/><Relationship Id="rId1" Type="http://schemas.openxmlformats.org/officeDocument/2006/relationships/slideLayout" Target="../slideLayouts/slideLayout57.xml"/><Relationship Id="rId6" Type="http://schemas.openxmlformats.org/officeDocument/2006/relationships/slideLayout" Target="../slideLayouts/slideLayout62.xml"/><Relationship Id="rId11" Type="http://schemas.openxmlformats.org/officeDocument/2006/relationships/slideLayout" Target="../slideLayouts/slideLayout67.xml"/><Relationship Id="rId5" Type="http://schemas.openxmlformats.org/officeDocument/2006/relationships/slideLayout" Target="../slideLayouts/slideLayout61.xml"/><Relationship Id="rId15" Type="http://schemas.openxmlformats.org/officeDocument/2006/relationships/slideLayout" Target="../slideLayouts/slideLayout71.xml"/><Relationship Id="rId10" Type="http://schemas.openxmlformats.org/officeDocument/2006/relationships/slideLayout" Target="../slideLayouts/slideLayout66.xml"/><Relationship Id="rId4" Type="http://schemas.openxmlformats.org/officeDocument/2006/relationships/slideLayout" Target="../slideLayouts/slideLayout60.xml"/><Relationship Id="rId9" Type="http://schemas.openxmlformats.org/officeDocument/2006/relationships/slideLayout" Target="../slideLayouts/slideLayout65.xml"/><Relationship Id="rId14" Type="http://schemas.openxmlformats.org/officeDocument/2006/relationships/slideLayout" Target="../slideLayouts/slideLayout70.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80.xml"/><Relationship Id="rId13" Type="http://schemas.openxmlformats.org/officeDocument/2006/relationships/slideLayout" Target="../slideLayouts/slideLayout85.xml"/><Relationship Id="rId18" Type="http://schemas.openxmlformats.org/officeDocument/2006/relationships/image" Target="../media/image1.jpeg"/><Relationship Id="rId3" Type="http://schemas.openxmlformats.org/officeDocument/2006/relationships/slideLayout" Target="../slideLayouts/slideLayout75.xml"/><Relationship Id="rId7" Type="http://schemas.openxmlformats.org/officeDocument/2006/relationships/slideLayout" Target="../slideLayouts/slideLayout79.xml"/><Relationship Id="rId12" Type="http://schemas.openxmlformats.org/officeDocument/2006/relationships/slideLayout" Target="../slideLayouts/slideLayout84.xml"/><Relationship Id="rId17" Type="http://schemas.openxmlformats.org/officeDocument/2006/relationships/theme" Target="../theme/theme6.xml"/><Relationship Id="rId2" Type="http://schemas.openxmlformats.org/officeDocument/2006/relationships/slideLayout" Target="../slideLayouts/slideLayout74.xml"/><Relationship Id="rId16" Type="http://schemas.openxmlformats.org/officeDocument/2006/relationships/slideLayout" Target="../slideLayouts/slideLayout88.xml"/><Relationship Id="rId1" Type="http://schemas.openxmlformats.org/officeDocument/2006/relationships/slideLayout" Target="../slideLayouts/slideLayout73.xml"/><Relationship Id="rId6" Type="http://schemas.openxmlformats.org/officeDocument/2006/relationships/slideLayout" Target="../slideLayouts/slideLayout78.xml"/><Relationship Id="rId11" Type="http://schemas.openxmlformats.org/officeDocument/2006/relationships/slideLayout" Target="../slideLayouts/slideLayout83.xml"/><Relationship Id="rId5" Type="http://schemas.openxmlformats.org/officeDocument/2006/relationships/slideLayout" Target="../slideLayouts/slideLayout77.xml"/><Relationship Id="rId15" Type="http://schemas.openxmlformats.org/officeDocument/2006/relationships/slideLayout" Target="../slideLayouts/slideLayout87.xml"/><Relationship Id="rId10" Type="http://schemas.openxmlformats.org/officeDocument/2006/relationships/slideLayout" Target="../slideLayouts/slideLayout82.xml"/><Relationship Id="rId4" Type="http://schemas.openxmlformats.org/officeDocument/2006/relationships/slideLayout" Target="../slideLayouts/slideLayout76.xml"/><Relationship Id="rId9" Type="http://schemas.openxmlformats.org/officeDocument/2006/relationships/slideLayout" Target="../slideLayouts/slideLayout81.xml"/><Relationship Id="rId14" Type="http://schemas.openxmlformats.org/officeDocument/2006/relationships/slideLayout" Target="../slideLayouts/slideLayout8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96.xml"/><Relationship Id="rId13" Type="http://schemas.openxmlformats.org/officeDocument/2006/relationships/image" Target="../media/image2.jpeg"/><Relationship Id="rId3" Type="http://schemas.openxmlformats.org/officeDocument/2006/relationships/slideLayout" Target="../slideLayouts/slideLayout91.xml"/><Relationship Id="rId7" Type="http://schemas.openxmlformats.org/officeDocument/2006/relationships/slideLayout" Target="../slideLayouts/slideLayout95.xml"/><Relationship Id="rId12" Type="http://schemas.openxmlformats.org/officeDocument/2006/relationships/theme" Target="../theme/theme7.xml"/><Relationship Id="rId2" Type="http://schemas.openxmlformats.org/officeDocument/2006/relationships/slideLayout" Target="../slideLayouts/slideLayout90.xml"/><Relationship Id="rId1" Type="http://schemas.openxmlformats.org/officeDocument/2006/relationships/slideLayout" Target="../slideLayouts/slideLayout89.xml"/><Relationship Id="rId6" Type="http://schemas.openxmlformats.org/officeDocument/2006/relationships/slideLayout" Target="../slideLayouts/slideLayout94.xml"/><Relationship Id="rId11" Type="http://schemas.openxmlformats.org/officeDocument/2006/relationships/slideLayout" Target="../slideLayouts/slideLayout99.xml"/><Relationship Id="rId5" Type="http://schemas.openxmlformats.org/officeDocument/2006/relationships/slideLayout" Target="../slideLayouts/slideLayout93.xml"/><Relationship Id="rId10" Type="http://schemas.openxmlformats.org/officeDocument/2006/relationships/slideLayout" Target="../slideLayouts/slideLayout98.xml"/><Relationship Id="rId4" Type="http://schemas.openxmlformats.org/officeDocument/2006/relationships/slideLayout" Target="../slideLayouts/slideLayout92.xml"/><Relationship Id="rId9" Type="http://schemas.openxmlformats.org/officeDocument/2006/relationships/slideLayout" Target="../slideLayouts/slideLayout97.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07.xml"/><Relationship Id="rId13" Type="http://schemas.openxmlformats.org/officeDocument/2006/relationships/image" Target="../media/image1.jpeg"/><Relationship Id="rId3" Type="http://schemas.openxmlformats.org/officeDocument/2006/relationships/slideLayout" Target="../slideLayouts/slideLayout102.xml"/><Relationship Id="rId7" Type="http://schemas.openxmlformats.org/officeDocument/2006/relationships/slideLayout" Target="../slideLayouts/slideLayout106.xml"/><Relationship Id="rId12" Type="http://schemas.openxmlformats.org/officeDocument/2006/relationships/theme" Target="../theme/theme8.xml"/><Relationship Id="rId2" Type="http://schemas.openxmlformats.org/officeDocument/2006/relationships/slideLayout" Target="../slideLayouts/slideLayout101.xml"/><Relationship Id="rId1" Type="http://schemas.openxmlformats.org/officeDocument/2006/relationships/slideLayout" Target="../slideLayouts/slideLayout100.xml"/><Relationship Id="rId6" Type="http://schemas.openxmlformats.org/officeDocument/2006/relationships/slideLayout" Target="../slideLayouts/slideLayout105.xml"/><Relationship Id="rId11" Type="http://schemas.openxmlformats.org/officeDocument/2006/relationships/slideLayout" Target="../slideLayouts/slideLayout110.xml"/><Relationship Id="rId5" Type="http://schemas.openxmlformats.org/officeDocument/2006/relationships/slideLayout" Target="../slideLayouts/slideLayout104.xml"/><Relationship Id="rId10" Type="http://schemas.openxmlformats.org/officeDocument/2006/relationships/slideLayout" Target="../slideLayouts/slideLayout109.xml"/><Relationship Id="rId4" Type="http://schemas.openxmlformats.org/officeDocument/2006/relationships/slideLayout" Target="../slideLayouts/slideLayout103.xml"/><Relationship Id="rId9" Type="http://schemas.openxmlformats.org/officeDocument/2006/relationships/slideLayout" Target="../slideLayouts/slideLayout108.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18.xml"/><Relationship Id="rId13" Type="http://schemas.openxmlformats.org/officeDocument/2006/relationships/theme" Target="../theme/theme9.xml"/><Relationship Id="rId3" Type="http://schemas.openxmlformats.org/officeDocument/2006/relationships/slideLayout" Target="../slideLayouts/slideLayout113.xml"/><Relationship Id="rId7" Type="http://schemas.openxmlformats.org/officeDocument/2006/relationships/slideLayout" Target="../slideLayouts/slideLayout117.xml"/><Relationship Id="rId12" Type="http://schemas.openxmlformats.org/officeDocument/2006/relationships/slideLayout" Target="../slideLayouts/slideLayout122.xml"/><Relationship Id="rId2" Type="http://schemas.openxmlformats.org/officeDocument/2006/relationships/slideLayout" Target="../slideLayouts/slideLayout112.xml"/><Relationship Id="rId1" Type="http://schemas.openxmlformats.org/officeDocument/2006/relationships/slideLayout" Target="../slideLayouts/slideLayout111.xml"/><Relationship Id="rId6" Type="http://schemas.openxmlformats.org/officeDocument/2006/relationships/slideLayout" Target="../slideLayouts/slideLayout116.xml"/><Relationship Id="rId11" Type="http://schemas.openxmlformats.org/officeDocument/2006/relationships/slideLayout" Target="../slideLayouts/slideLayout121.xml"/><Relationship Id="rId5" Type="http://schemas.openxmlformats.org/officeDocument/2006/relationships/slideLayout" Target="../slideLayouts/slideLayout115.xml"/><Relationship Id="rId10" Type="http://schemas.openxmlformats.org/officeDocument/2006/relationships/slideLayout" Target="../slideLayouts/slideLayout120.xml"/><Relationship Id="rId4" Type="http://schemas.openxmlformats.org/officeDocument/2006/relationships/slideLayout" Target="../slideLayouts/slideLayout114.xml"/><Relationship Id="rId9" Type="http://schemas.openxmlformats.org/officeDocument/2006/relationships/slideLayout" Target="../slideLayouts/slideLayout119.xml"/><Relationship Id="rId14" Type="http://schemas.openxmlformats.org/officeDocument/2006/relationships/image" Target="../media/image1.jpeg"/></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30.xml"/><Relationship Id="rId13" Type="http://schemas.openxmlformats.org/officeDocument/2006/relationships/image" Target="../media/image2.jpeg"/><Relationship Id="rId3" Type="http://schemas.openxmlformats.org/officeDocument/2006/relationships/slideLayout" Target="../slideLayouts/slideLayout125.xml"/><Relationship Id="rId7" Type="http://schemas.openxmlformats.org/officeDocument/2006/relationships/slideLayout" Target="../slideLayouts/slideLayout129.xml"/><Relationship Id="rId12" Type="http://schemas.openxmlformats.org/officeDocument/2006/relationships/theme" Target="../theme/theme10.xml"/><Relationship Id="rId2" Type="http://schemas.openxmlformats.org/officeDocument/2006/relationships/slideLayout" Target="../slideLayouts/slideLayout124.xml"/><Relationship Id="rId1" Type="http://schemas.openxmlformats.org/officeDocument/2006/relationships/slideLayout" Target="../slideLayouts/slideLayout123.xml"/><Relationship Id="rId6" Type="http://schemas.openxmlformats.org/officeDocument/2006/relationships/slideLayout" Target="../slideLayouts/slideLayout128.xml"/><Relationship Id="rId11" Type="http://schemas.openxmlformats.org/officeDocument/2006/relationships/slideLayout" Target="../slideLayouts/slideLayout133.xml"/><Relationship Id="rId5" Type="http://schemas.openxmlformats.org/officeDocument/2006/relationships/slideLayout" Target="../slideLayouts/slideLayout127.xml"/><Relationship Id="rId10" Type="http://schemas.openxmlformats.org/officeDocument/2006/relationships/slideLayout" Target="../slideLayouts/slideLayout132.xml"/><Relationship Id="rId4" Type="http://schemas.openxmlformats.org/officeDocument/2006/relationships/slideLayout" Target="../slideLayouts/slideLayout126.xml"/><Relationship Id="rId9" Type="http://schemas.openxmlformats.org/officeDocument/2006/relationships/slideLayout" Target="../slideLayouts/slideLayout131.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41.xml"/><Relationship Id="rId13" Type="http://schemas.openxmlformats.org/officeDocument/2006/relationships/hyperlink" Target="http://www.catc.edu.cn/" TargetMode="External"/><Relationship Id="rId3" Type="http://schemas.openxmlformats.org/officeDocument/2006/relationships/slideLayout" Target="../slideLayouts/slideLayout136.xml"/><Relationship Id="rId7" Type="http://schemas.openxmlformats.org/officeDocument/2006/relationships/slideLayout" Target="../slideLayouts/slideLayout140.xml"/><Relationship Id="rId12" Type="http://schemas.openxmlformats.org/officeDocument/2006/relationships/theme" Target="../theme/theme11.xml"/><Relationship Id="rId2" Type="http://schemas.openxmlformats.org/officeDocument/2006/relationships/slideLayout" Target="../slideLayouts/slideLayout135.xml"/><Relationship Id="rId1" Type="http://schemas.openxmlformats.org/officeDocument/2006/relationships/slideLayout" Target="../slideLayouts/slideLayout134.xml"/><Relationship Id="rId6" Type="http://schemas.openxmlformats.org/officeDocument/2006/relationships/slideLayout" Target="../slideLayouts/slideLayout139.xml"/><Relationship Id="rId11" Type="http://schemas.openxmlformats.org/officeDocument/2006/relationships/slideLayout" Target="../slideLayouts/slideLayout144.xml"/><Relationship Id="rId5" Type="http://schemas.openxmlformats.org/officeDocument/2006/relationships/slideLayout" Target="../slideLayouts/slideLayout138.xml"/><Relationship Id="rId10" Type="http://schemas.openxmlformats.org/officeDocument/2006/relationships/slideLayout" Target="../slideLayouts/slideLayout143.xml"/><Relationship Id="rId4" Type="http://schemas.openxmlformats.org/officeDocument/2006/relationships/slideLayout" Target="../slideLayouts/slideLayout137.xml"/><Relationship Id="rId9" Type="http://schemas.openxmlformats.org/officeDocument/2006/relationships/slideLayout" Target="../slideLayouts/slideLayout14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B33A661-BFA1-4252-ABA0-AB4010639057}" type="datetimeFigureOut">
              <a:rPr lang="zh-CN" altLang="en-US" smtClean="0"/>
              <a:t>2019/8/3</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3171EE-52F1-42C5-9741-67E38C704592}" type="slidenum">
              <a:rPr lang="zh-CN" altLang="en-US" smtClean="0"/>
              <a:t>‹#›</a:t>
            </a:fld>
            <a:endParaRPr lang="zh-CN" altLang="en-US"/>
          </a:p>
        </p:txBody>
      </p:sp>
    </p:spTree>
    <p:extLst>
      <p:ext uri="{BB962C8B-B14F-4D97-AF65-F5344CB8AC3E}">
        <p14:creationId xmlns:p14="http://schemas.microsoft.com/office/powerpoint/2010/main" val="18803768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Line 2"/>
          <p:cNvSpPr>
            <a:spLocks noChangeShapeType="1"/>
          </p:cNvSpPr>
          <p:nvPr/>
        </p:nvSpPr>
        <p:spPr bwMode="auto">
          <a:xfrm>
            <a:off x="10617200" y="152400"/>
            <a:ext cx="0" cy="1524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23" name="Rectangle 3"/>
          <p:cNvSpPr>
            <a:spLocks noGrp="1" noChangeArrowheads="1"/>
          </p:cNvSpPr>
          <p:nvPr>
            <p:ph type="title"/>
          </p:nvPr>
        </p:nvSpPr>
        <p:spPr bwMode="auto">
          <a:xfrm>
            <a:off x="609600" y="122239"/>
            <a:ext cx="10058400" cy="858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zh-CN" smtClean="0"/>
              <a:t>Click to edit Master title style</a:t>
            </a:r>
          </a:p>
        </p:txBody>
      </p:sp>
      <p:sp>
        <p:nvSpPr>
          <p:cNvPr id="5124" name="Rectangle 4"/>
          <p:cNvSpPr>
            <a:spLocks noGrp="1" noChangeArrowheads="1"/>
          </p:cNvSpPr>
          <p:nvPr>
            <p:ph type="body" idx="1"/>
          </p:nvPr>
        </p:nvSpPr>
        <p:spPr bwMode="auto">
          <a:xfrm>
            <a:off x="334434" y="981075"/>
            <a:ext cx="11523133" cy="5472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smtClean="0"/>
              <a:t>Click to edit Master text styles</a:t>
            </a:r>
          </a:p>
          <a:p>
            <a:pPr lvl="1"/>
            <a:r>
              <a:rPr lang="en-US" altLang="zh-CN" smtClean="0"/>
              <a:t>Second level</a:t>
            </a:r>
          </a:p>
          <a:p>
            <a:pPr lvl="2"/>
            <a:r>
              <a:rPr lang="en-US" altLang="zh-CN" smtClean="0"/>
              <a:t>Third level</a:t>
            </a:r>
          </a:p>
          <a:p>
            <a:pPr lvl="3"/>
            <a:r>
              <a:rPr lang="en-US" altLang="zh-CN" smtClean="0"/>
              <a:t>Fourth level</a:t>
            </a:r>
          </a:p>
          <a:p>
            <a:pPr lvl="4"/>
            <a:r>
              <a:rPr lang="en-US" altLang="zh-CN" smtClean="0"/>
              <a:t>Fifth level</a:t>
            </a:r>
          </a:p>
        </p:txBody>
      </p:sp>
      <p:sp>
        <p:nvSpPr>
          <p:cNvPr id="5125" name="Rectangle 5"/>
          <p:cNvSpPr>
            <a:spLocks noGrp="1" noChangeArrowheads="1"/>
          </p:cNvSpPr>
          <p:nvPr>
            <p:ph type="dt" sz="half" idx="2"/>
          </p:nvPr>
        </p:nvSpPr>
        <p:spPr bwMode="auto">
          <a:xfrm>
            <a:off x="609600" y="6453188"/>
            <a:ext cx="2844800" cy="252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spcBef>
                <a:spcPct val="0"/>
              </a:spcBef>
              <a:buClrTx/>
              <a:buSzTx/>
              <a:buFontTx/>
              <a:buNone/>
              <a:defRPr sz="1000" b="0">
                <a:solidFill>
                  <a:schemeClr val="tx1"/>
                </a:solidFill>
                <a:ea typeface="宋体" panose="02010600030101010101" pitchFamily="2" charset="-122"/>
              </a:defRPr>
            </a:lvl1pPr>
          </a:lstStyle>
          <a:p>
            <a:pPr fontAlgn="base">
              <a:spcAft>
                <a:spcPct val="0"/>
              </a:spcAft>
            </a:pPr>
            <a:endParaRPr lang="en-US" altLang="zh-CN" smtClean="0">
              <a:solidFill>
                <a:srgbClr val="FFFF66"/>
              </a:solidFill>
            </a:endParaRPr>
          </a:p>
        </p:txBody>
      </p:sp>
      <p:sp>
        <p:nvSpPr>
          <p:cNvPr id="5126" name="Rectangle 6"/>
          <p:cNvSpPr>
            <a:spLocks noGrp="1" noChangeArrowheads="1"/>
          </p:cNvSpPr>
          <p:nvPr>
            <p:ph type="ftr" sz="quarter" idx="3"/>
          </p:nvPr>
        </p:nvSpPr>
        <p:spPr bwMode="auto">
          <a:xfrm>
            <a:off x="4165600" y="6453188"/>
            <a:ext cx="3860800" cy="252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spcBef>
                <a:spcPct val="0"/>
              </a:spcBef>
              <a:buClrTx/>
              <a:buSzTx/>
              <a:buFontTx/>
              <a:buNone/>
              <a:defRPr sz="1000" b="0">
                <a:solidFill>
                  <a:schemeClr val="tx1"/>
                </a:solidFill>
                <a:ea typeface="宋体" panose="02010600030101010101" pitchFamily="2" charset="-122"/>
              </a:defRPr>
            </a:lvl1pPr>
          </a:lstStyle>
          <a:p>
            <a:pPr fontAlgn="base">
              <a:spcAft>
                <a:spcPct val="0"/>
              </a:spcAft>
            </a:pPr>
            <a:endParaRPr lang="en-US" altLang="zh-CN" smtClean="0">
              <a:solidFill>
                <a:srgbClr val="FFFF66"/>
              </a:solidFill>
            </a:endParaRPr>
          </a:p>
        </p:txBody>
      </p:sp>
      <p:sp>
        <p:nvSpPr>
          <p:cNvPr id="5127" name="Rectangle 7"/>
          <p:cNvSpPr>
            <a:spLocks noGrp="1" noChangeArrowheads="1"/>
          </p:cNvSpPr>
          <p:nvPr>
            <p:ph type="sldNum" sz="quarter" idx="4"/>
          </p:nvPr>
        </p:nvSpPr>
        <p:spPr bwMode="auto">
          <a:xfrm>
            <a:off x="9203267" y="6489701"/>
            <a:ext cx="2844800"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spcBef>
                <a:spcPct val="0"/>
              </a:spcBef>
              <a:buClrTx/>
              <a:buSzTx/>
              <a:buFontTx/>
              <a:buNone/>
              <a:defRPr sz="1000" b="0">
                <a:solidFill>
                  <a:schemeClr val="tx1"/>
                </a:solidFill>
                <a:ea typeface="宋体" panose="02010600030101010101" pitchFamily="2" charset="-122"/>
              </a:defRPr>
            </a:lvl1pPr>
          </a:lstStyle>
          <a:p>
            <a:pPr fontAlgn="base">
              <a:spcAft>
                <a:spcPct val="0"/>
              </a:spcAft>
            </a:pPr>
            <a:fld id="{6C0BB67A-27FA-4C67-851A-9DC3FA391F2F}" type="slidenum">
              <a:rPr lang="en-US" altLang="zh-CN" smtClean="0">
                <a:solidFill>
                  <a:srgbClr val="FFFF66"/>
                </a:solidFill>
              </a:rPr>
              <a:pPr fontAlgn="base">
                <a:spcAft>
                  <a:spcPct val="0"/>
                </a:spcAft>
              </a:pPr>
              <a:t>‹#›</a:t>
            </a:fld>
            <a:endParaRPr lang="en-US" altLang="zh-CN" smtClean="0">
              <a:solidFill>
                <a:srgbClr val="FFFF66"/>
              </a:solidFill>
            </a:endParaRPr>
          </a:p>
        </p:txBody>
      </p:sp>
      <p:grpSp>
        <p:nvGrpSpPr>
          <p:cNvPr id="5128" name="Group 8"/>
          <p:cNvGrpSpPr>
            <a:grpSpLocks/>
          </p:cNvGrpSpPr>
          <p:nvPr/>
        </p:nvGrpSpPr>
        <p:grpSpPr bwMode="auto">
          <a:xfrm>
            <a:off x="10871201" y="152400"/>
            <a:ext cx="1056217" cy="1295400"/>
            <a:chOff x="5136" y="960"/>
            <a:chExt cx="528" cy="864"/>
          </a:xfrm>
        </p:grpSpPr>
        <p:sp>
          <p:nvSpPr>
            <p:cNvPr id="5129" name="Oval 9"/>
            <p:cNvSpPr>
              <a:spLocks noChangeArrowheads="1"/>
            </p:cNvSpPr>
            <p:nvPr/>
          </p:nvSpPr>
          <p:spPr bwMode="auto">
            <a:xfrm>
              <a:off x="5136"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30" name="Oval 10"/>
            <p:cNvSpPr>
              <a:spLocks noChangeArrowheads="1"/>
            </p:cNvSpPr>
            <p:nvPr/>
          </p:nvSpPr>
          <p:spPr bwMode="auto">
            <a:xfrm>
              <a:off x="5248"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31" name="Oval 11"/>
            <p:cNvSpPr>
              <a:spLocks noChangeArrowheads="1"/>
            </p:cNvSpPr>
            <p:nvPr/>
          </p:nvSpPr>
          <p:spPr bwMode="auto">
            <a:xfrm>
              <a:off x="5360"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32" name="Oval 12"/>
            <p:cNvSpPr>
              <a:spLocks noChangeArrowheads="1"/>
            </p:cNvSpPr>
            <p:nvPr/>
          </p:nvSpPr>
          <p:spPr bwMode="auto">
            <a:xfrm>
              <a:off x="5136"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33" name="Oval 13"/>
            <p:cNvSpPr>
              <a:spLocks noChangeArrowheads="1"/>
            </p:cNvSpPr>
            <p:nvPr/>
          </p:nvSpPr>
          <p:spPr bwMode="auto">
            <a:xfrm>
              <a:off x="5248"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34" name="Oval 14"/>
            <p:cNvSpPr>
              <a:spLocks noChangeArrowheads="1"/>
            </p:cNvSpPr>
            <p:nvPr/>
          </p:nvSpPr>
          <p:spPr bwMode="auto">
            <a:xfrm>
              <a:off x="5360"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35" name="Oval 15"/>
            <p:cNvSpPr>
              <a:spLocks noChangeArrowheads="1"/>
            </p:cNvSpPr>
            <p:nvPr/>
          </p:nvSpPr>
          <p:spPr bwMode="auto">
            <a:xfrm>
              <a:off x="5472" y="1072"/>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36" name="Oval 16"/>
            <p:cNvSpPr>
              <a:spLocks noChangeArrowheads="1"/>
            </p:cNvSpPr>
            <p:nvPr/>
          </p:nvSpPr>
          <p:spPr bwMode="auto">
            <a:xfrm>
              <a:off x="5136"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37" name="Oval 17"/>
            <p:cNvSpPr>
              <a:spLocks noChangeArrowheads="1"/>
            </p:cNvSpPr>
            <p:nvPr/>
          </p:nvSpPr>
          <p:spPr bwMode="auto">
            <a:xfrm>
              <a:off x="5248"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38" name="Oval 18"/>
            <p:cNvSpPr>
              <a:spLocks noChangeArrowheads="1"/>
            </p:cNvSpPr>
            <p:nvPr/>
          </p:nvSpPr>
          <p:spPr bwMode="auto">
            <a:xfrm>
              <a:off x="5360"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39" name="Oval 19"/>
            <p:cNvSpPr>
              <a:spLocks noChangeArrowheads="1"/>
            </p:cNvSpPr>
            <p:nvPr/>
          </p:nvSpPr>
          <p:spPr bwMode="auto">
            <a:xfrm>
              <a:off x="5472"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40" name="Oval 20"/>
            <p:cNvSpPr>
              <a:spLocks noChangeArrowheads="1"/>
            </p:cNvSpPr>
            <p:nvPr/>
          </p:nvSpPr>
          <p:spPr bwMode="auto">
            <a:xfrm>
              <a:off x="5584" y="1184"/>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41" name="Oval 21"/>
            <p:cNvSpPr>
              <a:spLocks noChangeArrowheads="1"/>
            </p:cNvSpPr>
            <p:nvPr/>
          </p:nvSpPr>
          <p:spPr bwMode="auto">
            <a:xfrm>
              <a:off x="5136" y="1296"/>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42" name="Oval 22"/>
            <p:cNvSpPr>
              <a:spLocks noChangeArrowheads="1"/>
            </p:cNvSpPr>
            <p:nvPr/>
          </p:nvSpPr>
          <p:spPr bwMode="auto">
            <a:xfrm>
              <a:off x="5248"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43" name="Oval 23"/>
            <p:cNvSpPr>
              <a:spLocks noChangeArrowheads="1"/>
            </p:cNvSpPr>
            <p:nvPr/>
          </p:nvSpPr>
          <p:spPr bwMode="auto">
            <a:xfrm>
              <a:off x="5360"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44" name="Oval 24"/>
            <p:cNvSpPr>
              <a:spLocks noChangeArrowheads="1"/>
            </p:cNvSpPr>
            <p:nvPr/>
          </p:nvSpPr>
          <p:spPr bwMode="auto">
            <a:xfrm>
              <a:off x="5472" y="1296"/>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45" name="Oval 25"/>
            <p:cNvSpPr>
              <a:spLocks noChangeArrowheads="1"/>
            </p:cNvSpPr>
            <p:nvPr/>
          </p:nvSpPr>
          <p:spPr bwMode="auto">
            <a:xfrm>
              <a:off x="5136"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46" name="Oval 26"/>
            <p:cNvSpPr>
              <a:spLocks noChangeArrowheads="1"/>
            </p:cNvSpPr>
            <p:nvPr/>
          </p:nvSpPr>
          <p:spPr bwMode="auto">
            <a:xfrm>
              <a:off x="5248"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47" name="Oval 27"/>
            <p:cNvSpPr>
              <a:spLocks noChangeArrowheads="1"/>
            </p:cNvSpPr>
            <p:nvPr/>
          </p:nvSpPr>
          <p:spPr bwMode="auto">
            <a:xfrm>
              <a:off x="5360"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48" name="Oval 28"/>
            <p:cNvSpPr>
              <a:spLocks noChangeArrowheads="1"/>
            </p:cNvSpPr>
            <p:nvPr/>
          </p:nvSpPr>
          <p:spPr bwMode="auto">
            <a:xfrm>
              <a:off x="5472"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49" name="Oval 29"/>
            <p:cNvSpPr>
              <a:spLocks noChangeArrowheads="1"/>
            </p:cNvSpPr>
            <p:nvPr/>
          </p:nvSpPr>
          <p:spPr bwMode="auto">
            <a:xfrm>
              <a:off x="5584" y="1408"/>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50" name="Oval 30"/>
            <p:cNvSpPr>
              <a:spLocks noChangeArrowheads="1"/>
            </p:cNvSpPr>
            <p:nvPr/>
          </p:nvSpPr>
          <p:spPr bwMode="auto">
            <a:xfrm>
              <a:off x="5136" y="1520"/>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51" name="Oval 31"/>
            <p:cNvSpPr>
              <a:spLocks noChangeArrowheads="1"/>
            </p:cNvSpPr>
            <p:nvPr/>
          </p:nvSpPr>
          <p:spPr bwMode="auto">
            <a:xfrm>
              <a:off x="5248"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52" name="Oval 32"/>
            <p:cNvSpPr>
              <a:spLocks noChangeArrowheads="1"/>
            </p:cNvSpPr>
            <p:nvPr/>
          </p:nvSpPr>
          <p:spPr bwMode="auto">
            <a:xfrm>
              <a:off x="5360"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53" name="Oval 33"/>
            <p:cNvSpPr>
              <a:spLocks noChangeArrowheads="1"/>
            </p:cNvSpPr>
            <p:nvPr/>
          </p:nvSpPr>
          <p:spPr bwMode="auto">
            <a:xfrm>
              <a:off x="5472" y="1520"/>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54" name="Oval 34"/>
            <p:cNvSpPr>
              <a:spLocks noChangeArrowheads="1"/>
            </p:cNvSpPr>
            <p:nvPr/>
          </p:nvSpPr>
          <p:spPr bwMode="auto">
            <a:xfrm>
              <a:off x="5136"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55" name="Oval 35"/>
            <p:cNvSpPr>
              <a:spLocks noChangeArrowheads="1"/>
            </p:cNvSpPr>
            <p:nvPr/>
          </p:nvSpPr>
          <p:spPr bwMode="auto">
            <a:xfrm>
              <a:off x="5248"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56" name="Oval 36"/>
            <p:cNvSpPr>
              <a:spLocks noChangeArrowheads="1"/>
            </p:cNvSpPr>
            <p:nvPr/>
          </p:nvSpPr>
          <p:spPr bwMode="auto">
            <a:xfrm>
              <a:off x="5360"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57" name="Oval 37"/>
            <p:cNvSpPr>
              <a:spLocks noChangeArrowheads="1"/>
            </p:cNvSpPr>
            <p:nvPr/>
          </p:nvSpPr>
          <p:spPr bwMode="auto">
            <a:xfrm>
              <a:off x="5472"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58" name="Oval 38"/>
            <p:cNvSpPr>
              <a:spLocks noChangeArrowheads="1"/>
            </p:cNvSpPr>
            <p:nvPr/>
          </p:nvSpPr>
          <p:spPr bwMode="auto">
            <a:xfrm>
              <a:off x="5248"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59" name="Oval 39"/>
            <p:cNvSpPr>
              <a:spLocks noChangeArrowheads="1"/>
            </p:cNvSpPr>
            <p:nvPr/>
          </p:nvSpPr>
          <p:spPr bwMode="auto">
            <a:xfrm>
              <a:off x="5472"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grpSp>
      <p:pic>
        <p:nvPicPr>
          <p:cNvPr id="5160" name="Picture 40" descr="ppt_bg"/>
          <p:cNvPicPr>
            <a:picLocks noChangeAspect="1" noChangeArrowheads="1"/>
          </p:cNvPicPr>
          <p:nvPr userDrawn="1"/>
        </p:nvPicPr>
        <p:blipFill>
          <a:blip r:embed="rId19">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6160080"/>
      </p:ext>
    </p:extLst>
  </p:cSld>
  <p:clrMap bg1="dk2" tx1="lt1" bg2="dk1" tx2="lt2" accent1="accent1" accent2="accent2" accent3="accent3" accent4="accent4" accent5="accent5" accent6="accent6" hlink="hlink" folHlink="folHlink"/>
  <p:sldLayoutIdLst>
    <p:sldLayoutId id="2147483662" r:id="rId1"/>
    <p:sldLayoutId id="2147483663" r:id="rId2"/>
    <p:sldLayoutId id="2147483678"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iming>
    <p:tnLst>
      <p:par>
        <p:cTn id="1" dur="indefinite" restart="never" nodeType="tmRoot"/>
      </p:par>
    </p:tnLst>
  </p:timing>
  <p:txStyles>
    <p:titleStyle>
      <a:lvl1pPr algn="l" rtl="0" fontAlgn="base">
        <a:spcBef>
          <a:spcPct val="0"/>
        </a:spcBef>
        <a:spcAft>
          <a:spcPct val="0"/>
        </a:spcAft>
        <a:defRPr sz="4000" b="1" kern="1200">
          <a:solidFill>
            <a:schemeClr val="tx2"/>
          </a:solidFill>
          <a:latin typeface="+mj-lt"/>
          <a:ea typeface="+mj-ea"/>
          <a:cs typeface="+mj-cs"/>
        </a:defRPr>
      </a:lvl1pPr>
      <a:lvl2pPr algn="l" rtl="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2pPr>
      <a:lvl3pPr algn="l" rtl="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3pPr>
      <a:lvl4pPr algn="l" rtl="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4pPr>
      <a:lvl5pPr algn="l" rtl="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5pPr>
      <a:lvl6pPr marL="457200" algn="l" rtl="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6pPr>
      <a:lvl7pPr marL="914400" algn="l" rtl="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7pPr>
      <a:lvl8pPr marL="1371600" algn="l" rtl="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8pPr>
      <a:lvl9pPr marL="1828800" algn="l" rtl="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9pPr>
    </p:titleStyle>
    <p:bodyStyle>
      <a:lvl1pPr marL="342900" indent="-342900" algn="l" rtl="0" fontAlgn="base">
        <a:spcBef>
          <a:spcPct val="20000"/>
        </a:spcBef>
        <a:spcAft>
          <a:spcPct val="0"/>
        </a:spcAft>
        <a:buClr>
          <a:schemeClr val="tx2"/>
        </a:buClr>
        <a:buSzPct val="70000"/>
        <a:buFont typeface="Wingdings" panose="05000000000000000000" pitchFamily="2" charset="2"/>
        <a:buChar char="n"/>
        <a:defRPr sz="3200" b="1" kern="1200">
          <a:solidFill>
            <a:srgbClr val="FFFF00"/>
          </a:solidFill>
          <a:effectLst>
            <a:outerShdw blurRad="38100" dist="38100" dir="2700000" algn="tl">
              <a:srgbClr val="000000"/>
            </a:outerShdw>
          </a:effectLst>
          <a:latin typeface="+mn-lt"/>
          <a:ea typeface="+mn-ea"/>
          <a:cs typeface="+mn-cs"/>
        </a:defRPr>
      </a:lvl1pPr>
      <a:lvl2pPr marL="692150" indent="-347663" algn="l" rtl="0" fontAlgn="base">
        <a:spcBef>
          <a:spcPct val="20000"/>
        </a:spcBef>
        <a:spcAft>
          <a:spcPct val="0"/>
        </a:spcAft>
        <a:buClr>
          <a:srgbClr val="FF99FF"/>
        </a:buClr>
        <a:buSzPct val="70000"/>
        <a:buFont typeface="Wingdings" panose="05000000000000000000" pitchFamily="2" charset="2"/>
        <a:buChar char="l"/>
        <a:defRPr sz="2800" b="1" kern="1200">
          <a:solidFill>
            <a:schemeClr val="tx1"/>
          </a:solidFill>
          <a:effectLst>
            <a:outerShdw blurRad="38100" dist="38100" dir="2700000" algn="tl">
              <a:srgbClr val="000000"/>
            </a:outerShdw>
          </a:effectLst>
          <a:latin typeface="+mn-lt"/>
          <a:ea typeface="+mn-ea"/>
          <a:cs typeface="+mn-cs"/>
        </a:defRPr>
      </a:lvl2pPr>
      <a:lvl3pPr marL="987425" indent="-293688" algn="l" rtl="0" fontAlgn="base">
        <a:spcBef>
          <a:spcPct val="20000"/>
        </a:spcBef>
        <a:spcAft>
          <a:spcPct val="0"/>
        </a:spcAft>
        <a:buClr>
          <a:srgbClr val="00FF00"/>
        </a:buClr>
        <a:buSzPct val="70000"/>
        <a:buFont typeface="Wingdings" panose="05000000000000000000" pitchFamily="2" charset="2"/>
        <a:buChar char="u"/>
        <a:defRPr sz="2400" b="1" kern="1200">
          <a:solidFill>
            <a:schemeClr val="tx1"/>
          </a:solidFill>
          <a:effectLst>
            <a:outerShdw blurRad="38100" dist="38100" dir="2700000" algn="tl">
              <a:srgbClr val="000000"/>
            </a:outerShdw>
          </a:effectLst>
          <a:latin typeface="+mn-lt"/>
          <a:ea typeface="+mn-ea"/>
          <a:cs typeface="+mn-cs"/>
        </a:defRPr>
      </a:lvl3pPr>
      <a:lvl4pPr marL="1281113" indent="-292100" algn="l" rtl="0" fontAlgn="base">
        <a:spcBef>
          <a:spcPct val="20000"/>
        </a:spcBef>
        <a:spcAft>
          <a:spcPct val="0"/>
        </a:spcAft>
        <a:buClr>
          <a:schemeClr val="tx2"/>
        </a:buClr>
        <a:buSzPct val="75000"/>
        <a:buFont typeface="Wingdings" panose="05000000000000000000" pitchFamily="2" charset="2"/>
        <a:buChar char="§"/>
        <a:defRPr sz="2400" b="1" kern="1200">
          <a:solidFill>
            <a:schemeClr val="tx1"/>
          </a:solidFill>
          <a:effectLst>
            <a:outerShdw blurRad="38100" dist="38100" dir="2700000" algn="tl">
              <a:srgbClr val="000000"/>
            </a:outerShdw>
          </a:effectLst>
          <a:latin typeface="+mn-lt"/>
          <a:ea typeface="+mn-ea"/>
          <a:cs typeface="+mn-cs"/>
        </a:defRPr>
      </a:lvl4pPr>
      <a:lvl5pPr marL="1598613" indent="-315913" algn="l" rtl="0" fontAlgn="base">
        <a:spcBef>
          <a:spcPct val="20000"/>
        </a:spcBef>
        <a:spcAft>
          <a:spcPct val="0"/>
        </a:spcAft>
        <a:buClr>
          <a:srgbClr val="FFFFFF"/>
        </a:buClr>
        <a:buSzPct val="80000"/>
        <a:buFont typeface="Wingdings" panose="05000000000000000000" pitchFamily="2" charset="2"/>
        <a:buChar char="Ø"/>
        <a:defRPr sz="2000" b="1" kern="1200">
          <a:solidFill>
            <a:schemeClr val="tx1"/>
          </a:solidFill>
          <a:effectLst>
            <a:outerShdw blurRad="38100" dist="38100" dir="2700000" algn="tl">
              <a:srgbClr val="00000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Line 2"/>
          <p:cNvSpPr>
            <a:spLocks noChangeShapeType="1"/>
          </p:cNvSpPr>
          <p:nvPr/>
        </p:nvSpPr>
        <p:spPr bwMode="auto">
          <a:xfrm>
            <a:off x="10617200" y="152400"/>
            <a:ext cx="0" cy="1524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23" name="Rectangle 3"/>
          <p:cNvSpPr>
            <a:spLocks noGrp="1" noChangeArrowheads="1"/>
          </p:cNvSpPr>
          <p:nvPr>
            <p:ph type="title"/>
          </p:nvPr>
        </p:nvSpPr>
        <p:spPr bwMode="auto">
          <a:xfrm>
            <a:off x="609600" y="122239"/>
            <a:ext cx="10058400" cy="858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zh-CN" smtClean="0"/>
              <a:t>Click to edit Master title style</a:t>
            </a:r>
          </a:p>
        </p:txBody>
      </p:sp>
      <p:sp>
        <p:nvSpPr>
          <p:cNvPr id="5124" name="Rectangle 4"/>
          <p:cNvSpPr>
            <a:spLocks noGrp="1" noChangeArrowheads="1"/>
          </p:cNvSpPr>
          <p:nvPr>
            <p:ph type="body" idx="1"/>
          </p:nvPr>
        </p:nvSpPr>
        <p:spPr bwMode="auto">
          <a:xfrm>
            <a:off x="334434" y="981075"/>
            <a:ext cx="11523133" cy="5472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smtClean="0"/>
              <a:t>Click to edit Master text styles</a:t>
            </a:r>
          </a:p>
          <a:p>
            <a:pPr lvl="1"/>
            <a:r>
              <a:rPr lang="en-US" altLang="zh-CN" smtClean="0"/>
              <a:t>Second level</a:t>
            </a:r>
          </a:p>
          <a:p>
            <a:pPr lvl="2"/>
            <a:r>
              <a:rPr lang="en-US" altLang="zh-CN" smtClean="0"/>
              <a:t>Third level</a:t>
            </a:r>
          </a:p>
          <a:p>
            <a:pPr lvl="3"/>
            <a:r>
              <a:rPr lang="en-US" altLang="zh-CN" smtClean="0"/>
              <a:t>Fourth level</a:t>
            </a:r>
          </a:p>
          <a:p>
            <a:pPr lvl="4"/>
            <a:r>
              <a:rPr lang="en-US" altLang="zh-CN" smtClean="0"/>
              <a:t>Fifth level</a:t>
            </a:r>
          </a:p>
        </p:txBody>
      </p:sp>
      <p:sp>
        <p:nvSpPr>
          <p:cNvPr id="5125" name="Rectangle 5"/>
          <p:cNvSpPr>
            <a:spLocks noGrp="1" noChangeArrowheads="1"/>
          </p:cNvSpPr>
          <p:nvPr>
            <p:ph type="dt" sz="half" idx="2"/>
          </p:nvPr>
        </p:nvSpPr>
        <p:spPr bwMode="auto">
          <a:xfrm>
            <a:off x="609600" y="6453188"/>
            <a:ext cx="2844800" cy="252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spcBef>
                <a:spcPct val="0"/>
              </a:spcBef>
              <a:buClrTx/>
              <a:buSzTx/>
              <a:buFontTx/>
              <a:buNone/>
              <a:defRPr sz="1000" b="0">
                <a:solidFill>
                  <a:schemeClr val="tx1"/>
                </a:solidFill>
                <a:ea typeface="宋体" panose="02010600030101010101" pitchFamily="2" charset="-122"/>
              </a:defRPr>
            </a:lvl1pPr>
          </a:lstStyle>
          <a:p>
            <a:pPr fontAlgn="base">
              <a:spcAft>
                <a:spcPct val="0"/>
              </a:spcAft>
            </a:pPr>
            <a:endParaRPr lang="en-US" altLang="zh-CN" smtClean="0">
              <a:solidFill>
                <a:srgbClr val="FFFF66"/>
              </a:solidFill>
            </a:endParaRPr>
          </a:p>
        </p:txBody>
      </p:sp>
      <p:sp>
        <p:nvSpPr>
          <p:cNvPr id="5126" name="Rectangle 6"/>
          <p:cNvSpPr>
            <a:spLocks noGrp="1" noChangeArrowheads="1"/>
          </p:cNvSpPr>
          <p:nvPr>
            <p:ph type="ftr" sz="quarter" idx="3"/>
          </p:nvPr>
        </p:nvSpPr>
        <p:spPr bwMode="auto">
          <a:xfrm>
            <a:off x="4165600" y="6453188"/>
            <a:ext cx="3860800" cy="252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spcBef>
                <a:spcPct val="0"/>
              </a:spcBef>
              <a:buClrTx/>
              <a:buSzTx/>
              <a:buFontTx/>
              <a:buNone/>
              <a:defRPr sz="1000" b="0">
                <a:solidFill>
                  <a:schemeClr val="tx1"/>
                </a:solidFill>
                <a:ea typeface="宋体" panose="02010600030101010101" pitchFamily="2" charset="-122"/>
              </a:defRPr>
            </a:lvl1pPr>
          </a:lstStyle>
          <a:p>
            <a:pPr fontAlgn="base">
              <a:spcAft>
                <a:spcPct val="0"/>
              </a:spcAft>
            </a:pPr>
            <a:endParaRPr lang="en-US" altLang="zh-CN" smtClean="0">
              <a:solidFill>
                <a:srgbClr val="FFFF66"/>
              </a:solidFill>
            </a:endParaRPr>
          </a:p>
        </p:txBody>
      </p:sp>
      <p:sp>
        <p:nvSpPr>
          <p:cNvPr id="5127" name="Rectangle 7"/>
          <p:cNvSpPr>
            <a:spLocks noGrp="1" noChangeArrowheads="1"/>
          </p:cNvSpPr>
          <p:nvPr>
            <p:ph type="sldNum" sz="quarter" idx="4"/>
          </p:nvPr>
        </p:nvSpPr>
        <p:spPr bwMode="auto">
          <a:xfrm>
            <a:off x="9203267" y="6489701"/>
            <a:ext cx="2844800"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spcBef>
                <a:spcPct val="0"/>
              </a:spcBef>
              <a:buClrTx/>
              <a:buSzTx/>
              <a:buFontTx/>
              <a:buNone/>
              <a:defRPr sz="1000" b="0">
                <a:solidFill>
                  <a:schemeClr val="tx1"/>
                </a:solidFill>
                <a:ea typeface="宋体" panose="02010600030101010101" pitchFamily="2" charset="-122"/>
              </a:defRPr>
            </a:lvl1pPr>
          </a:lstStyle>
          <a:p>
            <a:pPr fontAlgn="base">
              <a:spcAft>
                <a:spcPct val="0"/>
              </a:spcAft>
            </a:pPr>
            <a:fld id="{6C0BB67A-27FA-4C67-851A-9DC3FA391F2F}" type="slidenum">
              <a:rPr lang="en-US" altLang="zh-CN" smtClean="0">
                <a:solidFill>
                  <a:srgbClr val="FFFF66"/>
                </a:solidFill>
              </a:rPr>
              <a:pPr fontAlgn="base">
                <a:spcAft>
                  <a:spcPct val="0"/>
                </a:spcAft>
              </a:pPr>
              <a:t>‹#›</a:t>
            </a:fld>
            <a:endParaRPr lang="en-US" altLang="zh-CN" smtClean="0">
              <a:solidFill>
                <a:srgbClr val="FFFF66"/>
              </a:solidFill>
            </a:endParaRPr>
          </a:p>
        </p:txBody>
      </p:sp>
      <p:grpSp>
        <p:nvGrpSpPr>
          <p:cNvPr id="5128" name="Group 8"/>
          <p:cNvGrpSpPr>
            <a:grpSpLocks/>
          </p:cNvGrpSpPr>
          <p:nvPr/>
        </p:nvGrpSpPr>
        <p:grpSpPr bwMode="auto">
          <a:xfrm>
            <a:off x="10871201" y="152400"/>
            <a:ext cx="1056217" cy="1295400"/>
            <a:chOff x="5136" y="960"/>
            <a:chExt cx="528" cy="864"/>
          </a:xfrm>
        </p:grpSpPr>
        <p:sp>
          <p:nvSpPr>
            <p:cNvPr id="5129" name="Oval 9"/>
            <p:cNvSpPr>
              <a:spLocks noChangeArrowheads="1"/>
            </p:cNvSpPr>
            <p:nvPr/>
          </p:nvSpPr>
          <p:spPr bwMode="auto">
            <a:xfrm>
              <a:off x="5136"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30" name="Oval 10"/>
            <p:cNvSpPr>
              <a:spLocks noChangeArrowheads="1"/>
            </p:cNvSpPr>
            <p:nvPr/>
          </p:nvSpPr>
          <p:spPr bwMode="auto">
            <a:xfrm>
              <a:off x="5248"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31" name="Oval 11"/>
            <p:cNvSpPr>
              <a:spLocks noChangeArrowheads="1"/>
            </p:cNvSpPr>
            <p:nvPr/>
          </p:nvSpPr>
          <p:spPr bwMode="auto">
            <a:xfrm>
              <a:off x="5360"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32" name="Oval 12"/>
            <p:cNvSpPr>
              <a:spLocks noChangeArrowheads="1"/>
            </p:cNvSpPr>
            <p:nvPr/>
          </p:nvSpPr>
          <p:spPr bwMode="auto">
            <a:xfrm>
              <a:off x="5136"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33" name="Oval 13"/>
            <p:cNvSpPr>
              <a:spLocks noChangeArrowheads="1"/>
            </p:cNvSpPr>
            <p:nvPr/>
          </p:nvSpPr>
          <p:spPr bwMode="auto">
            <a:xfrm>
              <a:off x="5248"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34" name="Oval 14"/>
            <p:cNvSpPr>
              <a:spLocks noChangeArrowheads="1"/>
            </p:cNvSpPr>
            <p:nvPr/>
          </p:nvSpPr>
          <p:spPr bwMode="auto">
            <a:xfrm>
              <a:off x="5360"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35" name="Oval 15"/>
            <p:cNvSpPr>
              <a:spLocks noChangeArrowheads="1"/>
            </p:cNvSpPr>
            <p:nvPr/>
          </p:nvSpPr>
          <p:spPr bwMode="auto">
            <a:xfrm>
              <a:off x="5472" y="1072"/>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36" name="Oval 16"/>
            <p:cNvSpPr>
              <a:spLocks noChangeArrowheads="1"/>
            </p:cNvSpPr>
            <p:nvPr/>
          </p:nvSpPr>
          <p:spPr bwMode="auto">
            <a:xfrm>
              <a:off x="5136"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37" name="Oval 17"/>
            <p:cNvSpPr>
              <a:spLocks noChangeArrowheads="1"/>
            </p:cNvSpPr>
            <p:nvPr/>
          </p:nvSpPr>
          <p:spPr bwMode="auto">
            <a:xfrm>
              <a:off x="5248"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38" name="Oval 18"/>
            <p:cNvSpPr>
              <a:spLocks noChangeArrowheads="1"/>
            </p:cNvSpPr>
            <p:nvPr/>
          </p:nvSpPr>
          <p:spPr bwMode="auto">
            <a:xfrm>
              <a:off x="5360"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39" name="Oval 19"/>
            <p:cNvSpPr>
              <a:spLocks noChangeArrowheads="1"/>
            </p:cNvSpPr>
            <p:nvPr/>
          </p:nvSpPr>
          <p:spPr bwMode="auto">
            <a:xfrm>
              <a:off x="5472"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40" name="Oval 20"/>
            <p:cNvSpPr>
              <a:spLocks noChangeArrowheads="1"/>
            </p:cNvSpPr>
            <p:nvPr/>
          </p:nvSpPr>
          <p:spPr bwMode="auto">
            <a:xfrm>
              <a:off x="5584" y="1184"/>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41" name="Oval 21"/>
            <p:cNvSpPr>
              <a:spLocks noChangeArrowheads="1"/>
            </p:cNvSpPr>
            <p:nvPr/>
          </p:nvSpPr>
          <p:spPr bwMode="auto">
            <a:xfrm>
              <a:off x="5136" y="1296"/>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42" name="Oval 22"/>
            <p:cNvSpPr>
              <a:spLocks noChangeArrowheads="1"/>
            </p:cNvSpPr>
            <p:nvPr/>
          </p:nvSpPr>
          <p:spPr bwMode="auto">
            <a:xfrm>
              <a:off x="5248"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43" name="Oval 23"/>
            <p:cNvSpPr>
              <a:spLocks noChangeArrowheads="1"/>
            </p:cNvSpPr>
            <p:nvPr/>
          </p:nvSpPr>
          <p:spPr bwMode="auto">
            <a:xfrm>
              <a:off x="5360"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44" name="Oval 24"/>
            <p:cNvSpPr>
              <a:spLocks noChangeArrowheads="1"/>
            </p:cNvSpPr>
            <p:nvPr/>
          </p:nvSpPr>
          <p:spPr bwMode="auto">
            <a:xfrm>
              <a:off x="5472" y="1296"/>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45" name="Oval 25"/>
            <p:cNvSpPr>
              <a:spLocks noChangeArrowheads="1"/>
            </p:cNvSpPr>
            <p:nvPr/>
          </p:nvSpPr>
          <p:spPr bwMode="auto">
            <a:xfrm>
              <a:off x="5136"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46" name="Oval 26"/>
            <p:cNvSpPr>
              <a:spLocks noChangeArrowheads="1"/>
            </p:cNvSpPr>
            <p:nvPr/>
          </p:nvSpPr>
          <p:spPr bwMode="auto">
            <a:xfrm>
              <a:off x="5248"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47" name="Oval 27"/>
            <p:cNvSpPr>
              <a:spLocks noChangeArrowheads="1"/>
            </p:cNvSpPr>
            <p:nvPr/>
          </p:nvSpPr>
          <p:spPr bwMode="auto">
            <a:xfrm>
              <a:off x="5360"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48" name="Oval 28"/>
            <p:cNvSpPr>
              <a:spLocks noChangeArrowheads="1"/>
            </p:cNvSpPr>
            <p:nvPr/>
          </p:nvSpPr>
          <p:spPr bwMode="auto">
            <a:xfrm>
              <a:off x="5472"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49" name="Oval 29"/>
            <p:cNvSpPr>
              <a:spLocks noChangeArrowheads="1"/>
            </p:cNvSpPr>
            <p:nvPr/>
          </p:nvSpPr>
          <p:spPr bwMode="auto">
            <a:xfrm>
              <a:off x="5584" y="1408"/>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50" name="Oval 30"/>
            <p:cNvSpPr>
              <a:spLocks noChangeArrowheads="1"/>
            </p:cNvSpPr>
            <p:nvPr/>
          </p:nvSpPr>
          <p:spPr bwMode="auto">
            <a:xfrm>
              <a:off x="5136" y="1520"/>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51" name="Oval 31"/>
            <p:cNvSpPr>
              <a:spLocks noChangeArrowheads="1"/>
            </p:cNvSpPr>
            <p:nvPr/>
          </p:nvSpPr>
          <p:spPr bwMode="auto">
            <a:xfrm>
              <a:off x="5248"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52" name="Oval 32"/>
            <p:cNvSpPr>
              <a:spLocks noChangeArrowheads="1"/>
            </p:cNvSpPr>
            <p:nvPr/>
          </p:nvSpPr>
          <p:spPr bwMode="auto">
            <a:xfrm>
              <a:off x="5360"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53" name="Oval 33"/>
            <p:cNvSpPr>
              <a:spLocks noChangeArrowheads="1"/>
            </p:cNvSpPr>
            <p:nvPr/>
          </p:nvSpPr>
          <p:spPr bwMode="auto">
            <a:xfrm>
              <a:off x="5472" y="1520"/>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54" name="Oval 34"/>
            <p:cNvSpPr>
              <a:spLocks noChangeArrowheads="1"/>
            </p:cNvSpPr>
            <p:nvPr/>
          </p:nvSpPr>
          <p:spPr bwMode="auto">
            <a:xfrm>
              <a:off x="5136"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55" name="Oval 35"/>
            <p:cNvSpPr>
              <a:spLocks noChangeArrowheads="1"/>
            </p:cNvSpPr>
            <p:nvPr/>
          </p:nvSpPr>
          <p:spPr bwMode="auto">
            <a:xfrm>
              <a:off x="5248"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56" name="Oval 36"/>
            <p:cNvSpPr>
              <a:spLocks noChangeArrowheads="1"/>
            </p:cNvSpPr>
            <p:nvPr/>
          </p:nvSpPr>
          <p:spPr bwMode="auto">
            <a:xfrm>
              <a:off x="5360"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57" name="Oval 37"/>
            <p:cNvSpPr>
              <a:spLocks noChangeArrowheads="1"/>
            </p:cNvSpPr>
            <p:nvPr/>
          </p:nvSpPr>
          <p:spPr bwMode="auto">
            <a:xfrm>
              <a:off x="5472"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58" name="Oval 38"/>
            <p:cNvSpPr>
              <a:spLocks noChangeArrowheads="1"/>
            </p:cNvSpPr>
            <p:nvPr/>
          </p:nvSpPr>
          <p:spPr bwMode="auto">
            <a:xfrm>
              <a:off x="5248"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59" name="Oval 39"/>
            <p:cNvSpPr>
              <a:spLocks noChangeArrowheads="1"/>
            </p:cNvSpPr>
            <p:nvPr/>
          </p:nvSpPr>
          <p:spPr bwMode="auto">
            <a:xfrm>
              <a:off x="5472"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grpSp>
      <p:pic>
        <p:nvPicPr>
          <p:cNvPr id="5160" name="Picture 40" descr="ppt_bg"/>
          <p:cNvPicPr>
            <a:picLocks noChangeAspect="1" noChangeArrowheads="1"/>
          </p:cNvPicPr>
          <p:nvPr userDrawn="1"/>
        </p:nvPicPr>
        <p:blipFill>
          <a:blip r:embed="rId18">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6724177"/>
      </p:ext>
    </p:extLst>
  </p:cSld>
  <p:clrMap bg1="dk2" tx1="lt1" bg2="dk1" tx2="lt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 id="2147483726" r:id="rId13"/>
    <p:sldLayoutId id="2147483727" r:id="rId14"/>
    <p:sldLayoutId id="2147483728" r:id="rId15"/>
    <p:sldLayoutId id="2147483729" r:id="rId16"/>
  </p:sldLayoutIdLst>
  <p:timing>
    <p:tnLst>
      <p:par>
        <p:cTn id="1" dur="indefinite" restart="never" nodeType="tmRoot"/>
      </p:par>
    </p:tnLst>
  </p:timing>
  <p:txStyles>
    <p:titleStyle>
      <a:lvl1pPr algn="l" rtl="0" fontAlgn="base">
        <a:spcBef>
          <a:spcPct val="0"/>
        </a:spcBef>
        <a:spcAft>
          <a:spcPct val="0"/>
        </a:spcAft>
        <a:defRPr sz="4000" b="1" kern="1200">
          <a:solidFill>
            <a:schemeClr val="tx2"/>
          </a:solidFill>
          <a:latin typeface="+mj-lt"/>
          <a:ea typeface="+mj-ea"/>
          <a:cs typeface="+mj-cs"/>
        </a:defRPr>
      </a:lvl1pPr>
      <a:lvl2pPr algn="l" rtl="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2pPr>
      <a:lvl3pPr algn="l" rtl="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3pPr>
      <a:lvl4pPr algn="l" rtl="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4pPr>
      <a:lvl5pPr algn="l" rtl="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5pPr>
      <a:lvl6pPr marL="457200" algn="l" rtl="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6pPr>
      <a:lvl7pPr marL="914400" algn="l" rtl="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7pPr>
      <a:lvl8pPr marL="1371600" algn="l" rtl="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8pPr>
      <a:lvl9pPr marL="1828800" algn="l" rtl="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9pPr>
    </p:titleStyle>
    <p:bodyStyle>
      <a:lvl1pPr marL="342900" indent="-342900" algn="l" rtl="0" fontAlgn="base">
        <a:spcBef>
          <a:spcPct val="20000"/>
        </a:spcBef>
        <a:spcAft>
          <a:spcPct val="0"/>
        </a:spcAft>
        <a:buClr>
          <a:schemeClr val="tx2"/>
        </a:buClr>
        <a:buSzPct val="70000"/>
        <a:buFont typeface="Wingdings" panose="05000000000000000000" pitchFamily="2" charset="2"/>
        <a:buChar char="n"/>
        <a:defRPr sz="3200" b="1" kern="1200">
          <a:solidFill>
            <a:srgbClr val="FFFF00"/>
          </a:solidFill>
          <a:effectLst>
            <a:outerShdw blurRad="38100" dist="38100" dir="2700000" algn="tl">
              <a:srgbClr val="000000"/>
            </a:outerShdw>
          </a:effectLst>
          <a:latin typeface="+mn-lt"/>
          <a:ea typeface="+mn-ea"/>
          <a:cs typeface="+mn-cs"/>
        </a:defRPr>
      </a:lvl1pPr>
      <a:lvl2pPr marL="692150" indent="-347663" algn="l" rtl="0" fontAlgn="base">
        <a:spcBef>
          <a:spcPct val="20000"/>
        </a:spcBef>
        <a:spcAft>
          <a:spcPct val="0"/>
        </a:spcAft>
        <a:buClr>
          <a:srgbClr val="FF99FF"/>
        </a:buClr>
        <a:buSzPct val="70000"/>
        <a:buFont typeface="Wingdings" panose="05000000000000000000" pitchFamily="2" charset="2"/>
        <a:buChar char="l"/>
        <a:defRPr sz="2800" b="1" kern="1200">
          <a:solidFill>
            <a:schemeClr val="tx1"/>
          </a:solidFill>
          <a:effectLst>
            <a:outerShdw blurRad="38100" dist="38100" dir="2700000" algn="tl">
              <a:srgbClr val="000000"/>
            </a:outerShdw>
          </a:effectLst>
          <a:latin typeface="+mn-lt"/>
          <a:ea typeface="+mn-ea"/>
          <a:cs typeface="+mn-cs"/>
        </a:defRPr>
      </a:lvl2pPr>
      <a:lvl3pPr marL="987425" indent="-293688" algn="l" rtl="0" fontAlgn="base">
        <a:spcBef>
          <a:spcPct val="20000"/>
        </a:spcBef>
        <a:spcAft>
          <a:spcPct val="0"/>
        </a:spcAft>
        <a:buClr>
          <a:srgbClr val="00FF00"/>
        </a:buClr>
        <a:buSzPct val="70000"/>
        <a:buFont typeface="Wingdings" panose="05000000000000000000" pitchFamily="2" charset="2"/>
        <a:buChar char="u"/>
        <a:defRPr sz="2400" b="1" kern="1200">
          <a:solidFill>
            <a:schemeClr val="tx1"/>
          </a:solidFill>
          <a:effectLst>
            <a:outerShdw blurRad="38100" dist="38100" dir="2700000" algn="tl">
              <a:srgbClr val="000000"/>
            </a:outerShdw>
          </a:effectLst>
          <a:latin typeface="+mn-lt"/>
          <a:ea typeface="+mn-ea"/>
          <a:cs typeface="+mn-cs"/>
        </a:defRPr>
      </a:lvl3pPr>
      <a:lvl4pPr marL="1281113" indent="-292100" algn="l" rtl="0" fontAlgn="base">
        <a:spcBef>
          <a:spcPct val="20000"/>
        </a:spcBef>
        <a:spcAft>
          <a:spcPct val="0"/>
        </a:spcAft>
        <a:buClr>
          <a:schemeClr val="tx2"/>
        </a:buClr>
        <a:buSzPct val="75000"/>
        <a:buFont typeface="Wingdings" panose="05000000000000000000" pitchFamily="2" charset="2"/>
        <a:buChar char="§"/>
        <a:defRPr sz="2400" b="1" kern="1200">
          <a:solidFill>
            <a:schemeClr val="tx1"/>
          </a:solidFill>
          <a:effectLst>
            <a:outerShdw blurRad="38100" dist="38100" dir="2700000" algn="tl">
              <a:srgbClr val="000000"/>
            </a:outerShdw>
          </a:effectLst>
          <a:latin typeface="+mn-lt"/>
          <a:ea typeface="+mn-ea"/>
          <a:cs typeface="+mn-cs"/>
        </a:defRPr>
      </a:lvl4pPr>
      <a:lvl5pPr marL="1598613" indent="-315913" algn="l" rtl="0" fontAlgn="base">
        <a:spcBef>
          <a:spcPct val="20000"/>
        </a:spcBef>
        <a:spcAft>
          <a:spcPct val="0"/>
        </a:spcAft>
        <a:buClr>
          <a:srgbClr val="FFFFFF"/>
        </a:buClr>
        <a:buSzPct val="80000"/>
        <a:buFont typeface="Wingdings" panose="05000000000000000000" pitchFamily="2" charset="2"/>
        <a:buChar char="Ø"/>
        <a:defRPr sz="2000" b="1" kern="1200">
          <a:solidFill>
            <a:schemeClr val="tx1"/>
          </a:solidFill>
          <a:effectLst>
            <a:outerShdw blurRad="38100" dist="38100" dir="2700000" algn="tl">
              <a:srgbClr val="00000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a:srcRect/>
          <a:tile tx="0" ty="0" sx="100000" sy="100000" flip="none" algn="tl"/>
        </a:blipFill>
        <a:effectLst/>
      </p:bgPr>
    </p:bg>
    <p:spTree>
      <p:nvGrpSpPr>
        <p:cNvPr id="1" name=""/>
        <p:cNvGrpSpPr/>
        <p:nvPr/>
      </p:nvGrpSpPr>
      <p:grpSpPr>
        <a:xfrm>
          <a:off x="0" y="0"/>
          <a:ext cx="0" cy="0"/>
          <a:chOff x="0" y="0"/>
          <a:chExt cx="0" cy="0"/>
        </a:xfrm>
      </p:grpSpPr>
      <p:sp>
        <p:nvSpPr>
          <p:cNvPr id="459778" name="Rectangle 2"/>
          <p:cNvSpPr>
            <a:spLocks noGrp="1" noChangeArrowheads="1"/>
          </p:cNvSpPr>
          <p:nvPr>
            <p:ph type="title"/>
          </p:nvPr>
        </p:nvSpPr>
        <p:spPr bwMode="auto">
          <a:xfrm>
            <a:off x="914400" y="609600"/>
            <a:ext cx="103632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459779" name="Rectangle 3"/>
          <p:cNvSpPr>
            <a:spLocks noGrp="1" noChangeArrowheads="1"/>
          </p:cNvSpPr>
          <p:nvPr>
            <p:ph type="body" idx="1"/>
          </p:nvPr>
        </p:nvSpPr>
        <p:spPr bwMode="auto">
          <a:xfrm>
            <a:off x="914400" y="1981200"/>
            <a:ext cx="10363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459780" name="Rectangle 4"/>
          <p:cNvSpPr>
            <a:spLocks noGrp="1" noChangeArrowheads="1"/>
          </p:cNvSpPr>
          <p:nvPr>
            <p:ph type="dt" sz="half" idx="2"/>
          </p:nvPr>
        </p:nvSpPr>
        <p:spPr bwMode="auto">
          <a:xfrm>
            <a:off x="914400" y="62484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spcBef>
                <a:spcPct val="0"/>
              </a:spcBef>
              <a:buClrTx/>
              <a:buSzTx/>
              <a:buFontTx/>
              <a:buNone/>
              <a:defRPr kumimoji="1" sz="1400" b="0">
                <a:solidFill>
                  <a:schemeClr val="tx1"/>
                </a:solidFill>
                <a:latin typeface="+mn-lt"/>
                <a:ea typeface="+mn-ea"/>
              </a:defRPr>
            </a:lvl1pPr>
          </a:lstStyle>
          <a:p>
            <a:pPr fontAlgn="base">
              <a:spcAft>
                <a:spcPct val="0"/>
              </a:spcAft>
            </a:pPr>
            <a:endParaRPr lang="en-US" altLang="zh-CN" smtClean="0">
              <a:solidFill>
                <a:srgbClr val="000000"/>
              </a:solidFill>
            </a:endParaRPr>
          </a:p>
        </p:txBody>
      </p:sp>
      <p:sp>
        <p:nvSpPr>
          <p:cNvPr id="459781" name="Rectangle 5"/>
          <p:cNvSpPr>
            <a:spLocks noGrp="1" noChangeArrowheads="1"/>
          </p:cNvSpPr>
          <p:nvPr>
            <p:ph type="ftr" sz="quarter" idx="3"/>
          </p:nvPr>
        </p:nvSpPr>
        <p:spPr bwMode="auto">
          <a:xfrm>
            <a:off x="4165600" y="6248400"/>
            <a:ext cx="386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spcBef>
                <a:spcPct val="0"/>
              </a:spcBef>
              <a:buClrTx/>
              <a:buSzTx/>
              <a:buFontTx/>
              <a:buNone/>
              <a:defRPr kumimoji="1" sz="1400" b="0">
                <a:solidFill>
                  <a:schemeClr val="tx1"/>
                </a:solidFill>
                <a:latin typeface="+mn-lt"/>
                <a:ea typeface="+mn-ea"/>
              </a:defRPr>
            </a:lvl1pPr>
          </a:lstStyle>
          <a:p>
            <a:pPr fontAlgn="base">
              <a:spcAft>
                <a:spcPct val="0"/>
              </a:spcAft>
            </a:pPr>
            <a:endParaRPr lang="en-US" altLang="zh-CN" smtClean="0">
              <a:solidFill>
                <a:srgbClr val="000000"/>
              </a:solidFill>
            </a:endParaRPr>
          </a:p>
        </p:txBody>
      </p:sp>
      <p:sp>
        <p:nvSpPr>
          <p:cNvPr id="459782" name="Rectangle 6"/>
          <p:cNvSpPr>
            <a:spLocks noGrp="1" noChangeArrowheads="1"/>
          </p:cNvSpPr>
          <p:nvPr>
            <p:ph type="sldNum" sz="quarter" idx="4"/>
          </p:nvPr>
        </p:nvSpPr>
        <p:spPr bwMode="auto">
          <a:xfrm>
            <a:off x="8737600" y="62484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spcBef>
                <a:spcPct val="0"/>
              </a:spcBef>
              <a:buClrTx/>
              <a:buSzTx/>
              <a:buFontTx/>
              <a:buNone/>
              <a:defRPr kumimoji="1" sz="1400" b="0">
                <a:solidFill>
                  <a:schemeClr val="tx1"/>
                </a:solidFill>
                <a:latin typeface="+mn-lt"/>
                <a:ea typeface="+mn-ea"/>
              </a:defRPr>
            </a:lvl1pPr>
          </a:lstStyle>
          <a:p>
            <a:pPr fontAlgn="base">
              <a:spcAft>
                <a:spcPct val="0"/>
              </a:spcAft>
            </a:pPr>
            <a:fld id="{3C6D6F0C-2B97-467D-A0BD-E656AC1471E3}" type="slidenum">
              <a:rPr lang="en-US" altLang="zh-CN" smtClean="0">
                <a:solidFill>
                  <a:srgbClr val="000000"/>
                </a:solidFill>
              </a:rPr>
              <a:pPr fontAlgn="base">
                <a:spcAft>
                  <a:spcPct val="0"/>
                </a:spcAft>
              </a:pPr>
              <a:t>‹#›</a:t>
            </a:fld>
            <a:endParaRPr lang="en-US" altLang="zh-CN" smtClean="0">
              <a:solidFill>
                <a:srgbClr val="000000"/>
              </a:solidFill>
            </a:endParaRPr>
          </a:p>
        </p:txBody>
      </p:sp>
    </p:spTree>
    <p:extLst>
      <p:ext uri="{BB962C8B-B14F-4D97-AF65-F5344CB8AC3E}">
        <p14:creationId xmlns:p14="http://schemas.microsoft.com/office/powerpoint/2010/main" val="3996068533"/>
      </p:ext>
    </p:extLst>
  </p:cSld>
  <p:clrMap bg1="lt1" tx1="dk1" bg2="lt2" tx2="dk2" accent1="accent1" accent2="accent2" accent3="accent3" accent4="accent4" accent5="accent5" accent6="accent6" hlink="hlink" folHlink="folHlink"/>
  <p:sldLayoutIdLst>
    <p:sldLayoutId id="2147483731" r:id="rId1"/>
    <p:sldLayoutId id="2147483732" r:id="rId2"/>
    <p:sldLayoutId id="2147483733" r:id="rId3"/>
    <p:sldLayoutId id="2147483734" r:id="rId4"/>
    <p:sldLayoutId id="2147483735" r:id="rId5"/>
    <p:sldLayoutId id="2147483736" r:id="rId6"/>
    <p:sldLayoutId id="2147483737" r:id="rId7"/>
    <p:sldLayoutId id="2147483738" r:id="rId8"/>
    <p:sldLayoutId id="2147483739" r:id="rId9"/>
    <p:sldLayoutId id="2147483740" r:id="rId10"/>
    <p:sldLayoutId id="2147483741" r:id="rId11"/>
  </p:sldLayoutIdLst>
  <p:txStyles>
    <p:title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Times New Roman" panose="02020603050405020304" pitchFamily="18" charset="0"/>
          <a:ea typeface="宋体" panose="02010600030101010101" pitchFamily="2" charset="-122"/>
        </a:defRPr>
      </a:lvl2pPr>
      <a:lvl3pPr algn="ctr" rtl="0" fontAlgn="base">
        <a:spcBef>
          <a:spcPct val="0"/>
        </a:spcBef>
        <a:spcAft>
          <a:spcPct val="0"/>
        </a:spcAft>
        <a:defRPr sz="4400">
          <a:solidFill>
            <a:schemeClr val="tx2"/>
          </a:solidFill>
          <a:latin typeface="Times New Roman" panose="02020603050405020304" pitchFamily="18" charset="0"/>
          <a:ea typeface="宋体" panose="02010600030101010101" pitchFamily="2" charset="-122"/>
        </a:defRPr>
      </a:lvl3pPr>
      <a:lvl4pPr algn="ctr" rtl="0" fontAlgn="base">
        <a:spcBef>
          <a:spcPct val="0"/>
        </a:spcBef>
        <a:spcAft>
          <a:spcPct val="0"/>
        </a:spcAft>
        <a:defRPr sz="4400">
          <a:solidFill>
            <a:schemeClr val="tx2"/>
          </a:solidFill>
          <a:latin typeface="Times New Roman" panose="02020603050405020304" pitchFamily="18" charset="0"/>
          <a:ea typeface="宋体" panose="02010600030101010101" pitchFamily="2" charset="-122"/>
        </a:defRPr>
      </a:lvl4pPr>
      <a:lvl5pPr algn="ctr" rtl="0" fontAlgn="base">
        <a:spcBef>
          <a:spcPct val="0"/>
        </a:spcBef>
        <a:spcAft>
          <a:spcPct val="0"/>
        </a:spcAft>
        <a:defRPr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Line 2"/>
          <p:cNvSpPr>
            <a:spLocks noChangeShapeType="1"/>
          </p:cNvSpPr>
          <p:nvPr/>
        </p:nvSpPr>
        <p:spPr bwMode="auto">
          <a:xfrm>
            <a:off x="10617200" y="152400"/>
            <a:ext cx="0" cy="1524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23" name="Rectangle 3"/>
          <p:cNvSpPr>
            <a:spLocks noGrp="1" noChangeArrowheads="1"/>
          </p:cNvSpPr>
          <p:nvPr>
            <p:ph type="title"/>
          </p:nvPr>
        </p:nvSpPr>
        <p:spPr bwMode="auto">
          <a:xfrm>
            <a:off x="609600" y="122239"/>
            <a:ext cx="10058400" cy="858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zh-CN" smtClean="0"/>
              <a:t>Click to edit Master title style</a:t>
            </a:r>
          </a:p>
        </p:txBody>
      </p:sp>
      <p:sp>
        <p:nvSpPr>
          <p:cNvPr id="5124" name="Rectangle 4"/>
          <p:cNvSpPr>
            <a:spLocks noGrp="1" noChangeArrowheads="1"/>
          </p:cNvSpPr>
          <p:nvPr>
            <p:ph type="body" idx="1"/>
          </p:nvPr>
        </p:nvSpPr>
        <p:spPr bwMode="auto">
          <a:xfrm>
            <a:off x="334434" y="981075"/>
            <a:ext cx="11523133" cy="5472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smtClean="0"/>
              <a:t>Click to edit Master text styles</a:t>
            </a:r>
          </a:p>
          <a:p>
            <a:pPr lvl="1"/>
            <a:r>
              <a:rPr lang="en-US" altLang="zh-CN" smtClean="0"/>
              <a:t>Second level</a:t>
            </a:r>
          </a:p>
          <a:p>
            <a:pPr lvl="2"/>
            <a:r>
              <a:rPr lang="en-US" altLang="zh-CN" smtClean="0"/>
              <a:t>Third level</a:t>
            </a:r>
          </a:p>
          <a:p>
            <a:pPr lvl="3"/>
            <a:r>
              <a:rPr lang="en-US" altLang="zh-CN" smtClean="0"/>
              <a:t>Fourth level</a:t>
            </a:r>
          </a:p>
          <a:p>
            <a:pPr lvl="4"/>
            <a:r>
              <a:rPr lang="en-US" altLang="zh-CN" smtClean="0"/>
              <a:t>Fifth level</a:t>
            </a:r>
          </a:p>
        </p:txBody>
      </p:sp>
      <p:sp>
        <p:nvSpPr>
          <p:cNvPr id="5125" name="Rectangle 5"/>
          <p:cNvSpPr>
            <a:spLocks noGrp="1" noChangeArrowheads="1"/>
          </p:cNvSpPr>
          <p:nvPr>
            <p:ph type="dt" sz="half" idx="2"/>
          </p:nvPr>
        </p:nvSpPr>
        <p:spPr bwMode="auto">
          <a:xfrm>
            <a:off x="609600" y="6453188"/>
            <a:ext cx="2844800" cy="252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spcBef>
                <a:spcPct val="0"/>
              </a:spcBef>
              <a:buClrTx/>
              <a:buSzTx/>
              <a:buFontTx/>
              <a:buNone/>
              <a:defRPr sz="1000" b="0">
                <a:solidFill>
                  <a:schemeClr val="tx1"/>
                </a:solidFill>
                <a:ea typeface="宋体" panose="02010600030101010101" pitchFamily="2" charset="-122"/>
              </a:defRPr>
            </a:lvl1pPr>
          </a:lstStyle>
          <a:p>
            <a:pPr fontAlgn="base">
              <a:spcAft>
                <a:spcPct val="0"/>
              </a:spcAft>
            </a:pPr>
            <a:endParaRPr lang="en-US" altLang="zh-CN" smtClean="0">
              <a:solidFill>
                <a:srgbClr val="FFFF66"/>
              </a:solidFill>
            </a:endParaRPr>
          </a:p>
        </p:txBody>
      </p:sp>
      <p:sp>
        <p:nvSpPr>
          <p:cNvPr id="5126" name="Rectangle 6"/>
          <p:cNvSpPr>
            <a:spLocks noGrp="1" noChangeArrowheads="1"/>
          </p:cNvSpPr>
          <p:nvPr>
            <p:ph type="ftr" sz="quarter" idx="3"/>
          </p:nvPr>
        </p:nvSpPr>
        <p:spPr bwMode="auto">
          <a:xfrm>
            <a:off x="4165600" y="6453188"/>
            <a:ext cx="3860800" cy="252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spcBef>
                <a:spcPct val="0"/>
              </a:spcBef>
              <a:buClrTx/>
              <a:buSzTx/>
              <a:buFontTx/>
              <a:buNone/>
              <a:defRPr sz="1000" b="0">
                <a:solidFill>
                  <a:schemeClr val="tx1"/>
                </a:solidFill>
                <a:ea typeface="宋体" panose="02010600030101010101" pitchFamily="2" charset="-122"/>
              </a:defRPr>
            </a:lvl1pPr>
          </a:lstStyle>
          <a:p>
            <a:pPr fontAlgn="base">
              <a:spcAft>
                <a:spcPct val="0"/>
              </a:spcAft>
            </a:pPr>
            <a:endParaRPr lang="en-US" altLang="zh-CN" smtClean="0">
              <a:solidFill>
                <a:srgbClr val="FFFF66"/>
              </a:solidFill>
            </a:endParaRPr>
          </a:p>
        </p:txBody>
      </p:sp>
      <p:sp>
        <p:nvSpPr>
          <p:cNvPr id="5127" name="Rectangle 7"/>
          <p:cNvSpPr>
            <a:spLocks noGrp="1" noChangeArrowheads="1"/>
          </p:cNvSpPr>
          <p:nvPr>
            <p:ph type="sldNum" sz="quarter" idx="4"/>
          </p:nvPr>
        </p:nvSpPr>
        <p:spPr bwMode="auto">
          <a:xfrm>
            <a:off x="9203267" y="6489701"/>
            <a:ext cx="2844800"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spcBef>
                <a:spcPct val="0"/>
              </a:spcBef>
              <a:buClrTx/>
              <a:buSzTx/>
              <a:buFontTx/>
              <a:buNone/>
              <a:defRPr sz="1000" b="0">
                <a:solidFill>
                  <a:schemeClr val="tx1"/>
                </a:solidFill>
                <a:ea typeface="宋体" panose="02010600030101010101" pitchFamily="2" charset="-122"/>
              </a:defRPr>
            </a:lvl1pPr>
          </a:lstStyle>
          <a:p>
            <a:pPr fontAlgn="base">
              <a:spcAft>
                <a:spcPct val="0"/>
              </a:spcAft>
            </a:pPr>
            <a:fld id="{6C0BB67A-27FA-4C67-851A-9DC3FA391F2F}" type="slidenum">
              <a:rPr lang="en-US" altLang="zh-CN" smtClean="0">
                <a:solidFill>
                  <a:srgbClr val="FFFF66"/>
                </a:solidFill>
              </a:rPr>
              <a:pPr fontAlgn="base">
                <a:spcAft>
                  <a:spcPct val="0"/>
                </a:spcAft>
              </a:pPr>
              <a:t>‹#›</a:t>
            </a:fld>
            <a:endParaRPr lang="en-US" altLang="zh-CN" smtClean="0">
              <a:solidFill>
                <a:srgbClr val="FFFF66"/>
              </a:solidFill>
            </a:endParaRPr>
          </a:p>
        </p:txBody>
      </p:sp>
      <p:grpSp>
        <p:nvGrpSpPr>
          <p:cNvPr id="5128" name="Group 8"/>
          <p:cNvGrpSpPr>
            <a:grpSpLocks/>
          </p:cNvGrpSpPr>
          <p:nvPr/>
        </p:nvGrpSpPr>
        <p:grpSpPr bwMode="auto">
          <a:xfrm>
            <a:off x="10871201" y="152400"/>
            <a:ext cx="1056217" cy="1295400"/>
            <a:chOff x="5136" y="960"/>
            <a:chExt cx="528" cy="864"/>
          </a:xfrm>
        </p:grpSpPr>
        <p:sp>
          <p:nvSpPr>
            <p:cNvPr id="5129" name="Oval 9"/>
            <p:cNvSpPr>
              <a:spLocks noChangeArrowheads="1"/>
            </p:cNvSpPr>
            <p:nvPr/>
          </p:nvSpPr>
          <p:spPr bwMode="auto">
            <a:xfrm>
              <a:off x="5136"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30" name="Oval 10"/>
            <p:cNvSpPr>
              <a:spLocks noChangeArrowheads="1"/>
            </p:cNvSpPr>
            <p:nvPr/>
          </p:nvSpPr>
          <p:spPr bwMode="auto">
            <a:xfrm>
              <a:off x="5248"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31" name="Oval 11"/>
            <p:cNvSpPr>
              <a:spLocks noChangeArrowheads="1"/>
            </p:cNvSpPr>
            <p:nvPr/>
          </p:nvSpPr>
          <p:spPr bwMode="auto">
            <a:xfrm>
              <a:off x="5360"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32" name="Oval 12"/>
            <p:cNvSpPr>
              <a:spLocks noChangeArrowheads="1"/>
            </p:cNvSpPr>
            <p:nvPr/>
          </p:nvSpPr>
          <p:spPr bwMode="auto">
            <a:xfrm>
              <a:off x="5136"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33" name="Oval 13"/>
            <p:cNvSpPr>
              <a:spLocks noChangeArrowheads="1"/>
            </p:cNvSpPr>
            <p:nvPr/>
          </p:nvSpPr>
          <p:spPr bwMode="auto">
            <a:xfrm>
              <a:off x="5248"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34" name="Oval 14"/>
            <p:cNvSpPr>
              <a:spLocks noChangeArrowheads="1"/>
            </p:cNvSpPr>
            <p:nvPr/>
          </p:nvSpPr>
          <p:spPr bwMode="auto">
            <a:xfrm>
              <a:off x="5360"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35" name="Oval 15"/>
            <p:cNvSpPr>
              <a:spLocks noChangeArrowheads="1"/>
            </p:cNvSpPr>
            <p:nvPr/>
          </p:nvSpPr>
          <p:spPr bwMode="auto">
            <a:xfrm>
              <a:off x="5472" y="1072"/>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36" name="Oval 16"/>
            <p:cNvSpPr>
              <a:spLocks noChangeArrowheads="1"/>
            </p:cNvSpPr>
            <p:nvPr/>
          </p:nvSpPr>
          <p:spPr bwMode="auto">
            <a:xfrm>
              <a:off x="5136"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37" name="Oval 17"/>
            <p:cNvSpPr>
              <a:spLocks noChangeArrowheads="1"/>
            </p:cNvSpPr>
            <p:nvPr/>
          </p:nvSpPr>
          <p:spPr bwMode="auto">
            <a:xfrm>
              <a:off x="5248"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38" name="Oval 18"/>
            <p:cNvSpPr>
              <a:spLocks noChangeArrowheads="1"/>
            </p:cNvSpPr>
            <p:nvPr/>
          </p:nvSpPr>
          <p:spPr bwMode="auto">
            <a:xfrm>
              <a:off x="5360"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39" name="Oval 19"/>
            <p:cNvSpPr>
              <a:spLocks noChangeArrowheads="1"/>
            </p:cNvSpPr>
            <p:nvPr/>
          </p:nvSpPr>
          <p:spPr bwMode="auto">
            <a:xfrm>
              <a:off x="5472"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40" name="Oval 20"/>
            <p:cNvSpPr>
              <a:spLocks noChangeArrowheads="1"/>
            </p:cNvSpPr>
            <p:nvPr/>
          </p:nvSpPr>
          <p:spPr bwMode="auto">
            <a:xfrm>
              <a:off x="5584" y="1184"/>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41" name="Oval 21"/>
            <p:cNvSpPr>
              <a:spLocks noChangeArrowheads="1"/>
            </p:cNvSpPr>
            <p:nvPr/>
          </p:nvSpPr>
          <p:spPr bwMode="auto">
            <a:xfrm>
              <a:off x="5136" y="1296"/>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42" name="Oval 22"/>
            <p:cNvSpPr>
              <a:spLocks noChangeArrowheads="1"/>
            </p:cNvSpPr>
            <p:nvPr/>
          </p:nvSpPr>
          <p:spPr bwMode="auto">
            <a:xfrm>
              <a:off x="5248"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43" name="Oval 23"/>
            <p:cNvSpPr>
              <a:spLocks noChangeArrowheads="1"/>
            </p:cNvSpPr>
            <p:nvPr/>
          </p:nvSpPr>
          <p:spPr bwMode="auto">
            <a:xfrm>
              <a:off x="5360"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44" name="Oval 24"/>
            <p:cNvSpPr>
              <a:spLocks noChangeArrowheads="1"/>
            </p:cNvSpPr>
            <p:nvPr/>
          </p:nvSpPr>
          <p:spPr bwMode="auto">
            <a:xfrm>
              <a:off x="5472" y="1296"/>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45" name="Oval 25"/>
            <p:cNvSpPr>
              <a:spLocks noChangeArrowheads="1"/>
            </p:cNvSpPr>
            <p:nvPr/>
          </p:nvSpPr>
          <p:spPr bwMode="auto">
            <a:xfrm>
              <a:off x="5136"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46" name="Oval 26"/>
            <p:cNvSpPr>
              <a:spLocks noChangeArrowheads="1"/>
            </p:cNvSpPr>
            <p:nvPr/>
          </p:nvSpPr>
          <p:spPr bwMode="auto">
            <a:xfrm>
              <a:off x="5248"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47" name="Oval 27"/>
            <p:cNvSpPr>
              <a:spLocks noChangeArrowheads="1"/>
            </p:cNvSpPr>
            <p:nvPr/>
          </p:nvSpPr>
          <p:spPr bwMode="auto">
            <a:xfrm>
              <a:off x="5360"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48" name="Oval 28"/>
            <p:cNvSpPr>
              <a:spLocks noChangeArrowheads="1"/>
            </p:cNvSpPr>
            <p:nvPr/>
          </p:nvSpPr>
          <p:spPr bwMode="auto">
            <a:xfrm>
              <a:off x="5472"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49" name="Oval 29"/>
            <p:cNvSpPr>
              <a:spLocks noChangeArrowheads="1"/>
            </p:cNvSpPr>
            <p:nvPr/>
          </p:nvSpPr>
          <p:spPr bwMode="auto">
            <a:xfrm>
              <a:off x="5584" y="1408"/>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50" name="Oval 30"/>
            <p:cNvSpPr>
              <a:spLocks noChangeArrowheads="1"/>
            </p:cNvSpPr>
            <p:nvPr/>
          </p:nvSpPr>
          <p:spPr bwMode="auto">
            <a:xfrm>
              <a:off x="5136" y="1520"/>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51" name="Oval 31"/>
            <p:cNvSpPr>
              <a:spLocks noChangeArrowheads="1"/>
            </p:cNvSpPr>
            <p:nvPr/>
          </p:nvSpPr>
          <p:spPr bwMode="auto">
            <a:xfrm>
              <a:off x="5248"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52" name="Oval 32"/>
            <p:cNvSpPr>
              <a:spLocks noChangeArrowheads="1"/>
            </p:cNvSpPr>
            <p:nvPr/>
          </p:nvSpPr>
          <p:spPr bwMode="auto">
            <a:xfrm>
              <a:off x="5360"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53" name="Oval 33"/>
            <p:cNvSpPr>
              <a:spLocks noChangeArrowheads="1"/>
            </p:cNvSpPr>
            <p:nvPr/>
          </p:nvSpPr>
          <p:spPr bwMode="auto">
            <a:xfrm>
              <a:off x="5472" y="1520"/>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54" name="Oval 34"/>
            <p:cNvSpPr>
              <a:spLocks noChangeArrowheads="1"/>
            </p:cNvSpPr>
            <p:nvPr/>
          </p:nvSpPr>
          <p:spPr bwMode="auto">
            <a:xfrm>
              <a:off x="5136"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55" name="Oval 35"/>
            <p:cNvSpPr>
              <a:spLocks noChangeArrowheads="1"/>
            </p:cNvSpPr>
            <p:nvPr/>
          </p:nvSpPr>
          <p:spPr bwMode="auto">
            <a:xfrm>
              <a:off x="5248"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56" name="Oval 36"/>
            <p:cNvSpPr>
              <a:spLocks noChangeArrowheads="1"/>
            </p:cNvSpPr>
            <p:nvPr/>
          </p:nvSpPr>
          <p:spPr bwMode="auto">
            <a:xfrm>
              <a:off x="5360"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57" name="Oval 37"/>
            <p:cNvSpPr>
              <a:spLocks noChangeArrowheads="1"/>
            </p:cNvSpPr>
            <p:nvPr/>
          </p:nvSpPr>
          <p:spPr bwMode="auto">
            <a:xfrm>
              <a:off x="5472"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58" name="Oval 38"/>
            <p:cNvSpPr>
              <a:spLocks noChangeArrowheads="1"/>
            </p:cNvSpPr>
            <p:nvPr/>
          </p:nvSpPr>
          <p:spPr bwMode="auto">
            <a:xfrm>
              <a:off x="5248"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59" name="Oval 39"/>
            <p:cNvSpPr>
              <a:spLocks noChangeArrowheads="1"/>
            </p:cNvSpPr>
            <p:nvPr/>
          </p:nvSpPr>
          <p:spPr bwMode="auto">
            <a:xfrm>
              <a:off x="5472"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grpSp>
      <p:pic>
        <p:nvPicPr>
          <p:cNvPr id="5160" name="Picture 40" descr="ppt_bg"/>
          <p:cNvPicPr>
            <a:picLocks noChangeAspect="1" noChangeArrowheads="1"/>
          </p:cNvPicPr>
          <p:nvPr userDrawn="1"/>
        </p:nvPicPr>
        <p:blipFill>
          <a:blip r:embed="rId18">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5976744"/>
      </p:ext>
    </p:extLst>
  </p:cSld>
  <p:clrMap bg1="dk2" tx1="lt1" bg2="dk1" tx2="lt2" accent1="accent1" accent2="accent2" accent3="accent3" accent4="accent4" accent5="accent5" accent6="accent6" hlink="hlink" folHlink="folHlink"/>
  <p:sldLayoutIdLst>
    <p:sldLayoutId id="2147483760" r:id="rId1"/>
    <p:sldLayoutId id="2147483761" r:id="rId2"/>
    <p:sldLayoutId id="2147483762" r:id="rId3"/>
    <p:sldLayoutId id="2147483763" r:id="rId4"/>
    <p:sldLayoutId id="2147483764" r:id="rId5"/>
    <p:sldLayoutId id="2147483765" r:id="rId6"/>
    <p:sldLayoutId id="2147483766" r:id="rId7"/>
    <p:sldLayoutId id="2147483767" r:id="rId8"/>
    <p:sldLayoutId id="2147483768" r:id="rId9"/>
    <p:sldLayoutId id="2147483769" r:id="rId10"/>
    <p:sldLayoutId id="2147483770" r:id="rId11"/>
    <p:sldLayoutId id="2147483771" r:id="rId12"/>
    <p:sldLayoutId id="2147483772" r:id="rId13"/>
    <p:sldLayoutId id="2147483773" r:id="rId14"/>
    <p:sldLayoutId id="2147483774" r:id="rId15"/>
    <p:sldLayoutId id="2147483775" r:id="rId16"/>
  </p:sldLayoutIdLst>
  <p:timing>
    <p:tnLst>
      <p:par>
        <p:cTn id="1" dur="indefinite" restart="never" nodeType="tmRoot"/>
      </p:par>
    </p:tnLst>
  </p:timing>
  <p:txStyles>
    <p:titleStyle>
      <a:lvl1pPr algn="l" rtl="0" fontAlgn="base">
        <a:spcBef>
          <a:spcPct val="0"/>
        </a:spcBef>
        <a:spcAft>
          <a:spcPct val="0"/>
        </a:spcAft>
        <a:defRPr sz="4000" b="1" kern="1200">
          <a:solidFill>
            <a:schemeClr val="tx2"/>
          </a:solidFill>
          <a:latin typeface="+mj-lt"/>
          <a:ea typeface="+mj-ea"/>
          <a:cs typeface="+mj-cs"/>
        </a:defRPr>
      </a:lvl1pPr>
      <a:lvl2pPr algn="l" rtl="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2pPr>
      <a:lvl3pPr algn="l" rtl="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3pPr>
      <a:lvl4pPr algn="l" rtl="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4pPr>
      <a:lvl5pPr algn="l" rtl="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5pPr>
      <a:lvl6pPr marL="457200" algn="l" rtl="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6pPr>
      <a:lvl7pPr marL="914400" algn="l" rtl="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7pPr>
      <a:lvl8pPr marL="1371600" algn="l" rtl="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8pPr>
      <a:lvl9pPr marL="1828800" algn="l" rtl="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9pPr>
    </p:titleStyle>
    <p:bodyStyle>
      <a:lvl1pPr marL="342900" indent="-342900" algn="l" rtl="0" fontAlgn="base">
        <a:spcBef>
          <a:spcPct val="20000"/>
        </a:spcBef>
        <a:spcAft>
          <a:spcPct val="0"/>
        </a:spcAft>
        <a:buClr>
          <a:schemeClr val="tx2"/>
        </a:buClr>
        <a:buSzPct val="70000"/>
        <a:buFont typeface="Wingdings" panose="05000000000000000000" pitchFamily="2" charset="2"/>
        <a:buChar char="n"/>
        <a:defRPr sz="3200" b="1" kern="1200">
          <a:solidFill>
            <a:srgbClr val="FFFF00"/>
          </a:solidFill>
          <a:effectLst>
            <a:outerShdw blurRad="38100" dist="38100" dir="2700000" algn="tl">
              <a:srgbClr val="000000"/>
            </a:outerShdw>
          </a:effectLst>
          <a:latin typeface="+mn-lt"/>
          <a:ea typeface="+mn-ea"/>
          <a:cs typeface="+mn-cs"/>
        </a:defRPr>
      </a:lvl1pPr>
      <a:lvl2pPr marL="692150" indent="-347663" algn="l" rtl="0" fontAlgn="base">
        <a:spcBef>
          <a:spcPct val="20000"/>
        </a:spcBef>
        <a:spcAft>
          <a:spcPct val="0"/>
        </a:spcAft>
        <a:buClr>
          <a:srgbClr val="FF99FF"/>
        </a:buClr>
        <a:buSzPct val="70000"/>
        <a:buFont typeface="Wingdings" panose="05000000000000000000" pitchFamily="2" charset="2"/>
        <a:buChar char="l"/>
        <a:defRPr sz="2800" b="1" kern="1200">
          <a:solidFill>
            <a:schemeClr val="tx1"/>
          </a:solidFill>
          <a:effectLst>
            <a:outerShdw blurRad="38100" dist="38100" dir="2700000" algn="tl">
              <a:srgbClr val="000000"/>
            </a:outerShdw>
          </a:effectLst>
          <a:latin typeface="+mn-lt"/>
          <a:ea typeface="+mn-ea"/>
          <a:cs typeface="+mn-cs"/>
        </a:defRPr>
      </a:lvl2pPr>
      <a:lvl3pPr marL="987425" indent="-293688" algn="l" rtl="0" fontAlgn="base">
        <a:spcBef>
          <a:spcPct val="20000"/>
        </a:spcBef>
        <a:spcAft>
          <a:spcPct val="0"/>
        </a:spcAft>
        <a:buClr>
          <a:srgbClr val="00FF00"/>
        </a:buClr>
        <a:buSzPct val="70000"/>
        <a:buFont typeface="Wingdings" panose="05000000000000000000" pitchFamily="2" charset="2"/>
        <a:buChar char="u"/>
        <a:defRPr sz="2400" b="1" kern="1200">
          <a:solidFill>
            <a:schemeClr val="tx1"/>
          </a:solidFill>
          <a:effectLst>
            <a:outerShdw blurRad="38100" dist="38100" dir="2700000" algn="tl">
              <a:srgbClr val="000000"/>
            </a:outerShdw>
          </a:effectLst>
          <a:latin typeface="+mn-lt"/>
          <a:ea typeface="+mn-ea"/>
          <a:cs typeface="+mn-cs"/>
        </a:defRPr>
      </a:lvl3pPr>
      <a:lvl4pPr marL="1281113" indent="-292100" algn="l" rtl="0" fontAlgn="base">
        <a:spcBef>
          <a:spcPct val="20000"/>
        </a:spcBef>
        <a:spcAft>
          <a:spcPct val="0"/>
        </a:spcAft>
        <a:buClr>
          <a:schemeClr val="tx2"/>
        </a:buClr>
        <a:buSzPct val="75000"/>
        <a:buFont typeface="Wingdings" panose="05000000000000000000" pitchFamily="2" charset="2"/>
        <a:buChar char="§"/>
        <a:defRPr sz="2400" b="1" kern="1200">
          <a:solidFill>
            <a:schemeClr val="tx1"/>
          </a:solidFill>
          <a:effectLst>
            <a:outerShdw blurRad="38100" dist="38100" dir="2700000" algn="tl">
              <a:srgbClr val="000000"/>
            </a:outerShdw>
          </a:effectLst>
          <a:latin typeface="+mn-lt"/>
          <a:ea typeface="+mn-ea"/>
          <a:cs typeface="+mn-cs"/>
        </a:defRPr>
      </a:lvl4pPr>
      <a:lvl5pPr marL="1598613" indent="-315913" algn="l" rtl="0" fontAlgn="base">
        <a:spcBef>
          <a:spcPct val="20000"/>
        </a:spcBef>
        <a:spcAft>
          <a:spcPct val="0"/>
        </a:spcAft>
        <a:buClr>
          <a:srgbClr val="FFFFFF"/>
        </a:buClr>
        <a:buSzPct val="80000"/>
        <a:buFont typeface="Wingdings" panose="05000000000000000000" pitchFamily="2" charset="2"/>
        <a:buChar char="Ø"/>
        <a:defRPr sz="2000" b="1" kern="1200">
          <a:solidFill>
            <a:schemeClr val="tx1"/>
          </a:solidFill>
          <a:effectLst>
            <a:outerShdw blurRad="38100" dist="38100" dir="2700000" algn="tl">
              <a:srgbClr val="00000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Line 2"/>
          <p:cNvSpPr>
            <a:spLocks noChangeShapeType="1"/>
          </p:cNvSpPr>
          <p:nvPr/>
        </p:nvSpPr>
        <p:spPr bwMode="auto">
          <a:xfrm>
            <a:off x="10617200" y="152400"/>
            <a:ext cx="0" cy="1524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23" name="Rectangle 3"/>
          <p:cNvSpPr>
            <a:spLocks noGrp="1" noChangeArrowheads="1"/>
          </p:cNvSpPr>
          <p:nvPr>
            <p:ph type="title"/>
          </p:nvPr>
        </p:nvSpPr>
        <p:spPr bwMode="auto">
          <a:xfrm>
            <a:off x="609600" y="122239"/>
            <a:ext cx="10058400" cy="858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zh-CN" smtClean="0"/>
              <a:t>Click to edit Master title style</a:t>
            </a:r>
          </a:p>
        </p:txBody>
      </p:sp>
      <p:sp>
        <p:nvSpPr>
          <p:cNvPr id="5124" name="Rectangle 4"/>
          <p:cNvSpPr>
            <a:spLocks noGrp="1" noChangeArrowheads="1"/>
          </p:cNvSpPr>
          <p:nvPr>
            <p:ph type="body" idx="1"/>
          </p:nvPr>
        </p:nvSpPr>
        <p:spPr bwMode="auto">
          <a:xfrm>
            <a:off x="334434" y="981075"/>
            <a:ext cx="11523133" cy="5472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smtClean="0"/>
              <a:t>Click to edit Master text styles</a:t>
            </a:r>
          </a:p>
          <a:p>
            <a:pPr lvl="1"/>
            <a:r>
              <a:rPr lang="en-US" altLang="zh-CN" smtClean="0"/>
              <a:t>Second level</a:t>
            </a:r>
          </a:p>
          <a:p>
            <a:pPr lvl="2"/>
            <a:r>
              <a:rPr lang="en-US" altLang="zh-CN" smtClean="0"/>
              <a:t>Third level</a:t>
            </a:r>
          </a:p>
          <a:p>
            <a:pPr lvl="3"/>
            <a:r>
              <a:rPr lang="en-US" altLang="zh-CN" smtClean="0"/>
              <a:t>Fourth level</a:t>
            </a:r>
          </a:p>
          <a:p>
            <a:pPr lvl="4"/>
            <a:r>
              <a:rPr lang="en-US" altLang="zh-CN" smtClean="0"/>
              <a:t>Fifth level</a:t>
            </a:r>
          </a:p>
        </p:txBody>
      </p:sp>
      <p:sp>
        <p:nvSpPr>
          <p:cNvPr id="5125" name="Rectangle 5"/>
          <p:cNvSpPr>
            <a:spLocks noGrp="1" noChangeArrowheads="1"/>
          </p:cNvSpPr>
          <p:nvPr>
            <p:ph type="dt" sz="half" idx="2"/>
          </p:nvPr>
        </p:nvSpPr>
        <p:spPr bwMode="auto">
          <a:xfrm>
            <a:off x="609600" y="6453188"/>
            <a:ext cx="2844800" cy="252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spcBef>
                <a:spcPct val="0"/>
              </a:spcBef>
              <a:buClrTx/>
              <a:buSzTx/>
              <a:buFontTx/>
              <a:buNone/>
              <a:defRPr sz="1000" b="0">
                <a:solidFill>
                  <a:schemeClr val="tx1"/>
                </a:solidFill>
                <a:ea typeface="宋体" panose="02010600030101010101" pitchFamily="2" charset="-122"/>
              </a:defRPr>
            </a:lvl1pPr>
          </a:lstStyle>
          <a:p>
            <a:pPr fontAlgn="base">
              <a:spcAft>
                <a:spcPct val="0"/>
              </a:spcAft>
            </a:pPr>
            <a:endParaRPr lang="en-US" altLang="zh-CN" smtClean="0">
              <a:solidFill>
                <a:srgbClr val="FFFF66"/>
              </a:solidFill>
            </a:endParaRPr>
          </a:p>
        </p:txBody>
      </p:sp>
      <p:sp>
        <p:nvSpPr>
          <p:cNvPr id="5126" name="Rectangle 6"/>
          <p:cNvSpPr>
            <a:spLocks noGrp="1" noChangeArrowheads="1"/>
          </p:cNvSpPr>
          <p:nvPr>
            <p:ph type="ftr" sz="quarter" idx="3"/>
          </p:nvPr>
        </p:nvSpPr>
        <p:spPr bwMode="auto">
          <a:xfrm>
            <a:off x="4165600" y="6453188"/>
            <a:ext cx="3860800" cy="252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spcBef>
                <a:spcPct val="0"/>
              </a:spcBef>
              <a:buClrTx/>
              <a:buSzTx/>
              <a:buFontTx/>
              <a:buNone/>
              <a:defRPr sz="1000" b="0">
                <a:solidFill>
                  <a:schemeClr val="tx1"/>
                </a:solidFill>
                <a:ea typeface="宋体" panose="02010600030101010101" pitchFamily="2" charset="-122"/>
              </a:defRPr>
            </a:lvl1pPr>
          </a:lstStyle>
          <a:p>
            <a:pPr fontAlgn="base">
              <a:spcAft>
                <a:spcPct val="0"/>
              </a:spcAft>
            </a:pPr>
            <a:endParaRPr lang="en-US" altLang="zh-CN" smtClean="0">
              <a:solidFill>
                <a:srgbClr val="FFFF66"/>
              </a:solidFill>
            </a:endParaRPr>
          </a:p>
        </p:txBody>
      </p:sp>
      <p:sp>
        <p:nvSpPr>
          <p:cNvPr id="5127" name="Rectangle 7"/>
          <p:cNvSpPr>
            <a:spLocks noGrp="1" noChangeArrowheads="1"/>
          </p:cNvSpPr>
          <p:nvPr>
            <p:ph type="sldNum" sz="quarter" idx="4"/>
          </p:nvPr>
        </p:nvSpPr>
        <p:spPr bwMode="auto">
          <a:xfrm>
            <a:off x="9203267" y="6489701"/>
            <a:ext cx="2844800"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spcBef>
                <a:spcPct val="0"/>
              </a:spcBef>
              <a:buClrTx/>
              <a:buSzTx/>
              <a:buFontTx/>
              <a:buNone/>
              <a:defRPr sz="1000" b="0">
                <a:solidFill>
                  <a:schemeClr val="tx1"/>
                </a:solidFill>
                <a:ea typeface="宋体" panose="02010600030101010101" pitchFamily="2" charset="-122"/>
              </a:defRPr>
            </a:lvl1pPr>
          </a:lstStyle>
          <a:p>
            <a:pPr fontAlgn="base">
              <a:spcAft>
                <a:spcPct val="0"/>
              </a:spcAft>
            </a:pPr>
            <a:fld id="{6C0BB67A-27FA-4C67-851A-9DC3FA391F2F}" type="slidenum">
              <a:rPr lang="en-US" altLang="zh-CN" smtClean="0">
                <a:solidFill>
                  <a:srgbClr val="FFFF66"/>
                </a:solidFill>
              </a:rPr>
              <a:pPr fontAlgn="base">
                <a:spcAft>
                  <a:spcPct val="0"/>
                </a:spcAft>
              </a:pPr>
              <a:t>‹#›</a:t>
            </a:fld>
            <a:endParaRPr lang="en-US" altLang="zh-CN" smtClean="0">
              <a:solidFill>
                <a:srgbClr val="FFFF66"/>
              </a:solidFill>
            </a:endParaRPr>
          </a:p>
        </p:txBody>
      </p:sp>
      <p:grpSp>
        <p:nvGrpSpPr>
          <p:cNvPr id="5128" name="Group 8"/>
          <p:cNvGrpSpPr>
            <a:grpSpLocks/>
          </p:cNvGrpSpPr>
          <p:nvPr/>
        </p:nvGrpSpPr>
        <p:grpSpPr bwMode="auto">
          <a:xfrm>
            <a:off x="10871201" y="152400"/>
            <a:ext cx="1056217" cy="1295400"/>
            <a:chOff x="5136" y="960"/>
            <a:chExt cx="528" cy="864"/>
          </a:xfrm>
        </p:grpSpPr>
        <p:sp>
          <p:nvSpPr>
            <p:cNvPr id="5129" name="Oval 9"/>
            <p:cNvSpPr>
              <a:spLocks noChangeArrowheads="1"/>
            </p:cNvSpPr>
            <p:nvPr/>
          </p:nvSpPr>
          <p:spPr bwMode="auto">
            <a:xfrm>
              <a:off x="5136"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30" name="Oval 10"/>
            <p:cNvSpPr>
              <a:spLocks noChangeArrowheads="1"/>
            </p:cNvSpPr>
            <p:nvPr/>
          </p:nvSpPr>
          <p:spPr bwMode="auto">
            <a:xfrm>
              <a:off x="5248"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31" name="Oval 11"/>
            <p:cNvSpPr>
              <a:spLocks noChangeArrowheads="1"/>
            </p:cNvSpPr>
            <p:nvPr/>
          </p:nvSpPr>
          <p:spPr bwMode="auto">
            <a:xfrm>
              <a:off x="5360"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32" name="Oval 12"/>
            <p:cNvSpPr>
              <a:spLocks noChangeArrowheads="1"/>
            </p:cNvSpPr>
            <p:nvPr/>
          </p:nvSpPr>
          <p:spPr bwMode="auto">
            <a:xfrm>
              <a:off x="5136"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33" name="Oval 13"/>
            <p:cNvSpPr>
              <a:spLocks noChangeArrowheads="1"/>
            </p:cNvSpPr>
            <p:nvPr/>
          </p:nvSpPr>
          <p:spPr bwMode="auto">
            <a:xfrm>
              <a:off x="5248"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34" name="Oval 14"/>
            <p:cNvSpPr>
              <a:spLocks noChangeArrowheads="1"/>
            </p:cNvSpPr>
            <p:nvPr/>
          </p:nvSpPr>
          <p:spPr bwMode="auto">
            <a:xfrm>
              <a:off x="5360"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35" name="Oval 15"/>
            <p:cNvSpPr>
              <a:spLocks noChangeArrowheads="1"/>
            </p:cNvSpPr>
            <p:nvPr/>
          </p:nvSpPr>
          <p:spPr bwMode="auto">
            <a:xfrm>
              <a:off x="5472" y="1072"/>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36" name="Oval 16"/>
            <p:cNvSpPr>
              <a:spLocks noChangeArrowheads="1"/>
            </p:cNvSpPr>
            <p:nvPr/>
          </p:nvSpPr>
          <p:spPr bwMode="auto">
            <a:xfrm>
              <a:off x="5136"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37" name="Oval 17"/>
            <p:cNvSpPr>
              <a:spLocks noChangeArrowheads="1"/>
            </p:cNvSpPr>
            <p:nvPr/>
          </p:nvSpPr>
          <p:spPr bwMode="auto">
            <a:xfrm>
              <a:off x="5248"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38" name="Oval 18"/>
            <p:cNvSpPr>
              <a:spLocks noChangeArrowheads="1"/>
            </p:cNvSpPr>
            <p:nvPr/>
          </p:nvSpPr>
          <p:spPr bwMode="auto">
            <a:xfrm>
              <a:off x="5360"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39" name="Oval 19"/>
            <p:cNvSpPr>
              <a:spLocks noChangeArrowheads="1"/>
            </p:cNvSpPr>
            <p:nvPr/>
          </p:nvSpPr>
          <p:spPr bwMode="auto">
            <a:xfrm>
              <a:off x="5472"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40" name="Oval 20"/>
            <p:cNvSpPr>
              <a:spLocks noChangeArrowheads="1"/>
            </p:cNvSpPr>
            <p:nvPr/>
          </p:nvSpPr>
          <p:spPr bwMode="auto">
            <a:xfrm>
              <a:off x="5584" y="1184"/>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41" name="Oval 21"/>
            <p:cNvSpPr>
              <a:spLocks noChangeArrowheads="1"/>
            </p:cNvSpPr>
            <p:nvPr/>
          </p:nvSpPr>
          <p:spPr bwMode="auto">
            <a:xfrm>
              <a:off x="5136" y="1296"/>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42" name="Oval 22"/>
            <p:cNvSpPr>
              <a:spLocks noChangeArrowheads="1"/>
            </p:cNvSpPr>
            <p:nvPr/>
          </p:nvSpPr>
          <p:spPr bwMode="auto">
            <a:xfrm>
              <a:off x="5248"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43" name="Oval 23"/>
            <p:cNvSpPr>
              <a:spLocks noChangeArrowheads="1"/>
            </p:cNvSpPr>
            <p:nvPr/>
          </p:nvSpPr>
          <p:spPr bwMode="auto">
            <a:xfrm>
              <a:off x="5360"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44" name="Oval 24"/>
            <p:cNvSpPr>
              <a:spLocks noChangeArrowheads="1"/>
            </p:cNvSpPr>
            <p:nvPr/>
          </p:nvSpPr>
          <p:spPr bwMode="auto">
            <a:xfrm>
              <a:off x="5472" y="1296"/>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45" name="Oval 25"/>
            <p:cNvSpPr>
              <a:spLocks noChangeArrowheads="1"/>
            </p:cNvSpPr>
            <p:nvPr/>
          </p:nvSpPr>
          <p:spPr bwMode="auto">
            <a:xfrm>
              <a:off x="5136"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46" name="Oval 26"/>
            <p:cNvSpPr>
              <a:spLocks noChangeArrowheads="1"/>
            </p:cNvSpPr>
            <p:nvPr/>
          </p:nvSpPr>
          <p:spPr bwMode="auto">
            <a:xfrm>
              <a:off x="5248"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47" name="Oval 27"/>
            <p:cNvSpPr>
              <a:spLocks noChangeArrowheads="1"/>
            </p:cNvSpPr>
            <p:nvPr/>
          </p:nvSpPr>
          <p:spPr bwMode="auto">
            <a:xfrm>
              <a:off x="5360"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48" name="Oval 28"/>
            <p:cNvSpPr>
              <a:spLocks noChangeArrowheads="1"/>
            </p:cNvSpPr>
            <p:nvPr/>
          </p:nvSpPr>
          <p:spPr bwMode="auto">
            <a:xfrm>
              <a:off x="5472"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49" name="Oval 29"/>
            <p:cNvSpPr>
              <a:spLocks noChangeArrowheads="1"/>
            </p:cNvSpPr>
            <p:nvPr/>
          </p:nvSpPr>
          <p:spPr bwMode="auto">
            <a:xfrm>
              <a:off x="5584" y="1408"/>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50" name="Oval 30"/>
            <p:cNvSpPr>
              <a:spLocks noChangeArrowheads="1"/>
            </p:cNvSpPr>
            <p:nvPr/>
          </p:nvSpPr>
          <p:spPr bwMode="auto">
            <a:xfrm>
              <a:off x="5136" y="1520"/>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51" name="Oval 31"/>
            <p:cNvSpPr>
              <a:spLocks noChangeArrowheads="1"/>
            </p:cNvSpPr>
            <p:nvPr/>
          </p:nvSpPr>
          <p:spPr bwMode="auto">
            <a:xfrm>
              <a:off x="5248"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52" name="Oval 32"/>
            <p:cNvSpPr>
              <a:spLocks noChangeArrowheads="1"/>
            </p:cNvSpPr>
            <p:nvPr/>
          </p:nvSpPr>
          <p:spPr bwMode="auto">
            <a:xfrm>
              <a:off x="5360"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53" name="Oval 33"/>
            <p:cNvSpPr>
              <a:spLocks noChangeArrowheads="1"/>
            </p:cNvSpPr>
            <p:nvPr/>
          </p:nvSpPr>
          <p:spPr bwMode="auto">
            <a:xfrm>
              <a:off x="5472" y="1520"/>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54" name="Oval 34"/>
            <p:cNvSpPr>
              <a:spLocks noChangeArrowheads="1"/>
            </p:cNvSpPr>
            <p:nvPr/>
          </p:nvSpPr>
          <p:spPr bwMode="auto">
            <a:xfrm>
              <a:off x="5136"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55" name="Oval 35"/>
            <p:cNvSpPr>
              <a:spLocks noChangeArrowheads="1"/>
            </p:cNvSpPr>
            <p:nvPr/>
          </p:nvSpPr>
          <p:spPr bwMode="auto">
            <a:xfrm>
              <a:off x="5248"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56" name="Oval 36"/>
            <p:cNvSpPr>
              <a:spLocks noChangeArrowheads="1"/>
            </p:cNvSpPr>
            <p:nvPr/>
          </p:nvSpPr>
          <p:spPr bwMode="auto">
            <a:xfrm>
              <a:off x="5360"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57" name="Oval 37"/>
            <p:cNvSpPr>
              <a:spLocks noChangeArrowheads="1"/>
            </p:cNvSpPr>
            <p:nvPr/>
          </p:nvSpPr>
          <p:spPr bwMode="auto">
            <a:xfrm>
              <a:off x="5472"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58" name="Oval 38"/>
            <p:cNvSpPr>
              <a:spLocks noChangeArrowheads="1"/>
            </p:cNvSpPr>
            <p:nvPr/>
          </p:nvSpPr>
          <p:spPr bwMode="auto">
            <a:xfrm>
              <a:off x="5248"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sp>
          <p:nvSpPr>
            <p:cNvPr id="5159" name="Oval 39"/>
            <p:cNvSpPr>
              <a:spLocks noChangeArrowheads="1"/>
            </p:cNvSpPr>
            <p:nvPr/>
          </p:nvSpPr>
          <p:spPr bwMode="auto">
            <a:xfrm>
              <a:off x="5472"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smtClean="0">
                <a:solidFill>
                  <a:srgbClr val="000054"/>
                </a:solidFill>
              </a:endParaRPr>
            </a:p>
          </p:txBody>
        </p:sp>
      </p:grpSp>
      <p:pic>
        <p:nvPicPr>
          <p:cNvPr id="5160" name="Picture 40" descr="ppt_bg"/>
          <p:cNvPicPr>
            <a:picLocks noChangeAspect="1" noChangeArrowheads="1"/>
          </p:cNvPicPr>
          <p:nvPr userDrawn="1"/>
        </p:nvPicPr>
        <p:blipFill>
          <a:blip r:embed="rId18">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7062435"/>
      </p:ext>
    </p:extLst>
  </p:cSld>
  <p:clrMap bg1="dk2" tx1="lt1" bg2="dk1" tx2="lt2" accent1="accent1" accent2="accent2" accent3="accent3" accent4="accent4" accent5="accent5" accent6="accent6" hlink="hlink" folHlink="folHlink"/>
  <p:sldLayoutIdLst>
    <p:sldLayoutId id="2147483777" r:id="rId1"/>
    <p:sldLayoutId id="2147483778" r:id="rId2"/>
    <p:sldLayoutId id="2147483779" r:id="rId3"/>
    <p:sldLayoutId id="2147483780" r:id="rId4"/>
    <p:sldLayoutId id="2147483781" r:id="rId5"/>
    <p:sldLayoutId id="2147483782" r:id="rId6"/>
    <p:sldLayoutId id="2147483783" r:id="rId7"/>
    <p:sldLayoutId id="2147483784" r:id="rId8"/>
    <p:sldLayoutId id="2147483785" r:id="rId9"/>
    <p:sldLayoutId id="2147483786" r:id="rId10"/>
    <p:sldLayoutId id="2147483787" r:id="rId11"/>
    <p:sldLayoutId id="2147483788" r:id="rId12"/>
    <p:sldLayoutId id="2147483789" r:id="rId13"/>
    <p:sldLayoutId id="2147483790" r:id="rId14"/>
    <p:sldLayoutId id="2147483791" r:id="rId15"/>
    <p:sldLayoutId id="2147483792" r:id="rId16"/>
  </p:sldLayoutIdLst>
  <p:timing>
    <p:tnLst>
      <p:par>
        <p:cTn id="1" dur="indefinite" restart="never" nodeType="tmRoot"/>
      </p:par>
    </p:tnLst>
  </p:timing>
  <p:txStyles>
    <p:titleStyle>
      <a:lvl1pPr algn="l" rtl="0" fontAlgn="base">
        <a:spcBef>
          <a:spcPct val="0"/>
        </a:spcBef>
        <a:spcAft>
          <a:spcPct val="0"/>
        </a:spcAft>
        <a:defRPr sz="4000" b="1" kern="1200">
          <a:solidFill>
            <a:schemeClr val="tx2"/>
          </a:solidFill>
          <a:latin typeface="+mj-lt"/>
          <a:ea typeface="+mj-ea"/>
          <a:cs typeface="+mj-cs"/>
        </a:defRPr>
      </a:lvl1pPr>
      <a:lvl2pPr algn="l" rtl="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2pPr>
      <a:lvl3pPr algn="l" rtl="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3pPr>
      <a:lvl4pPr algn="l" rtl="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4pPr>
      <a:lvl5pPr algn="l" rtl="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5pPr>
      <a:lvl6pPr marL="457200" algn="l" rtl="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6pPr>
      <a:lvl7pPr marL="914400" algn="l" rtl="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7pPr>
      <a:lvl8pPr marL="1371600" algn="l" rtl="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8pPr>
      <a:lvl9pPr marL="1828800" algn="l" rtl="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9pPr>
    </p:titleStyle>
    <p:bodyStyle>
      <a:lvl1pPr marL="342900" indent="-342900" algn="l" rtl="0" fontAlgn="base">
        <a:spcBef>
          <a:spcPct val="20000"/>
        </a:spcBef>
        <a:spcAft>
          <a:spcPct val="0"/>
        </a:spcAft>
        <a:buClr>
          <a:schemeClr val="tx2"/>
        </a:buClr>
        <a:buSzPct val="70000"/>
        <a:buFont typeface="Wingdings" panose="05000000000000000000" pitchFamily="2" charset="2"/>
        <a:buChar char="n"/>
        <a:defRPr sz="3200" b="1" kern="1200">
          <a:solidFill>
            <a:srgbClr val="FFFF00"/>
          </a:solidFill>
          <a:effectLst>
            <a:outerShdw blurRad="38100" dist="38100" dir="2700000" algn="tl">
              <a:srgbClr val="000000"/>
            </a:outerShdw>
          </a:effectLst>
          <a:latin typeface="+mn-lt"/>
          <a:ea typeface="+mn-ea"/>
          <a:cs typeface="+mn-cs"/>
        </a:defRPr>
      </a:lvl1pPr>
      <a:lvl2pPr marL="692150" indent="-347663" algn="l" rtl="0" fontAlgn="base">
        <a:spcBef>
          <a:spcPct val="20000"/>
        </a:spcBef>
        <a:spcAft>
          <a:spcPct val="0"/>
        </a:spcAft>
        <a:buClr>
          <a:srgbClr val="FF99FF"/>
        </a:buClr>
        <a:buSzPct val="70000"/>
        <a:buFont typeface="Wingdings" panose="05000000000000000000" pitchFamily="2" charset="2"/>
        <a:buChar char="l"/>
        <a:defRPr sz="2800" b="1" kern="1200">
          <a:solidFill>
            <a:schemeClr val="tx1"/>
          </a:solidFill>
          <a:effectLst>
            <a:outerShdw blurRad="38100" dist="38100" dir="2700000" algn="tl">
              <a:srgbClr val="000000"/>
            </a:outerShdw>
          </a:effectLst>
          <a:latin typeface="+mn-lt"/>
          <a:ea typeface="+mn-ea"/>
          <a:cs typeface="+mn-cs"/>
        </a:defRPr>
      </a:lvl2pPr>
      <a:lvl3pPr marL="987425" indent="-293688" algn="l" rtl="0" fontAlgn="base">
        <a:spcBef>
          <a:spcPct val="20000"/>
        </a:spcBef>
        <a:spcAft>
          <a:spcPct val="0"/>
        </a:spcAft>
        <a:buClr>
          <a:srgbClr val="00FF00"/>
        </a:buClr>
        <a:buSzPct val="70000"/>
        <a:buFont typeface="Wingdings" panose="05000000000000000000" pitchFamily="2" charset="2"/>
        <a:buChar char="u"/>
        <a:defRPr sz="2400" b="1" kern="1200">
          <a:solidFill>
            <a:schemeClr val="tx1"/>
          </a:solidFill>
          <a:effectLst>
            <a:outerShdw blurRad="38100" dist="38100" dir="2700000" algn="tl">
              <a:srgbClr val="000000"/>
            </a:outerShdw>
          </a:effectLst>
          <a:latin typeface="+mn-lt"/>
          <a:ea typeface="+mn-ea"/>
          <a:cs typeface="+mn-cs"/>
        </a:defRPr>
      </a:lvl3pPr>
      <a:lvl4pPr marL="1281113" indent="-292100" algn="l" rtl="0" fontAlgn="base">
        <a:spcBef>
          <a:spcPct val="20000"/>
        </a:spcBef>
        <a:spcAft>
          <a:spcPct val="0"/>
        </a:spcAft>
        <a:buClr>
          <a:schemeClr val="tx2"/>
        </a:buClr>
        <a:buSzPct val="75000"/>
        <a:buFont typeface="Wingdings" panose="05000000000000000000" pitchFamily="2" charset="2"/>
        <a:buChar char="§"/>
        <a:defRPr sz="2400" b="1" kern="1200">
          <a:solidFill>
            <a:schemeClr val="tx1"/>
          </a:solidFill>
          <a:effectLst>
            <a:outerShdw blurRad="38100" dist="38100" dir="2700000" algn="tl">
              <a:srgbClr val="000000"/>
            </a:outerShdw>
          </a:effectLst>
          <a:latin typeface="+mn-lt"/>
          <a:ea typeface="+mn-ea"/>
          <a:cs typeface="+mn-cs"/>
        </a:defRPr>
      </a:lvl4pPr>
      <a:lvl5pPr marL="1598613" indent="-315913" algn="l" rtl="0" fontAlgn="base">
        <a:spcBef>
          <a:spcPct val="20000"/>
        </a:spcBef>
        <a:spcAft>
          <a:spcPct val="0"/>
        </a:spcAft>
        <a:buClr>
          <a:srgbClr val="FFFFFF"/>
        </a:buClr>
        <a:buSzPct val="80000"/>
        <a:buFont typeface="Wingdings" panose="05000000000000000000" pitchFamily="2" charset="2"/>
        <a:buChar char="Ø"/>
        <a:defRPr sz="2000" b="1" kern="1200">
          <a:solidFill>
            <a:schemeClr val="tx1"/>
          </a:solidFill>
          <a:effectLst>
            <a:outerShdw blurRad="38100" dist="38100" dir="2700000" algn="tl">
              <a:srgbClr val="00000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a:srcRect/>
          <a:tile tx="0" ty="0" sx="100000" sy="100000" flip="none" algn="tl"/>
        </a:blipFill>
        <a:effectLst/>
      </p:bgPr>
    </p:bg>
    <p:spTree>
      <p:nvGrpSpPr>
        <p:cNvPr id="1" name=""/>
        <p:cNvGrpSpPr/>
        <p:nvPr/>
      </p:nvGrpSpPr>
      <p:grpSpPr>
        <a:xfrm>
          <a:off x="0" y="0"/>
          <a:ext cx="0" cy="0"/>
          <a:chOff x="0" y="0"/>
          <a:chExt cx="0" cy="0"/>
        </a:xfrm>
      </p:grpSpPr>
      <p:sp>
        <p:nvSpPr>
          <p:cNvPr id="459778" name="Rectangle 2"/>
          <p:cNvSpPr>
            <a:spLocks noGrp="1" noChangeArrowheads="1"/>
          </p:cNvSpPr>
          <p:nvPr>
            <p:ph type="title"/>
          </p:nvPr>
        </p:nvSpPr>
        <p:spPr bwMode="auto">
          <a:xfrm>
            <a:off x="914400" y="609600"/>
            <a:ext cx="103632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459779" name="Rectangle 3"/>
          <p:cNvSpPr>
            <a:spLocks noGrp="1" noChangeArrowheads="1"/>
          </p:cNvSpPr>
          <p:nvPr>
            <p:ph type="body" idx="1"/>
          </p:nvPr>
        </p:nvSpPr>
        <p:spPr bwMode="auto">
          <a:xfrm>
            <a:off x="914400" y="1981200"/>
            <a:ext cx="10363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459780" name="Rectangle 4"/>
          <p:cNvSpPr>
            <a:spLocks noGrp="1" noChangeArrowheads="1"/>
          </p:cNvSpPr>
          <p:nvPr>
            <p:ph type="dt" sz="half" idx="2"/>
          </p:nvPr>
        </p:nvSpPr>
        <p:spPr bwMode="auto">
          <a:xfrm>
            <a:off x="914400" y="62484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spcBef>
                <a:spcPct val="0"/>
              </a:spcBef>
              <a:buClrTx/>
              <a:buSzTx/>
              <a:buFontTx/>
              <a:buNone/>
              <a:defRPr kumimoji="1" sz="1400" b="0">
                <a:solidFill>
                  <a:schemeClr val="tx1"/>
                </a:solidFill>
                <a:latin typeface="+mn-lt"/>
                <a:ea typeface="+mn-ea"/>
              </a:defRPr>
            </a:lvl1pPr>
          </a:lstStyle>
          <a:p>
            <a:pPr fontAlgn="base">
              <a:spcAft>
                <a:spcPct val="0"/>
              </a:spcAft>
            </a:pPr>
            <a:endParaRPr lang="en-US" altLang="zh-CN" smtClean="0">
              <a:solidFill>
                <a:srgbClr val="000000"/>
              </a:solidFill>
            </a:endParaRPr>
          </a:p>
        </p:txBody>
      </p:sp>
      <p:sp>
        <p:nvSpPr>
          <p:cNvPr id="459781" name="Rectangle 5"/>
          <p:cNvSpPr>
            <a:spLocks noGrp="1" noChangeArrowheads="1"/>
          </p:cNvSpPr>
          <p:nvPr>
            <p:ph type="ftr" sz="quarter" idx="3"/>
          </p:nvPr>
        </p:nvSpPr>
        <p:spPr bwMode="auto">
          <a:xfrm>
            <a:off x="4165600" y="6248400"/>
            <a:ext cx="386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spcBef>
                <a:spcPct val="0"/>
              </a:spcBef>
              <a:buClrTx/>
              <a:buSzTx/>
              <a:buFontTx/>
              <a:buNone/>
              <a:defRPr kumimoji="1" sz="1400" b="0">
                <a:solidFill>
                  <a:schemeClr val="tx1"/>
                </a:solidFill>
                <a:latin typeface="+mn-lt"/>
                <a:ea typeface="+mn-ea"/>
              </a:defRPr>
            </a:lvl1pPr>
          </a:lstStyle>
          <a:p>
            <a:pPr fontAlgn="base">
              <a:spcAft>
                <a:spcPct val="0"/>
              </a:spcAft>
            </a:pPr>
            <a:endParaRPr lang="en-US" altLang="zh-CN" smtClean="0">
              <a:solidFill>
                <a:srgbClr val="000000"/>
              </a:solidFill>
            </a:endParaRPr>
          </a:p>
        </p:txBody>
      </p:sp>
      <p:sp>
        <p:nvSpPr>
          <p:cNvPr id="459782" name="Rectangle 6"/>
          <p:cNvSpPr>
            <a:spLocks noGrp="1" noChangeArrowheads="1"/>
          </p:cNvSpPr>
          <p:nvPr>
            <p:ph type="sldNum" sz="quarter" idx="4"/>
          </p:nvPr>
        </p:nvSpPr>
        <p:spPr bwMode="auto">
          <a:xfrm>
            <a:off x="8737600" y="62484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spcBef>
                <a:spcPct val="0"/>
              </a:spcBef>
              <a:buClrTx/>
              <a:buSzTx/>
              <a:buFontTx/>
              <a:buNone/>
              <a:defRPr kumimoji="1" sz="1400" b="0">
                <a:solidFill>
                  <a:schemeClr val="tx1"/>
                </a:solidFill>
                <a:latin typeface="+mn-lt"/>
                <a:ea typeface="+mn-ea"/>
              </a:defRPr>
            </a:lvl1pPr>
          </a:lstStyle>
          <a:p>
            <a:pPr fontAlgn="base">
              <a:spcAft>
                <a:spcPct val="0"/>
              </a:spcAft>
            </a:pPr>
            <a:fld id="{3C6D6F0C-2B97-467D-A0BD-E656AC1471E3}" type="slidenum">
              <a:rPr lang="en-US" altLang="zh-CN" smtClean="0">
                <a:solidFill>
                  <a:srgbClr val="000000"/>
                </a:solidFill>
              </a:rPr>
              <a:pPr fontAlgn="base">
                <a:spcAft>
                  <a:spcPct val="0"/>
                </a:spcAft>
              </a:pPr>
              <a:t>‹#›</a:t>
            </a:fld>
            <a:endParaRPr lang="en-US" altLang="zh-CN" smtClean="0">
              <a:solidFill>
                <a:srgbClr val="000000"/>
              </a:solidFill>
            </a:endParaRPr>
          </a:p>
        </p:txBody>
      </p:sp>
    </p:spTree>
    <p:extLst>
      <p:ext uri="{BB962C8B-B14F-4D97-AF65-F5344CB8AC3E}">
        <p14:creationId xmlns:p14="http://schemas.microsoft.com/office/powerpoint/2010/main" val="3694399924"/>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818" r:id="rId8"/>
    <p:sldLayoutId id="2147483819" r:id="rId9"/>
    <p:sldLayoutId id="2147483820" r:id="rId10"/>
    <p:sldLayoutId id="2147483821" r:id="rId11"/>
  </p:sldLayoutIdLst>
  <p:txStyles>
    <p:title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Times New Roman" panose="02020603050405020304" pitchFamily="18" charset="0"/>
          <a:ea typeface="宋体" panose="02010600030101010101" pitchFamily="2" charset="-122"/>
        </a:defRPr>
      </a:lvl2pPr>
      <a:lvl3pPr algn="ctr" rtl="0" fontAlgn="base">
        <a:spcBef>
          <a:spcPct val="0"/>
        </a:spcBef>
        <a:spcAft>
          <a:spcPct val="0"/>
        </a:spcAft>
        <a:defRPr sz="4400">
          <a:solidFill>
            <a:schemeClr val="tx2"/>
          </a:solidFill>
          <a:latin typeface="Times New Roman" panose="02020603050405020304" pitchFamily="18" charset="0"/>
          <a:ea typeface="宋体" panose="02010600030101010101" pitchFamily="2" charset="-122"/>
        </a:defRPr>
      </a:lvl3pPr>
      <a:lvl4pPr algn="ctr" rtl="0" fontAlgn="base">
        <a:spcBef>
          <a:spcPct val="0"/>
        </a:spcBef>
        <a:spcAft>
          <a:spcPct val="0"/>
        </a:spcAft>
        <a:defRPr sz="4400">
          <a:solidFill>
            <a:schemeClr val="tx2"/>
          </a:solidFill>
          <a:latin typeface="Times New Roman" panose="02020603050405020304" pitchFamily="18" charset="0"/>
          <a:ea typeface="宋体" panose="02010600030101010101" pitchFamily="2" charset="-122"/>
        </a:defRPr>
      </a:lvl4pPr>
      <a:lvl5pPr algn="ctr" rtl="0" fontAlgn="base">
        <a:spcBef>
          <a:spcPct val="0"/>
        </a:spcBef>
        <a:spcAft>
          <a:spcPct val="0"/>
        </a:spcAft>
        <a:defRPr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79266" name="Picture 2" descr="ppt_bg"/>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779267" name="Rectangle 3"/>
          <p:cNvSpPr>
            <a:spLocks noGrp="1" noChangeArrowheads="1"/>
          </p:cNvSpPr>
          <p:nvPr>
            <p:ph type="title"/>
          </p:nvPr>
        </p:nvSpPr>
        <p:spPr bwMode="auto">
          <a:xfrm>
            <a:off x="3503085" y="0"/>
            <a:ext cx="8477249"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779268" name="Rectangle 4"/>
          <p:cNvSpPr>
            <a:spLocks noGrp="1" noChangeArrowheads="1"/>
          </p:cNvSpPr>
          <p:nvPr>
            <p:ph type="body" idx="1"/>
          </p:nvPr>
        </p:nvSpPr>
        <p:spPr bwMode="auto">
          <a:xfrm>
            <a:off x="609600" y="1600201"/>
            <a:ext cx="109728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77926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b="0">
                <a:effectLst/>
                <a:ea typeface="宋体" panose="02010600030101010101" pitchFamily="2" charset="-122"/>
              </a:defRPr>
            </a:lvl1pPr>
          </a:lstStyle>
          <a:p>
            <a:pPr fontAlgn="base">
              <a:spcBef>
                <a:spcPct val="0"/>
              </a:spcBef>
              <a:spcAft>
                <a:spcPct val="0"/>
              </a:spcAft>
            </a:pPr>
            <a:endParaRPr lang="en-US" altLang="zh-CN" smtClean="0">
              <a:solidFill>
                <a:srgbClr val="000000"/>
              </a:solidFill>
            </a:endParaRPr>
          </a:p>
        </p:txBody>
      </p:sp>
      <p:sp>
        <p:nvSpPr>
          <p:cNvPr id="77927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b="0">
                <a:effectLst/>
                <a:ea typeface="宋体" panose="02010600030101010101" pitchFamily="2" charset="-122"/>
              </a:defRPr>
            </a:lvl1pPr>
          </a:lstStyle>
          <a:p>
            <a:pPr fontAlgn="base">
              <a:spcBef>
                <a:spcPct val="0"/>
              </a:spcBef>
              <a:spcAft>
                <a:spcPct val="0"/>
              </a:spcAft>
            </a:pPr>
            <a:endParaRPr lang="en-US" altLang="zh-CN" smtClean="0">
              <a:solidFill>
                <a:srgbClr val="000000"/>
              </a:solidFill>
            </a:endParaRPr>
          </a:p>
        </p:txBody>
      </p:sp>
      <p:sp>
        <p:nvSpPr>
          <p:cNvPr id="77927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b="0">
                <a:effectLst/>
                <a:ea typeface="宋体" panose="02010600030101010101" pitchFamily="2" charset="-122"/>
              </a:defRPr>
            </a:lvl1pPr>
          </a:lstStyle>
          <a:p>
            <a:pPr fontAlgn="base">
              <a:spcBef>
                <a:spcPct val="0"/>
              </a:spcBef>
              <a:spcAft>
                <a:spcPct val="0"/>
              </a:spcAft>
            </a:pPr>
            <a:fld id="{E33C9A19-84A2-441C-8897-CF7DDD77051C}" type="slidenum">
              <a:rPr lang="en-US" altLang="zh-CN" smtClean="0">
                <a:solidFill>
                  <a:srgbClr val="000000"/>
                </a:solidFill>
              </a:rPr>
              <a:pPr fontAlgn="base">
                <a:spcBef>
                  <a:spcPct val="0"/>
                </a:spcBef>
                <a:spcAft>
                  <a:spcPct val="0"/>
                </a:spcAft>
              </a:pPr>
              <a:t>‹#›</a:t>
            </a:fld>
            <a:endParaRPr lang="en-US" altLang="zh-CN" smtClean="0">
              <a:solidFill>
                <a:srgbClr val="000000"/>
              </a:solidFill>
            </a:endParaRPr>
          </a:p>
        </p:txBody>
      </p:sp>
    </p:spTree>
    <p:extLst>
      <p:ext uri="{BB962C8B-B14F-4D97-AF65-F5344CB8AC3E}">
        <p14:creationId xmlns:p14="http://schemas.microsoft.com/office/powerpoint/2010/main" val="601166709"/>
      </p:ext>
    </p:extLst>
  </p:cSld>
  <p:clrMap bg1="lt1" tx1="dk1" bg2="lt2" tx2="dk2" accent1="accent1" accent2="accent2" accent3="accent3" accent4="accent4" accent5="accent5" accent6="accent6" hlink="hlink" folHlink="folHlink"/>
  <p:sldLayoutIdLst>
    <p:sldLayoutId id="2147483823" r:id="rId1"/>
    <p:sldLayoutId id="2147483824" r:id="rId2"/>
    <p:sldLayoutId id="2147483825" r:id="rId3"/>
    <p:sldLayoutId id="2147483826" r:id="rId4"/>
    <p:sldLayoutId id="2147483827" r:id="rId5"/>
    <p:sldLayoutId id="2147483828" r:id="rId6"/>
    <p:sldLayoutId id="2147483829" r:id="rId7"/>
    <p:sldLayoutId id="2147483830" r:id="rId8"/>
    <p:sldLayoutId id="2147483831" r:id="rId9"/>
    <p:sldLayoutId id="2147483832" r:id="rId10"/>
    <p:sldLayoutId id="2147483833" r:id="rId11"/>
  </p:sldLayoutIdLst>
  <p:hf hdr="0" ftr="0" dt="0"/>
  <p:txStyles>
    <p:titleStyle>
      <a:lvl1pPr algn="ctr" rtl="0" fontAlgn="base">
        <a:spcBef>
          <a:spcPct val="0"/>
        </a:spcBef>
        <a:spcAft>
          <a:spcPct val="0"/>
        </a:spcAft>
        <a:defRPr sz="4000" b="1" kern="1200">
          <a:solidFill>
            <a:srgbClr val="FFFF00"/>
          </a:solidFill>
          <a:latin typeface="+mj-lt"/>
          <a:ea typeface="+mj-ea"/>
          <a:cs typeface="+mj-cs"/>
        </a:defRPr>
      </a:lvl1pPr>
      <a:lvl2pPr algn="ctr" rtl="0" fontAlgn="base">
        <a:spcBef>
          <a:spcPct val="0"/>
        </a:spcBef>
        <a:spcAft>
          <a:spcPct val="0"/>
        </a:spcAft>
        <a:defRPr sz="4000" b="1">
          <a:solidFill>
            <a:srgbClr val="FFFF00"/>
          </a:solidFill>
          <a:latin typeface="Arial" panose="020B0604020202020204" pitchFamily="34" charset="0"/>
          <a:ea typeface="黑体" panose="02010609060101010101" pitchFamily="49" charset="-122"/>
        </a:defRPr>
      </a:lvl2pPr>
      <a:lvl3pPr algn="ctr" rtl="0" fontAlgn="base">
        <a:spcBef>
          <a:spcPct val="0"/>
        </a:spcBef>
        <a:spcAft>
          <a:spcPct val="0"/>
        </a:spcAft>
        <a:defRPr sz="4000" b="1">
          <a:solidFill>
            <a:srgbClr val="FFFF00"/>
          </a:solidFill>
          <a:latin typeface="Arial" panose="020B0604020202020204" pitchFamily="34" charset="0"/>
          <a:ea typeface="黑体" panose="02010609060101010101" pitchFamily="49" charset="-122"/>
        </a:defRPr>
      </a:lvl3pPr>
      <a:lvl4pPr algn="ctr" rtl="0" fontAlgn="base">
        <a:spcBef>
          <a:spcPct val="0"/>
        </a:spcBef>
        <a:spcAft>
          <a:spcPct val="0"/>
        </a:spcAft>
        <a:defRPr sz="4000" b="1">
          <a:solidFill>
            <a:srgbClr val="FFFF00"/>
          </a:solidFill>
          <a:latin typeface="Arial" panose="020B0604020202020204" pitchFamily="34" charset="0"/>
          <a:ea typeface="黑体" panose="02010609060101010101" pitchFamily="49" charset="-122"/>
        </a:defRPr>
      </a:lvl4pPr>
      <a:lvl5pPr algn="ctr" rtl="0" fontAlgn="base">
        <a:spcBef>
          <a:spcPct val="0"/>
        </a:spcBef>
        <a:spcAft>
          <a:spcPct val="0"/>
        </a:spcAft>
        <a:defRPr sz="4000" b="1">
          <a:solidFill>
            <a:srgbClr val="FFFF00"/>
          </a:solidFill>
          <a:latin typeface="Arial" panose="020B0604020202020204" pitchFamily="34" charset="0"/>
          <a:ea typeface="黑体" panose="02010609060101010101" pitchFamily="49" charset="-122"/>
        </a:defRPr>
      </a:lvl5pPr>
      <a:lvl6pPr marL="457200" algn="ctr" rtl="0" fontAlgn="base">
        <a:spcBef>
          <a:spcPct val="0"/>
        </a:spcBef>
        <a:spcAft>
          <a:spcPct val="0"/>
        </a:spcAft>
        <a:defRPr sz="4000" b="1">
          <a:solidFill>
            <a:srgbClr val="FFFF00"/>
          </a:solidFill>
          <a:latin typeface="Arial" panose="020B0604020202020204" pitchFamily="34" charset="0"/>
          <a:ea typeface="黑体" panose="02010609060101010101" pitchFamily="49" charset="-122"/>
        </a:defRPr>
      </a:lvl6pPr>
      <a:lvl7pPr marL="914400" algn="ctr" rtl="0" fontAlgn="base">
        <a:spcBef>
          <a:spcPct val="0"/>
        </a:spcBef>
        <a:spcAft>
          <a:spcPct val="0"/>
        </a:spcAft>
        <a:defRPr sz="4000" b="1">
          <a:solidFill>
            <a:srgbClr val="FFFF00"/>
          </a:solidFill>
          <a:latin typeface="Arial" panose="020B0604020202020204" pitchFamily="34" charset="0"/>
          <a:ea typeface="黑体" panose="02010609060101010101" pitchFamily="49" charset="-122"/>
        </a:defRPr>
      </a:lvl7pPr>
      <a:lvl8pPr marL="1371600" algn="ctr" rtl="0" fontAlgn="base">
        <a:spcBef>
          <a:spcPct val="0"/>
        </a:spcBef>
        <a:spcAft>
          <a:spcPct val="0"/>
        </a:spcAft>
        <a:defRPr sz="4000" b="1">
          <a:solidFill>
            <a:srgbClr val="FFFF00"/>
          </a:solidFill>
          <a:latin typeface="Arial" panose="020B0604020202020204" pitchFamily="34" charset="0"/>
          <a:ea typeface="黑体" panose="02010609060101010101" pitchFamily="49" charset="-122"/>
        </a:defRPr>
      </a:lvl8pPr>
      <a:lvl9pPr marL="1828800" algn="ctr" rtl="0" fontAlgn="base">
        <a:spcBef>
          <a:spcPct val="0"/>
        </a:spcBef>
        <a:spcAft>
          <a:spcPct val="0"/>
        </a:spcAft>
        <a:defRPr sz="4000" b="1">
          <a:solidFill>
            <a:srgbClr val="FFFF00"/>
          </a:solidFill>
          <a:latin typeface="Arial" panose="020B0604020202020204" pitchFamily="34" charset="0"/>
          <a:ea typeface="黑体" panose="02010609060101010101" pitchFamily="49" charset="-122"/>
        </a:defRPr>
      </a:lvl9pPr>
    </p:titleStyle>
    <p:bodyStyle>
      <a:lvl1pPr marL="342900" indent="-342900" algn="l" rtl="0" fontAlgn="base">
        <a:spcBef>
          <a:spcPct val="20000"/>
        </a:spcBef>
        <a:spcAft>
          <a:spcPct val="0"/>
        </a:spcAft>
        <a:buFont typeface="Wingdings" panose="05000000000000000000" pitchFamily="2" charset="2"/>
        <a:buChar char="n"/>
        <a:defRPr sz="3200" b="1" kern="1200">
          <a:solidFill>
            <a:schemeClr val="tx2"/>
          </a:solidFill>
          <a:latin typeface="+mn-lt"/>
          <a:ea typeface="+mn-ea"/>
          <a:cs typeface="+mn-cs"/>
        </a:defRPr>
      </a:lvl1pPr>
      <a:lvl2pPr marL="742950" indent="-285750" algn="l" rtl="0" fontAlgn="base">
        <a:spcBef>
          <a:spcPct val="20000"/>
        </a:spcBef>
        <a:spcAft>
          <a:spcPct val="0"/>
        </a:spcAft>
        <a:buFont typeface="Wingdings" panose="05000000000000000000" pitchFamily="2" charset="2"/>
        <a:buChar char="l"/>
        <a:defRPr sz="2800" b="1" kern="1200">
          <a:solidFill>
            <a:schemeClr val="tx2"/>
          </a:solidFill>
          <a:latin typeface="+mn-lt"/>
          <a:ea typeface="+mn-ea"/>
          <a:cs typeface="+mn-cs"/>
        </a:defRPr>
      </a:lvl2pPr>
      <a:lvl3pPr marL="1143000" indent="-228600" algn="l" rtl="0" fontAlgn="base">
        <a:spcBef>
          <a:spcPct val="20000"/>
        </a:spcBef>
        <a:spcAft>
          <a:spcPct val="0"/>
        </a:spcAft>
        <a:buChar char="•"/>
        <a:defRPr sz="2400" b="1" kern="1200">
          <a:solidFill>
            <a:schemeClr val="tx2"/>
          </a:solidFill>
          <a:latin typeface="+mn-lt"/>
          <a:ea typeface="+mn-ea"/>
          <a:cs typeface="+mn-cs"/>
        </a:defRPr>
      </a:lvl3pPr>
      <a:lvl4pPr marL="1600200" indent="-228600" algn="l" rtl="0" fontAlgn="base">
        <a:spcBef>
          <a:spcPct val="20000"/>
        </a:spcBef>
        <a:spcAft>
          <a:spcPct val="0"/>
        </a:spcAft>
        <a:buChar char="•"/>
        <a:defRPr sz="2000" b="1" kern="1200">
          <a:solidFill>
            <a:schemeClr val="tx2"/>
          </a:solidFill>
          <a:latin typeface="+mn-lt"/>
          <a:ea typeface="+mn-ea"/>
          <a:cs typeface="+mn-cs"/>
        </a:defRPr>
      </a:lvl4pPr>
      <a:lvl5pPr marL="2057400" indent="-228600" algn="l" rtl="0" fontAlgn="base">
        <a:spcBef>
          <a:spcPct val="20000"/>
        </a:spcBef>
        <a:spcAft>
          <a:spcPct val="0"/>
        </a:spcAft>
        <a:buChar char="•"/>
        <a:defRPr sz="2000" b="1"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45826" name="Picture 2" descr="ppt_bg"/>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845827" name="Rectangle 3"/>
          <p:cNvSpPr>
            <a:spLocks noGrp="1" noChangeArrowheads="1"/>
          </p:cNvSpPr>
          <p:nvPr>
            <p:ph type="title"/>
          </p:nvPr>
        </p:nvSpPr>
        <p:spPr bwMode="auto">
          <a:xfrm>
            <a:off x="3503085" y="0"/>
            <a:ext cx="8477249"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845828" name="Rectangle 4"/>
          <p:cNvSpPr>
            <a:spLocks noGrp="1" noChangeArrowheads="1"/>
          </p:cNvSpPr>
          <p:nvPr>
            <p:ph type="body" idx="1"/>
          </p:nvPr>
        </p:nvSpPr>
        <p:spPr bwMode="auto">
          <a:xfrm>
            <a:off x="609600" y="1600201"/>
            <a:ext cx="109728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8458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b="0">
                <a:effectLst/>
                <a:ea typeface="宋体" panose="02010600030101010101" pitchFamily="2" charset="-122"/>
              </a:defRPr>
            </a:lvl1pPr>
          </a:lstStyle>
          <a:p>
            <a:pPr fontAlgn="base">
              <a:spcBef>
                <a:spcPct val="0"/>
              </a:spcBef>
              <a:spcAft>
                <a:spcPct val="0"/>
              </a:spcAft>
            </a:pPr>
            <a:endParaRPr lang="en-US" altLang="zh-CN">
              <a:solidFill>
                <a:srgbClr val="000000"/>
              </a:solidFill>
            </a:endParaRPr>
          </a:p>
        </p:txBody>
      </p:sp>
      <p:sp>
        <p:nvSpPr>
          <p:cNvPr id="8458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b="0">
                <a:effectLst/>
                <a:ea typeface="宋体" panose="02010600030101010101" pitchFamily="2" charset="-122"/>
              </a:defRPr>
            </a:lvl1pPr>
          </a:lstStyle>
          <a:p>
            <a:pPr fontAlgn="base">
              <a:spcBef>
                <a:spcPct val="0"/>
              </a:spcBef>
              <a:spcAft>
                <a:spcPct val="0"/>
              </a:spcAft>
            </a:pPr>
            <a:endParaRPr lang="en-US" altLang="zh-CN">
              <a:solidFill>
                <a:srgbClr val="000000"/>
              </a:solidFill>
            </a:endParaRPr>
          </a:p>
        </p:txBody>
      </p:sp>
      <p:sp>
        <p:nvSpPr>
          <p:cNvPr id="8458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b="0">
                <a:effectLst/>
                <a:ea typeface="宋体" panose="02010600030101010101" pitchFamily="2" charset="-122"/>
              </a:defRPr>
            </a:lvl1pPr>
          </a:lstStyle>
          <a:p>
            <a:pPr fontAlgn="base">
              <a:spcBef>
                <a:spcPct val="0"/>
              </a:spcBef>
              <a:spcAft>
                <a:spcPct val="0"/>
              </a:spcAft>
            </a:pPr>
            <a:fld id="{7FCC9321-D69F-4A64-96AF-E6B7A8F42028}" type="slidenum">
              <a:rPr lang="en-US" altLang="zh-CN">
                <a:solidFill>
                  <a:srgbClr val="000000"/>
                </a:solidFill>
              </a:rPr>
              <a:pPr fontAlgn="base">
                <a:spcBef>
                  <a:spcPct val="0"/>
                </a:spcBef>
                <a:spcAft>
                  <a:spcPct val="0"/>
                </a:spcAft>
              </a:pPr>
              <a:t>‹#›</a:t>
            </a:fld>
            <a:endParaRPr lang="en-US" altLang="zh-CN">
              <a:solidFill>
                <a:srgbClr val="000000"/>
              </a:solidFill>
            </a:endParaRPr>
          </a:p>
        </p:txBody>
      </p:sp>
    </p:spTree>
    <p:extLst>
      <p:ext uri="{BB962C8B-B14F-4D97-AF65-F5344CB8AC3E}">
        <p14:creationId xmlns:p14="http://schemas.microsoft.com/office/powerpoint/2010/main" val="2957198392"/>
      </p:ext>
    </p:extLst>
  </p:cSld>
  <p:clrMap bg1="lt1" tx1="dk1" bg2="lt2" tx2="dk2" accent1="accent1" accent2="accent2" accent3="accent3" accent4="accent4" accent5="accent5" accent6="accent6" hlink="hlink" folHlink="folHlink"/>
  <p:sldLayoutIdLst>
    <p:sldLayoutId id="2147483835" r:id="rId1"/>
    <p:sldLayoutId id="2147483836" r:id="rId2"/>
    <p:sldLayoutId id="2147483837" r:id="rId3"/>
    <p:sldLayoutId id="2147483838" r:id="rId4"/>
    <p:sldLayoutId id="2147483839" r:id="rId5"/>
    <p:sldLayoutId id="2147483840" r:id="rId6"/>
    <p:sldLayoutId id="2147483841" r:id="rId7"/>
    <p:sldLayoutId id="2147483842" r:id="rId8"/>
    <p:sldLayoutId id="2147483843" r:id="rId9"/>
    <p:sldLayoutId id="2147483844" r:id="rId10"/>
    <p:sldLayoutId id="2147483845" r:id="rId11"/>
    <p:sldLayoutId id="2147483918" r:id="rId12"/>
  </p:sldLayoutIdLst>
  <p:hf hdr="0" ftr="0" dt="0"/>
  <p:txStyles>
    <p:titleStyle>
      <a:lvl1pPr algn="ctr" rtl="0" fontAlgn="base">
        <a:spcBef>
          <a:spcPct val="0"/>
        </a:spcBef>
        <a:spcAft>
          <a:spcPct val="0"/>
        </a:spcAft>
        <a:defRPr sz="4000" b="1" kern="1200">
          <a:solidFill>
            <a:srgbClr val="FFFF00"/>
          </a:solidFill>
          <a:latin typeface="+mj-lt"/>
          <a:ea typeface="+mj-ea"/>
          <a:cs typeface="+mj-cs"/>
        </a:defRPr>
      </a:lvl1pPr>
      <a:lvl2pPr algn="ctr" rtl="0" fontAlgn="base">
        <a:spcBef>
          <a:spcPct val="0"/>
        </a:spcBef>
        <a:spcAft>
          <a:spcPct val="0"/>
        </a:spcAft>
        <a:defRPr sz="4000" b="1">
          <a:solidFill>
            <a:srgbClr val="FFFF00"/>
          </a:solidFill>
          <a:latin typeface="Arial" panose="020B0604020202020204" pitchFamily="34" charset="0"/>
          <a:ea typeface="黑体" panose="02010609060101010101" pitchFamily="49" charset="-122"/>
        </a:defRPr>
      </a:lvl2pPr>
      <a:lvl3pPr algn="ctr" rtl="0" fontAlgn="base">
        <a:spcBef>
          <a:spcPct val="0"/>
        </a:spcBef>
        <a:spcAft>
          <a:spcPct val="0"/>
        </a:spcAft>
        <a:defRPr sz="4000" b="1">
          <a:solidFill>
            <a:srgbClr val="FFFF00"/>
          </a:solidFill>
          <a:latin typeface="Arial" panose="020B0604020202020204" pitchFamily="34" charset="0"/>
          <a:ea typeface="黑体" panose="02010609060101010101" pitchFamily="49" charset="-122"/>
        </a:defRPr>
      </a:lvl3pPr>
      <a:lvl4pPr algn="ctr" rtl="0" fontAlgn="base">
        <a:spcBef>
          <a:spcPct val="0"/>
        </a:spcBef>
        <a:spcAft>
          <a:spcPct val="0"/>
        </a:spcAft>
        <a:defRPr sz="4000" b="1">
          <a:solidFill>
            <a:srgbClr val="FFFF00"/>
          </a:solidFill>
          <a:latin typeface="Arial" panose="020B0604020202020204" pitchFamily="34" charset="0"/>
          <a:ea typeface="黑体" panose="02010609060101010101" pitchFamily="49" charset="-122"/>
        </a:defRPr>
      </a:lvl4pPr>
      <a:lvl5pPr algn="ctr" rtl="0" fontAlgn="base">
        <a:spcBef>
          <a:spcPct val="0"/>
        </a:spcBef>
        <a:spcAft>
          <a:spcPct val="0"/>
        </a:spcAft>
        <a:defRPr sz="4000" b="1">
          <a:solidFill>
            <a:srgbClr val="FFFF00"/>
          </a:solidFill>
          <a:latin typeface="Arial" panose="020B0604020202020204" pitchFamily="34" charset="0"/>
          <a:ea typeface="黑体" panose="02010609060101010101" pitchFamily="49" charset="-122"/>
        </a:defRPr>
      </a:lvl5pPr>
      <a:lvl6pPr marL="457200" algn="ctr" rtl="0" fontAlgn="base">
        <a:spcBef>
          <a:spcPct val="0"/>
        </a:spcBef>
        <a:spcAft>
          <a:spcPct val="0"/>
        </a:spcAft>
        <a:defRPr sz="4000" b="1">
          <a:solidFill>
            <a:srgbClr val="FFFF00"/>
          </a:solidFill>
          <a:latin typeface="Arial" panose="020B0604020202020204" pitchFamily="34" charset="0"/>
          <a:ea typeface="黑体" panose="02010609060101010101" pitchFamily="49" charset="-122"/>
        </a:defRPr>
      </a:lvl6pPr>
      <a:lvl7pPr marL="914400" algn="ctr" rtl="0" fontAlgn="base">
        <a:spcBef>
          <a:spcPct val="0"/>
        </a:spcBef>
        <a:spcAft>
          <a:spcPct val="0"/>
        </a:spcAft>
        <a:defRPr sz="4000" b="1">
          <a:solidFill>
            <a:srgbClr val="FFFF00"/>
          </a:solidFill>
          <a:latin typeface="Arial" panose="020B0604020202020204" pitchFamily="34" charset="0"/>
          <a:ea typeface="黑体" panose="02010609060101010101" pitchFamily="49" charset="-122"/>
        </a:defRPr>
      </a:lvl7pPr>
      <a:lvl8pPr marL="1371600" algn="ctr" rtl="0" fontAlgn="base">
        <a:spcBef>
          <a:spcPct val="0"/>
        </a:spcBef>
        <a:spcAft>
          <a:spcPct val="0"/>
        </a:spcAft>
        <a:defRPr sz="4000" b="1">
          <a:solidFill>
            <a:srgbClr val="FFFF00"/>
          </a:solidFill>
          <a:latin typeface="Arial" panose="020B0604020202020204" pitchFamily="34" charset="0"/>
          <a:ea typeface="黑体" panose="02010609060101010101" pitchFamily="49" charset="-122"/>
        </a:defRPr>
      </a:lvl8pPr>
      <a:lvl9pPr marL="1828800" algn="ctr" rtl="0" fontAlgn="base">
        <a:spcBef>
          <a:spcPct val="0"/>
        </a:spcBef>
        <a:spcAft>
          <a:spcPct val="0"/>
        </a:spcAft>
        <a:defRPr sz="4000" b="1">
          <a:solidFill>
            <a:srgbClr val="FFFF00"/>
          </a:solidFill>
          <a:latin typeface="Arial" panose="020B0604020202020204" pitchFamily="34" charset="0"/>
          <a:ea typeface="黑体" panose="02010609060101010101" pitchFamily="49" charset="-122"/>
        </a:defRPr>
      </a:lvl9pPr>
    </p:titleStyle>
    <p:bodyStyle>
      <a:lvl1pPr marL="342900" indent="-342900" algn="l" rtl="0" fontAlgn="base">
        <a:spcBef>
          <a:spcPct val="20000"/>
        </a:spcBef>
        <a:spcAft>
          <a:spcPct val="0"/>
        </a:spcAft>
        <a:buFont typeface="Wingdings" panose="05000000000000000000" pitchFamily="2" charset="2"/>
        <a:buChar char="n"/>
        <a:defRPr sz="3200" b="1" kern="1200">
          <a:solidFill>
            <a:schemeClr val="tx2"/>
          </a:solidFill>
          <a:latin typeface="+mn-lt"/>
          <a:ea typeface="+mn-ea"/>
          <a:cs typeface="+mn-cs"/>
        </a:defRPr>
      </a:lvl1pPr>
      <a:lvl2pPr marL="742950" indent="-285750" algn="l" rtl="0" fontAlgn="base">
        <a:spcBef>
          <a:spcPct val="20000"/>
        </a:spcBef>
        <a:spcAft>
          <a:spcPct val="0"/>
        </a:spcAft>
        <a:buFont typeface="Wingdings" panose="05000000000000000000" pitchFamily="2" charset="2"/>
        <a:buChar char="l"/>
        <a:defRPr sz="2800" b="1" kern="1200">
          <a:solidFill>
            <a:schemeClr val="tx2"/>
          </a:solidFill>
          <a:latin typeface="+mn-lt"/>
          <a:ea typeface="+mn-ea"/>
          <a:cs typeface="+mn-cs"/>
        </a:defRPr>
      </a:lvl2pPr>
      <a:lvl3pPr marL="1143000" indent="-228600" algn="l" rtl="0" fontAlgn="base">
        <a:spcBef>
          <a:spcPct val="20000"/>
        </a:spcBef>
        <a:spcAft>
          <a:spcPct val="0"/>
        </a:spcAft>
        <a:buChar char="•"/>
        <a:defRPr sz="2400" b="1" kern="1200">
          <a:solidFill>
            <a:schemeClr val="tx2"/>
          </a:solidFill>
          <a:latin typeface="+mn-lt"/>
          <a:ea typeface="+mn-ea"/>
          <a:cs typeface="+mn-cs"/>
        </a:defRPr>
      </a:lvl3pPr>
      <a:lvl4pPr marL="1600200" indent="-228600" algn="l" rtl="0" fontAlgn="base">
        <a:spcBef>
          <a:spcPct val="20000"/>
        </a:spcBef>
        <a:spcAft>
          <a:spcPct val="0"/>
        </a:spcAft>
        <a:buChar char="•"/>
        <a:defRPr sz="2000" b="1" kern="1200">
          <a:solidFill>
            <a:schemeClr val="tx2"/>
          </a:solidFill>
          <a:latin typeface="+mn-lt"/>
          <a:ea typeface="+mn-ea"/>
          <a:cs typeface="+mn-cs"/>
        </a:defRPr>
      </a:lvl4pPr>
      <a:lvl5pPr marL="2057400" indent="-228600" algn="l" rtl="0" fontAlgn="base">
        <a:spcBef>
          <a:spcPct val="20000"/>
        </a:spcBef>
        <a:spcAft>
          <a:spcPct val="0"/>
        </a:spcAft>
        <a:buChar char="•"/>
        <a:defRPr sz="2000" b="1"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tile tx="0" ty="0" sx="100000" sy="100000" flip="none" algn="tl"/>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14400" y="609600"/>
            <a:ext cx="103632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Rectangle 3"/>
          <p:cNvSpPr>
            <a:spLocks noGrp="1" noChangeArrowheads="1"/>
          </p:cNvSpPr>
          <p:nvPr>
            <p:ph type="body" idx="1"/>
          </p:nvPr>
        </p:nvSpPr>
        <p:spPr bwMode="auto">
          <a:xfrm>
            <a:off x="914400" y="1981200"/>
            <a:ext cx="10363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28" name="Rectangle 4"/>
          <p:cNvSpPr>
            <a:spLocks noGrp="1" noChangeArrowheads="1"/>
          </p:cNvSpPr>
          <p:nvPr>
            <p:ph type="dt" sz="half" idx="2"/>
          </p:nvPr>
        </p:nvSpPr>
        <p:spPr bwMode="auto">
          <a:xfrm>
            <a:off x="914400" y="62484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pPr fontAlgn="base">
              <a:spcBef>
                <a:spcPct val="0"/>
              </a:spcBef>
              <a:spcAft>
                <a:spcPct val="0"/>
              </a:spcAft>
            </a:pPr>
            <a:endParaRPr kumimoji="1" lang="en-US" altLang="zh-CN">
              <a:solidFill>
                <a:srgbClr val="000000"/>
              </a:solidFill>
            </a:endParaRPr>
          </a:p>
        </p:txBody>
      </p:sp>
      <p:sp>
        <p:nvSpPr>
          <p:cNvPr id="1029" name="Rectangle 5"/>
          <p:cNvSpPr>
            <a:spLocks noGrp="1" noChangeArrowheads="1"/>
          </p:cNvSpPr>
          <p:nvPr>
            <p:ph type="ftr" sz="quarter" idx="3"/>
          </p:nvPr>
        </p:nvSpPr>
        <p:spPr bwMode="auto">
          <a:xfrm>
            <a:off x="4165600" y="6248400"/>
            <a:ext cx="386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pPr fontAlgn="base">
              <a:spcBef>
                <a:spcPct val="0"/>
              </a:spcBef>
              <a:spcAft>
                <a:spcPct val="0"/>
              </a:spcAft>
            </a:pPr>
            <a:endParaRPr kumimoji="1" lang="en-US" altLang="zh-CN">
              <a:solidFill>
                <a:srgbClr val="000000"/>
              </a:solidFill>
            </a:endParaRPr>
          </a:p>
        </p:txBody>
      </p:sp>
      <p:sp>
        <p:nvSpPr>
          <p:cNvPr id="1030" name="Rectangle 6"/>
          <p:cNvSpPr>
            <a:spLocks noGrp="1" noChangeArrowheads="1"/>
          </p:cNvSpPr>
          <p:nvPr>
            <p:ph type="sldNum" sz="quarter" idx="4"/>
          </p:nvPr>
        </p:nvSpPr>
        <p:spPr bwMode="auto">
          <a:xfrm>
            <a:off x="8737600" y="62484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pPr fontAlgn="base">
              <a:spcBef>
                <a:spcPct val="0"/>
              </a:spcBef>
              <a:spcAft>
                <a:spcPct val="0"/>
              </a:spcAft>
            </a:pPr>
            <a:fld id="{F9B16929-D718-4606-9898-2411D0DD789B}" type="slidenum">
              <a:rPr kumimoji="1" lang="en-US" altLang="zh-CN">
                <a:solidFill>
                  <a:srgbClr val="000000"/>
                </a:solidFill>
              </a:rPr>
              <a:pPr fontAlgn="base">
                <a:spcBef>
                  <a:spcPct val="0"/>
                </a:spcBef>
                <a:spcAft>
                  <a:spcPct val="0"/>
                </a:spcAft>
              </a:pPr>
              <a:t>‹#›</a:t>
            </a:fld>
            <a:endParaRPr kumimoji="1" lang="en-US" altLang="zh-CN">
              <a:solidFill>
                <a:srgbClr val="000000"/>
              </a:solidFill>
            </a:endParaRPr>
          </a:p>
        </p:txBody>
      </p:sp>
    </p:spTree>
    <p:extLst>
      <p:ext uri="{BB962C8B-B14F-4D97-AF65-F5344CB8AC3E}">
        <p14:creationId xmlns:p14="http://schemas.microsoft.com/office/powerpoint/2010/main" val="570865609"/>
      </p:ext>
    </p:extLst>
  </p:cSld>
  <p:clrMap bg1="lt1" tx1="dk1" bg2="lt2" tx2="dk2" accent1="accent1" accent2="accent2" accent3="accent3" accent4="accent4" accent5="accent5" accent6="accent6" hlink="hlink" folHlink="folHlink"/>
  <p:sldLayoutIdLst>
    <p:sldLayoutId id="2147483895" r:id="rId1"/>
    <p:sldLayoutId id="2147483896" r:id="rId2"/>
    <p:sldLayoutId id="2147483897" r:id="rId3"/>
    <p:sldLayoutId id="2147483898" r:id="rId4"/>
    <p:sldLayoutId id="2147483899" r:id="rId5"/>
    <p:sldLayoutId id="2147483900" r:id="rId6"/>
    <p:sldLayoutId id="2147483901" r:id="rId7"/>
    <p:sldLayoutId id="2147483902" r:id="rId8"/>
    <p:sldLayoutId id="2147483903" r:id="rId9"/>
    <p:sldLayoutId id="2147483904" r:id="rId10"/>
    <p:sldLayoutId id="2147483905" r:id="rId11"/>
  </p:sldLayoutIdLst>
  <p:txStyles>
    <p:titleStyle>
      <a:lvl1pPr algn="ctr" rtl="0" fontAlgn="base">
        <a:spcBef>
          <a:spcPct val="0"/>
        </a:spcBef>
        <a:spcAft>
          <a:spcPct val="0"/>
        </a:spcAft>
        <a:defRPr kumimoji="1" sz="4400" kern="1200">
          <a:solidFill>
            <a:schemeClr val="tx2"/>
          </a:solidFill>
          <a:latin typeface="+mj-lt"/>
          <a:ea typeface="+mj-ea"/>
          <a:cs typeface="+mj-cs"/>
        </a:defRPr>
      </a:lvl1pPr>
      <a:lvl2pPr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fontAlgn="base">
        <a:spcBef>
          <a:spcPct val="20000"/>
        </a:spcBef>
        <a:spcAft>
          <a:spcPct val="0"/>
        </a:spcAft>
        <a:buChar char="•"/>
        <a:defRPr kumimoji="1" sz="3200" kern="1200">
          <a:solidFill>
            <a:schemeClr val="tx1"/>
          </a:solidFill>
          <a:latin typeface="+mn-lt"/>
          <a:ea typeface="+mn-ea"/>
          <a:cs typeface="+mn-cs"/>
        </a:defRPr>
      </a:lvl1pPr>
      <a:lvl2pPr marL="742950" indent="-285750" algn="l" rtl="0" fontAlgn="base">
        <a:spcBef>
          <a:spcPct val="20000"/>
        </a:spcBef>
        <a:spcAft>
          <a:spcPct val="0"/>
        </a:spcAft>
        <a:buChar char="–"/>
        <a:defRPr kumimoji="1" sz="2800" kern="1200">
          <a:solidFill>
            <a:schemeClr val="tx1"/>
          </a:solidFill>
          <a:latin typeface="+mn-lt"/>
          <a:ea typeface="+mn-ea"/>
          <a:cs typeface="+mn-cs"/>
        </a:defRPr>
      </a:lvl2pPr>
      <a:lvl3pPr marL="1143000" indent="-228600" algn="l" rtl="0" fontAlgn="base">
        <a:spcBef>
          <a:spcPct val="20000"/>
        </a:spcBef>
        <a:spcAft>
          <a:spcPct val="0"/>
        </a:spcAft>
        <a:buChar char="•"/>
        <a:defRPr kumimoji="1" sz="2400" kern="1200">
          <a:solidFill>
            <a:schemeClr val="tx1"/>
          </a:solidFill>
          <a:latin typeface="+mn-lt"/>
          <a:ea typeface="+mn-ea"/>
          <a:cs typeface="+mn-cs"/>
        </a:defRPr>
      </a:lvl3pPr>
      <a:lvl4pPr marL="1600200" indent="-228600" algn="l" rtl="0" fontAlgn="base">
        <a:spcBef>
          <a:spcPct val="20000"/>
        </a:spcBef>
        <a:spcAft>
          <a:spcPct val="0"/>
        </a:spcAft>
        <a:buChar char="–"/>
        <a:defRPr kumimoji="1" sz="2000" kern="1200">
          <a:solidFill>
            <a:schemeClr val="tx1"/>
          </a:solidFill>
          <a:latin typeface="+mn-lt"/>
          <a:ea typeface="+mn-ea"/>
          <a:cs typeface="+mn-cs"/>
        </a:defRPr>
      </a:lvl4pPr>
      <a:lvl5pPr marL="2057400" indent="-228600" algn="l" rtl="0" fontAlgn="base">
        <a:spcBef>
          <a:spcPct val="20000"/>
        </a:spcBef>
        <a:spcAft>
          <a:spcPct val="0"/>
        </a:spcAft>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334274" name="Rectangle 2"/>
          <p:cNvSpPr>
            <a:spLocks noGrp="1" noChangeArrowheads="1"/>
          </p:cNvSpPr>
          <p:nvPr>
            <p:ph type="title"/>
          </p:nvPr>
        </p:nvSpPr>
        <p:spPr bwMode="auto">
          <a:xfrm>
            <a:off x="874184" y="457200"/>
            <a:ext cx="10860616"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000000"/>
                  </a:outerShdw>
                </a:effectLst>
              </a14:hiddenEffects>
            </a:ext>
          </a:extLst>
        </p:spPr>
        <p:txBody>
          <a:bodyPr vert="horz" wrap="square" lIns="82124" tIns="41061" rIns="82124" bIns="41061" numCol="1" anchor="b" anchorCtr="0" compatLnSpc="1">
            <a:prstTxWarp prst="textNoShape">
              <a:avLst/>
            </a:prstTxWarp>
          </a:bodyPr>
          <a:lstStyle/>
          <a:p>
            <a:pPr lvl="0"/>
            <a:r>
              <a:rPr lang="en-US" altLang="zh-CN" smtClean="0"/>
              <a:t>Slide Title</a:t>
            </a:r>
          </a:p>
        </p:txBody>
      </p:sp>
      <p:sp>
        <p:nvSpPr>
          <p:cNvPr id="1334275" name="Rectangle 3"/>
          <p:cNvSpPr>
            <a:spLocks noChangeArrowheads="1"/>
          </p:cNvSpPr>
          <p:nvPr/>
        </p:nvSpPr>
        <p:spPr bwMode="auto">
          <a:xfrm>
            <a:off x="0" y="0"/>
            <a:ext cx="12192000" cy="177800"/>
          </a:xfrm>
          <a:prstGeom prst="rect">
            <a:avLst/>
          </a:prstGeom>
          <a:solidFill>
            <a:srgbClr val="015F85"/>
          </a:solidFill>
          <a:ln>
            <a:noFill/>
          </a:ln>
          <a:effectLst/>
          <a:extLst>
            <a:ext uri="{91240B29-F687-4F45-9708-019B960494DF}">
              <a14:hiddenLine xmlns:a14="http://schemas.microsoft.com/office/drawing/2010/main" w="25400" algn="ctr">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fontAlgn="base" hangingPunct="0">
              <a:lnSpc>
                <a:spcPct val="90000"/>
              </a:lnSpc>
              <a:spcBef>
                <a:spcPct val="50000"/>
              </a:spcBef>
              <a:spcAft>
                <a:spcPct val="0"/>
              </a:spcAft>
            </a:pPr>
            <a:endParaRPr lang="zh-CN" altLang="en-US" sz="2400" i="1" smtClean="0">
              <a:solidFill>
                <a:srgbClr val="000000"/>
              </a:solidFill>
            </a:endParaRPr>
          </a:p>
        </p:txBody>
      </p:sp>
      <p:sp>
        <p:nvSpPr>
          <p:cNvPr id="1334276" name="Rectangle 4"/>
          <p:cNvSpPr>
            <a:spLocks noChangeArrowheads="1"/>
          </p:cNvSpPr>
          <p:nvPr/>
        </p:nvSpPr>
        <p:spPr bwMode="auto">
          <a:xfrm>
            <a:off x="11566372" y="6624363"/>
            <a:ext cx="322946" cy="236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2124" tIns="41061" rIns="82124" bIns="41061" anchor="b">
            <a:spAutoFit/>
          </a:bodyPr>
          <a:lstStyle>
            <a:lvl1pPr algn="l" defTabSz="814388">
              <a:spcBef>
                <a:spcPct val="0"/>
              </a:spcBef>
              <a:defRPr sz="2400">
                <a:solidFill>
                  <a:schemeClr val="tx1"/>
                </a:solidFill>
                <a:latin typeface="Arial" panose="020B0604020202020204" pitchFamily="34" charset="0"/>
              </a:defRPr>
            </a:lvl1pPr>
            <a:lvl2pPr marL="406400" algn="l" defTabSz="814388">
              <a:spcBef>
                <a:spcPct val="0"/>
              </a:spcBef>
              <a:defRPr sz="2400">
                <a:solidFill>
                  <a:schemeClr val="tx1"/>
                </a:solidFill>
                <a:latin typeface="Arial" panose="020B0604020202020204" pitchFamily="34" charset="0"/>
              </a:defRPr>
            </a:lvl2pPr>
            <a:lvl3pPr marL="814388" algn="l" defTabSz="814388">
              <a:spcBef>
                <a:spcPct val="0"/>
              </a:spcBef>
              <a:defRPr sz="2400">
                <a:solidFill>
                  <a:schemeClr val="tx1"/>
                </a:solidFill>
                <a:latin typeface="Arial" panose="020B0604020202020204" pitchFamily="34" charset="0"/>
              </a:defRPr>
            </a:lvl3pPr>
            <a:lvl4pPr marL="1222375" algn="l" defTabSz="814388">
              <a:spcBef>
                <a:spcPct val="0"/>
              </a:spcBef>
              <a:defRPr sz="2400">
                <a:solidFill>
                  <a:schemeClr val="tx1"/>
                </a:solidFill>
                <a:latin typeface="Arial" panose="020B0604020202020204" pitchFamily="34" charset="0"/>
              </a:defRPr>
            </a:lvl4pPr>
            <a:lvl5pPr marL="1630363" algn="l" defTabSz="814388">
              <a:spcBef>
                <a:spcPct val="0"/>
              </a:spcBef>
              <a:defRPr sz="2400">
                <a:solidFill>
                  <a:schemeClr val="tx1"/>
                </a:solidFill>
                <a:latin typeface="Arial" panose="020B0604020202020204" pitchFamily="34" charset="0"/>
              </a:defRPr>
            </a:lvl5pPr>
            <a:lvl6pPr marL="2087563" defTabSz="814388" eaLnBrk="0" fontAlgn="base" hangingPunct="0">
              <a:spcBef>
                <a:spcPct val="0"/>
              </a:spcBef>
              <a:spcAft>
                <a:spcPct val="0"/>
              </a:spcAft>
              <a:defRPr sz="2400">
                <a:solidFill>
                  <a:schemeClr val="tx1"/>
                </a:solidFill>
                <a:latin typeface="Arial" panose="020B0604020202020204" pitchFamily="34" charset="0"/>
              </a:defRPr>
            </a:lvl6pPr>
            <a:lvl7pPr marL="2544763" defTabSz="814388" eaLnBrk="0" fontAlgn="base" hangingPunct="0">
              <a:spcBef>
                <a:spcPct val="0"/>
              </a:spcBef>
              <a:spcAft>
                <a:spcPct val="0"/>
              </a:spcAft>
              <a:defRPr sz="2400">
                <a:solidFill>
                  <a:schemeClr val="tx1"/>
                </a:solidFill>
                <a:latin typeface="Arial" panose="020B0604020202020204" pitchFamily="34" charset="0"/>
              </a:defRPr>
            </a:lvl7pPr>
            <a:lvl8pPr marL="3001963" defTabSz="814388" eaLnBrk="0" fontAlgn="base" hangingPunct="0">
              <a:spcBef>
                <a:spcPct val="0"/>
              </a:spcBef>
              <a:spcAft>
                <a:spcPct val="0"/>
              </a:spcAft>
              <a:defRPr sz="2400">
                <a:solidFill>
                  <a:schemeClr val="tx1"/>
                </a:solidFill>
                <a:latin typeface="Arial" panose="020B0604020202020204" pitchFamily="34" charset="0"/>
              </a:defRPr>
            </a:lvl8pPr>
            <a:lvl9pPr marL="3459163" defTabSz="814388" eaLnBrk="0" fontAlgn="base" hangingPunct="0">
              <a:spcBef>
                <a:spcPct val="0"/>
              </a:spcBef>
              <a:spcAft>
                <a:spcPct val="0"/>
              </a:spcAft>
              <a:defRPr sz="2400">
                <a:solidFill>
                  <a:schemeClr val="tx1"/>
                </a:solidFill>
                <a:latin typeface="Arial" panose="020B0604020202020204" pitchFamily="34" charset="0"/>
              </a:defRPr>
            </a:lvl9pPr>
          </a:lstStyle>
          <a:p>
            <a:pPr algn="r" eaLnBrk="0" fontAlgn="base" hangingPunct="0">
              <a:spcAft>
                <a:spcPct val="0"/>
              </a:spcAft>
            </a:pPr>
            <a:fld id="{F783EE2E-3158-4F4F-9F3F-119AF15F4FBA}" type="slidenum">
              <a:rPr lang="zh-CN" altLang="en-US" sz="1000" smtClean="0">
                <a:solidFill>
                  <a:srgbClr val="D3D3D3"/>
                </a:solidFill>
                <a:ea typeface="宋体" panose="02010600030101010101" pitchFamily="2" charset="-122"/>
              </a:rPr>
              <a:pPr algn="r" eaLnBrk="0" fontAlgn="base" hangingPunct="0">
                <a:spcAft>
                  <a:spcPct val="0"/>
                </a:spcAft>
              </a:pPr>
              <a:t>‹#›</a:t>
            </a:fld>
            <a:endParaRPr lang="en-US" altLang="zh-CN" sz="1000" smtClean="0">
              <a:solidFill>
                <a:srgbClr val="D3D3D3"/>
              </a:solidFill>
              <a:ea typeface="宋体" panose="02010600030101010101" pitchFamily="2" charset="-122"/>
            </a:endParaRPr>
          </a:p>
        </p:txBody>
      </p:sp>
      <p:sp>
        <p:nvSpPr>
          <p:cNvPr id="1334277" name="Rectangle 5"/>
          <p:cNvSpPr>
            <a:spLocks noGrp="1" noChangeArrowheads="1"/>
          </p:cNvSpPr>
          <p:nvPr>
            <p:ph type="body" idx="1"/>
          </p:nvPr>
        </p:nvSpPr>
        <p:spPr bwMode="auto">
          <a:xfrm>
            <a:off x="874185" y="1781176"/>
            <a:ext cx="10587567" cy="3571875"/>
          </a:xfrm>
          <a:prstGeom prst="rect">
            <a:avLst/>
          </a:prstGeom>
          <a:noFill/>
          <a:ln>
            <a:noFill/>
          </a:ln>
          <a:effectLst/>
          <a:extLst>
            <a:ext uri="{909E8E84-426E-40DD-AFC4-6F175D3DCCD1}">
              <a14:hiddenFill xmlns:a14="http://schemas.microsoft.com/office/drawing/2010/main">
                <a:solidFill>
                  <a:srgbClr val="306774"/>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124" tIns="41061" rIns="82124" bIns="41061" numCol="1" anchor="t" anchorCtr="0" compatLnSpc="1">
            <a:prstTxWarp prst="textNoShape">
              <a:avLst/>
            </a:prstTxWarp>
          </a:bodyPr>
          <a:lstStyle/>
          <a:p>
            <a:pPr lvl="0"/>
            <a:r>
              <a:rPr lang="en-US" altLang="zh-CN" smtClean="0"/>
              <a:t>Body Text</a:t>
            </a:r>
          </a:p>
          <a:p>
            <a:pPr lvl="1"/>
            <a:r>
              <a:rPr lang="en-US" altLang="zh-CN" smtClean="0"/>
              <a:t>Second Level</a:t>
            </a:r>
          </a:p>
          <a:p>
            <a:pPr lvl="2"/>
            <a:r>
              <a:rPr lang="en-US" altLang="zh-CN" smtClean="0"/>
              <a:t>Third Level</a:t>
            </a:r>
          </a:p>
          <a:p>
            <a:pPr lvl="3"/>
            <a:r>
              <a:rPr lang="en-US" altLang="zh-CN" smtClean="0"/>
              <a:t>Fourth Level</a:t>
            </a:r>
          </a:p>
          <a:p>
            <a:pPr lvl="4"/>
            <a:r>
              <a:rPr lang="en-US" altLang="zh-CN" smtClean="0"/>
              <a:t>Fifth Level</a:t>
            </a:r>
          </a:p>
        </p:txBody>
      </p:sp>
      <p:sp>
        <p:nvSpPr>
          <p:cNvPr id="1334279" name="Rectangle 7"/>
          <p:cNvSpPr>
            <a:spLocks noChangeArrowheads="1"/>
          </p:cNvSpPr>
          <p:nvPr/>
        </p:nvSpPr>
        <p:spPr bwMode="auto">
          <a:xfrm>
            <a:off x="3898900" y="6615453"/>
            <a:ext cx="1345662" cy="206035"/>
          </a:xfrm>
          <a:prstGeom prst="rect">
            <a:avLst/>
          </a:prstGeom>
          <a:noFill/>
          <a:ln>
            <a:noFill/>
          </a:ln>
          <a:effectLst/>
          <a:extLst>
            <a:ext uri="{909E8E84-426E-40DD-AFC4-6F175D3DCCD1}">
              <a14:hiddenFill xmlns:a14="http://schemas.microsoft.com/office/drawing/2010/main">
                <a:solidFill>
                  <a:srgbClr val="339999"/>
                </a:solidFill>
              </a14:hiddenFill>
            </a:ext>
            <a:ext uri="{91240B29-F687-4F45-9708-019B960494DF}">
              <a14:hiddenLine xmlns:a14="http://schemas.microsoft.com/office/drawing/2010/main" w="9525">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2124" tIns="41061" rIns="82124" bIns="41061" anchor="b" anchorCtr="1">
            <a:spAutoFit/>
          </a:bodyPr>
          <a:lstStyle>
            <a:lvl1pPr algn="l" defTabSz="814388">
              <a:spcBef>
                <a:spcPct val="0"/>
              </a:spcBef>
              <a:defRPr sz="2400">
                <a:solidFill>
                  <a:schemeClr val="tx1"/>
                </a:solidFill>
                <a:latin typeface="Arial" panose="020B0604020202020204" pitchFamily="34" charset="0"/>
              </a:defRPr>
            </a:lvl1pPr>
            <a:lvl2pPr marL="406400" algn="l" defTabSz="814388">
              <a:spcBef>
                <a:spcPct val="0"/>
              </a:spcBef>
              <a:defRPr sz="2400">
                <a:solidFill>
                  <a:schemeClr val="tx1"/>
                </a:solidFill>
                <a:latin typeface="Arial" panose="020B0604020202020204" pitchFamily="34" charset="0"/>
              </a:defRPr>
            </a:lvl2pPr>
            <a:lvl3pPr marL="814388" algn="l" defTabSz="814388">
              <a:spcBef>
                <a:spcPct val="0"/>
              </a:spcBef>
              <a:defRPr sz="2400">
                <a:solidFill>
                  <a:schemeClr val="tx1"/>
                </a:solidFill>
                <a:latin typeface="Arial" panose="020B0604020202020204" pitchFamily="34" charset="0"/>
              </a:defRPr>
            </a:lvl3pPr>
            <a:lvl4pPr marL="1222375" algn="l" defTabSz="814388">
              <a:spcBef>
                <a:spcPct val="0"/>
              </a:spcBef>
              <a:defRPr sz="2400">
                <a:solidFill>
                  <a:schemeClr val="tx1"/>
                </a:solidFill>
                <a:latin typeface="Arial" panose="020B0604020202020204" pitchFamily="34" charset="0"/>
              </a:defRPr>
            </a:lvl4pPr>
            <a:lvl5pPr marL="1630363" algn="l" defTabSz="814388">
              <a:spcBef>
                <a:spcPct val="0"/>
              </a:spcBef>
              <a:defRPr sz="2400">
                <a:solidFill>
                  <a:schemeClr val="tx1"/>
                </a:solidFill>
                <a:latin typeface="Arial" panose="020B0604020202020204" pitchFamily="34" charset="0"/>
              </a:defRPr>
            </a:lvl5pPr>
            <a:lvl6pPr marL="2087563" defTabSz="814388" eaLnBrk="0" fontAlgn="base" hangingPunct="0">
              <a:spcBef>
                <a:spcPct val="0"/>
              </a:spcBef>
              <a:spcAft>
                <a:spcPct val="0"/>
              </a:spcAft>
              <a:defRPr sz="2400">
                <a:solidFill>
                  <a:schemeClr val="tx1"/>
                </a:solidFill>
                <a:latin typeface="Arial" panose="020B0604020202020204" pitchFamily="34" charset="0"/>
              </a:defRPr>
            </a:lvl6pPr>
            <a:lvl7pPr marL="2544763" defTabSz="814388" eaLnBrk="0" fontAlgn="base" hangingPunct="0">
              <a:spcBef>
                <a:spcPct val="0"/>
              </a:spcBef>
              <a:spcAft>
                <a:spcPct val="0"/>
              </a:spcAft>
              <a:defRPr sz="2400">
                <a:solidFill>
                  <a:schemeClr val="tx1"/>
                </a:solidFill>
                <a:latin typeface="Arial" panose="020B0604020202020204" pitchFamily="34" charset="0"/>
              </a:defRPr>
            </a:lvl7pPr>
            <a:lvl8pPr marL="3001963" defTabSz="814388" eaLnBrk="0" fontAlgn="base" hangingPunct="0">
              <a:spcBef>
                <a:spcPct val="0"/>
              </a:spcBef>
              <a:spcAft>
                <a:spcPct val="0"/>
              </a:spcAft>
              <a:defRPr sz="2400">
                <a:solidFill>
                  <a:schemeClr val="tx1"/>
                </a:solidFill>
                <a:latin typeface="Arial" panose="020B0604020202020204" pitchFamily="34" charset="0"/>
              </a:defRPr>
            </a:lvl8pPr>
            <a:lvl9pPr marL="3459163" defTabSz="814388" eaLnBrk="0" fontAlgn="base" hangingPunct="0">
              <a:spcBef>
                <a:spcPct val="0"/>
              </a:spcBef>
              <a:spcAft>
                <a:spcPct val="0"/>
              </a:spcAft>
              <a:defRPr sz="2400">
                <a:solidFill>
                  <a:schemeClr val="tx1"/>
                </a:solidFill>
                <a:latin typeface="Arial" panose="020B0604020202020204" pitchFamily="34" charset="0"/>
              </a:defRPr>
            </a:lvl9pPr>
          </a:lstStyle>
          <a:p>
            <a:pPr eaLnBrk="0" fontAlgn="base" hangingPunct="0">
              <a:spcAft>
                <a:spcPct val="0"/>
              </a:spcAft>
            </a:pPr>
            <a:r>
              <a:rPr lang="zh-CN" altLang="en-US" sz="800" smtClean="0">
                <a:solidFill>
                  <a:srgbClr val="0183B7"/>
                </a:solidFill>
                <a:latin typeface="幼圆" panose="02010509060101010101" pitchFamily="49" charset="-122"/>
                <a:ea typeface="幼圆" panose="02010509060101010101" pitchFamily="49" charset="-122"/>
              </a:rPr>
              <a:t>思科网络技术学院理事会</a:t>
            </a:r>
            <a:r>
              <a:rPr lang="en-US" altLang="zh-CN" sz="800" smtClean="0">
                <a:solidFill>
                  <a:srgbClr val="0183B7"/>
                </a:solidFill>
                <a:latin typeface="幼圆" panose="02010509060101010101" pitchFamily="49" charset="-122"/>
                <a:ea typeface="幼圆" panose="02010509060101010101" pitchFamily="49" charset="-122"/>
              </a:rPr>
              <a:t>.</a:t>
            </a:r>
          </a:p>
        </p:txBody>
      </p:sp>
      <p:sp>
        <p:nvSpPr>
          <p:cNvPr id="1334280" name="Rectangle 8"/>
          <p:cNvSpPr>
            <a:spLocks noChangeArrowheads="1"/>
          </p:cNvSpPr>
          <p:nvPr/>
        </p:nvSpPr>
        <p:spPr bwMode="auto">
          <a:xfrm>
            <a:off x="6102135" y="6615453"/>
            <a:ext cx="1204598" cy="206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2124" tIns="41061" rIns="82124" bIns="41061" anchor="b">
            <a:spAutoFit/>
          </a:bodyPr>
          <a:lstStyle>
            <a:lvl1pPr algn="l" defTabSz="814388">
              <a:spcBef>
                <a:spcPct val="0"/>
              </a:spcBef>
              <a:defRPr sz="2400">
                <a:solidFill>
                  <a:schemeClr val="tx1"/>
                </a:solidFill>
                <a:latin typeface="Arial" panose="020B0604020202020204" pitchFamily="34" charset="0"/>
              </a:defRPr>
            </a:lvl1pPr>
            <a:lvl2pPr marL="406400" algn="l" defTabSz="814388">
              <a:spcBef>
                <a:spcPct val="0"/>
              </a:spcBef>
              <a:defRPr sz="2400">
                <a:solidFill>
                  <a:schemeClr val="tx1"/>
                </a:solidFill>
                <a:latin typeface="Arial" panose="020B0604020202020204" pitchFamily="34" charset="0"/>
              </a:defRPr>
            </a:lvl2pPr>
            <a:lvl3pPr marL="814388" algn="l" defTabSz="814388">
              <a:spcBef>
                <a:spcPct val="0"/>
              </a:spcBef>
              <a:defRPr sz="2400">
                <a:solidFill>
                  <a:schemeClr val="tx1"/>
                </a:solidFill>
                <a:latin typeface="Arial" panose="020B0604020202020204" pitchFamily="34" charset="0"/>
              </a:defRPr>
            </a:lvl3pPr>
            <a:lvl4pPr marL="1222375" algn="l" defTabSz="814388">
              <a:spcBef>
                <a:spcPct val="0"/>
              </a:spcBef>
              <a:defRPr sz="2400">
                <a:solidFill>
                  <a:schemeClr val="tx1"/>
                </a:solidFill>
                <a:latin typeface="Arial" panose="020B0604020202020204" pitchFamily="34" charset="0"/>
              </a:defRPr>
            </a:lvl4pPr>
            <a:lvl5pPr marL="1630363" algn="l" defTabSz="814388">
              <a:spcBef>
                <a:spcPct val="0"/>
              </a:spcBef>
              <a:defRPr sz="2400">
                <a:solidFill>
                  <a:schemeClr val="tx1"/>
                </a:solidFill>
                <a:latin typeface="Arial" panose="020B0604020202020204" pitchFamily="34" charset="0"/>
              </a:defRPr>
            </a:lvl5pPr>
            <a:lvl6pPr marL="2087563" defTabSz="814388" eaLnBrk="0" fontAlgn="base" hangingPunct="0">
              <a:spcBef>
                <a:spcPct val="0"/>
              </a:spcBef>
              <a:spcAft>
                <a:spcPct val="0"/>
              </a:spcAft>
              <a:defRPr sz="2400">
                <a:solidFill>
                  <a:schemeClr val="tx1"/>
                </a:solidFill>
                <a:latin typeface="Arial" panose="020B0604020202020204" pitchFamily="34" charset="0"/>
              </a:defRPr>
            </a:lvl6pPr>
            <a:lvl7pPr marL="2544763" defTabSz="814388" eaLnBrk="0" fontAlgn="base" hangingPunct="0">
              <a:spcBef>
                <a:spcPct val="0"/>
              </a:spcBef>
              <a:spcAft>
                <a:spcPct val="0"/>
              </a:spcAft>
              <a:defRPr sz="2400">
                <a:solidFill>
                  <a:schemeClr val="tx1"/>
                </a:solidFill>
                <a:latin typeface="Arial" panose="020B0604020202020204" pitchFamily="34" charset="0"/>
              </a:defRPr>
            </a:lvl7pPr>
            <a:lvl8pPr marL="3001963" defTabSz="814388" eaLnBrk="0" fontAlgn="base" hangingPunct="0">
              <a:spcBef>
                <a:spcPct val="0"/>
              </a:spcBef>
              <a:spcAft>
                <a:spcPct val="0"/>
              </a:spcAft>
              <a:defRPr sz="2400">
                <a:solidFill>
                  <a:schemeClr val="tx1"/>
                </a:solidFill>
                <a:latin typeface="Arial" panose="020B0604020202020204" pitchFamily="34" charset="0"/>
              </a:defRPr>
            </a:lvl8pPr>
            <a:lvl9pPr marL="3459163" defTabSz="814388" eaLnBrk="0" fontAlgn="base" hangingPunct="0">
              <a:spcBef>
                <a:spcPct val="0"/>
              </a:spcBef>
              <a:spcAft>
                <a:spcPct val="0"/>
              </a:spcAft>
              <a:defRPr sz="2400">
                <a:solidFill>
                  <a:schemeClr val="tx1"/>
                </a:solidFill>
                <a:latin typeface="Arial" panose="020B0604020202020204" pitchFamily="34" charset="0"/>
              </a:defRPr>
            </a:lvl9pPr>
          </a:lstStyle>
          <a:p>
            <a:pPr algn="r" eaLnBrk="0" fontAlgn="base" hangingPunct="0">
              <a:spcAft>
                <a:spcPct val="0"/>
              </a:spcAft>
            </a:pPr>
            <a:r>
              <a:rPr lang="en-US" altLang="zh-CN" sz="800" smtClean="0">
                <a:solidFill>
                  <a:srgbClr val="0183B7"/>
                </a:solidFill>
                <a:ea typeface="宋体" panose="02010600030101010101" pitchFamily="2" charset="-122"/>
                <a:hlinkClick r:id="rId13"/>
              </a:rPr>
              <a:t>http://www.catc.edu.cn</a:t>
            </a:r>
            <a:endParaRPr lang="en-US" altLang="zh-CN" sz="800" smtClean="0">
              <a:solidFill>
                <a:srgbClr val="0183B7"/>
              </a:solidFill>
              <a:ea typeface="宋体" panose="02010600030101010101" pitchFamily="2" charset="-122"/>
            </a:endParaRPr>
          </a:p>
        </p:txBody>
      </p:sp>
    </p:spTree>
    <p:extLst>
      <p:ext uri="{BB962C8B-B14F-4D97-AF65-F5344CB8AC3E}">
        <p14:creationId xmlns:p14="http://schemas.microsoft.com/office/powerpoint/2010/main" val="2310406729"/>
      </p:ext>
    </p:extLst>
  </p:cSld>
  <p:clrMap bg1="lt1" tx1="dk1" bg2="lt2" tx2="dk2" accent1="accent1" accent2="accent2" accent3="accent3" accent4="accent4" accent5="accent5" accent6="accent6" hlink="hlink" folHlink="folHlink"/>
  <p:sldLayoutIdLst>
    <p:sldLayoutId id="2147483907" r:id="rId1"/>
    <p:sldLayoutId id="2147483908" r:id="rId2"/>
    <p:sldLayoutId id="2147483909" r:id="rId3"/>
    <p:sldLayoutId id="2147483910" r:id="rId4"/>
    <p:sldLayoutId id="2147483911" r:id="rId5"/>
    <p:sldLayoutId id="2147483912" r:id="rId6"/>
    <p:sldLayoutId id="2147483913" r:id="rId7"/>
    <p:sldLayoutId id="2147483914" r:id="rId8"/>
    <p:sldLayoutId id="2147483915" r:id="rId9"/>
    <p:sldLayoutId id="2147483916" r:id="rId10"/>
    <p:sldLayoutId id="2147483917" r:id="rId11"/>
  </p:sldLayoutIdLst>
  <p:timing>
    <p:tnLst>
      <p:par>
        <p:cTn id="1" dur="indefinite" restart="never" nodeType="tmRoot"/>
      </p:par>
    </p:tnLst>
  </p:timing>
  <p:txStyles>
    <p:titleStyle>
      <a:lvl1pPr algn="l" defTabSz="814388" rtl="0" fontAlgn="base">
        <a:lnSpc>
          <a:spcPct val="90000"/>
        </a:lnSpc>
        <a:spcBef>
          <a:spcPct val="0"/>
        </a:spcBef>
        <a:spcAft>
          <a:spcPct val="0"/>
        </a:spcAft>
        <a:defRPr sz="3200" b="1" kern="1200">
          <a:solidFill>
            <a:schemeClr val="tx2"/>
          </a:solidFill>
          <a:latin typeface="+mj-lt"/>
          <a:ea typeface="+mj-ea"/>
          <a:cs typeface="+mj-cs"/>
        </a:defRPr>
      </a:lvl1pPr>
      <a:lvl2pPr algn="l" defTabSz="814388" rtl="0" fontAlgn="base">
        <a:lnSpc>
          <a:spcPct val="90000"/>
        </a:lnSpc>
        <a:spcBef>
          <a:spcPct val="0"/>
        </a:spcBef>
        <a:spcAft>
          <a:spcPct val="0"/>
        </a:spcAft>
        <a:defRPr sz="3200" b="1">
          <a:solidFill>
            <a:schemeClr val="tx2"/>
          </a:solidFill>
          <a:latin typeface="Arial" panose="020B0604020202020204" pitchFamily="34" charset="0"/>
        </a:defRPr>
      </a:lvl2pPr>
      <a:lvl3pPr algn="l" defTabSz="814388" rtl="0" fontAlgn="base">
        <a:lnSpc>
          <a:spcPct val="90000"/>
        </a:lnSpc>
        <a:spcBef>
          <a:spcPct val="0"/>
        </a:spcBef>
        <a:spcAft>
          <a:spcPct val="0"/>
        </a:spcAft>
        <a:defRPr sz="3200" b="1">
          <a:solidFill>
            <a:schemeClr val="tx2"/>
          </a:solidFill>
          <a:latin typeface="Arial" panose="020B0604020202020204" pitchFamily="34" charset="0"/>
        </a:defRPr>
      </a:lvl3pPr>
      <a:lvl4pPr algn="l" defTabSz="814388" rtl="0" fontAlgn="base">
        <a:lnSpc>
          <a:spcPct val="90000"/>
        </a:lnSpc>
        <a:spcBef>
          <a:spcPct val="0"/>
        </a:spcBef>
        <a:spcAft>
          <a:spcPct val="0"/>
        </a:spcAft>
        <a:defRPr sz="3200" b="1">
          <a:solidFill>
            <a:schemeClr val="tx2"/>
          </a:solidFill>
          <a:latin typeface="Arial" panose="020B0604020202020204" pitchFamily="34" charset="0"/>
        </a:defRPr>
      </a:lvl4pPr>
      <a:lvl5pPr algn="l" defTabSz="814388" rtl="0" fontAlgn="base">
        <a:lnSpc>
          <a:spcPct val="90000"/>
        </a:lnSpc>
        <a:spcBef>
          <a:spcPct val="0"/>
        </a:spcBef>
        <a:spcAft>
          <a:spcPct val="0"/>
        </a:spcAft>
        <a:defRPr sz="3200" b="1">
          <a:solidFill>
            <a:schemeClr val="tx2"/>
          </a:solidFill>
          <a:latin typeface="Arial" panose="020B0604020202020204" pitchFamily="34" charset="0"/>
        </a:defRPr>
      </a:lvl5pPr>
      <a:lvl6pPr marL="457200" algn="l" defTabSz="814388" rtl="0" fontAlgn="base">
        <a:lnSpc>
          <a:spcPct val="90000"/>
        </a:lnSpc>
        <a:spcBef>
          <a:spcPct val="0"/>
        </a:spcBef>
        <a:spcAft>
          <a:spcPct val="0"/>
        </a:spcAft>
        <a:defRPr sz="3200" b="1">
          <a:solidFill>
            <a:schemeClr val="tx2"/>
          </a:solidFill>
          <a:latin typeface="Arial" panose="020B0604020202020204" pitchFamily="34" charset="0"/>
        </a:defRPr>
      </a:lvl6pPr>
      <a:lvl7pPr marL="914400" algn="l" defTabSz="814388" rtl="0" fontAlgn="base">
        <a:lnSpc>
          <a:spcPct val="90000"/>
        </a:lnSpc>
        <a:spcBef>
          <a:spcPct val="0"/>
        </a:spcBef>
        <a:spcAft>
          <a:spcPct val="0"/>
        </a:spcAft>
        <a:defRPr sz="3200" b="1">
          <a:solidFill>
            <a:schemeClr val="tx2"/>
          </a:solidFill>
          <a:latin typeface="Arial" panose="020B0604020202020204" pitchFamily="34" charset="0"/>
        </a:defRPr>
      </a:lvl7pPr>
      <a:lvl8pPr marL="1371600" algn="l" defTabSz="814388" rtl="0" fontAlgn="base">
        <a:lnSpc>
          <a:spcPct val="90000"/>
        </a:lnSpc>
        <a:spcBef>
          <a:spcPct val="0"/>
        </a:spcBef>
        <a:spcAft>
          <a:spcPct val="0"/>
        </a:spcAft>
        <a:defRPr sz="3200" b="1">
          <a:solidFill>
            <a:schemeClr val="tx2"/>
          </a:solidFill>
          <a:latin typeface="Arial" panose="020B0604020202020204" pitchFamily="34" charset="0"/>
        </a:defRPr>
      </a:lvl8pPr>
      <a:lvl9pPr marL="1828800" algn="l" defTabSz="814388" rtl="0" fontAlgn="base">
        <a:lnSpc>
          <a:spcPct val="90000"/>
        </a:lnSpc>
        <a:spcBef>
          <a:spcPct val="0"/>
        </a:spcBef>
        <a:spcAft>
          <a:spcPct val="0"/>
        </a:spcAft>
        <a:defRPr sz="3200" b="1">
          <a:solidFill>
            <a:schemeClr val="tx2"/>
          </a:solidFill>
          <a:latin typeface="Arial" panose="020B0604020202020204" pitchFamily="34" charset="0"/>
        </a:defRPr>
      </a:lvl9pPr>
    </p:titleStyle>
    <p:bodyStyle>
      <a:lvl1pPr marL="236538" indent="-236538" algn="l" defTabSz="814388" rtl="0" eaLnBrk="0" fontAlgn="base" hangingPunct="0">
        <a:lnSpc>
          <a:spcPct val="95000"/>
        </a:lnSpc>
        <a:spcBef>
          <a:spcPct val="50000"/>
        </a:spcBef>
        <a:spcAft>
          <a:spcPct val="0"/>
        </a:spcAft>
        <a:buClr>
          <a:schemeClr val="tx2"/>
        </a:buClr>
        <a:buSzPct val="100000"/>
        <a:buFont typeface="Wingdings" panose="05000000000000000000" pitchFamily="2" charset="2"/>
        <a:buChar char="§"/>
        <a:defRPr sz="2400" kern="1200">
          <a:solidFill>
            <a:schemeClr val="tx1"/>
          </a:solidFill>
          <a:latin typeface="+mn-lt"/>
          <a:ea typeface="+mn-ea"/>
          <a:cs typeface="+mn-cs"/>
        </a:defRPr>
      </a:lvl1pPr>
      <a:lvl2pPr marL="574675" algn="l" defTabSz="814388" rtl="0" eaLnBrk="0" fontAlgn="base" hangingPunct="0">
        <a:lnSpc>
          <a:spcPct val="95000"/>
        </a:lnSpc>
        <a:spcBef>
          <a:spcPct val="35000"/>
        </a:spcBef>
        <a:spcAft>
          <a:spcPct val="0"/>
        </a:spcAft>
        <a:defRPr sz="2000" kern="1200">
          <a:solidFill>
            <a:schemeClr val="tx1"/>
          </a:solidFill>
          <a:latin typeface="+mn-lt"/>
          <a:ea typeface="+mn-ea"/>
          <a:cs typeface="+mn-cs"/>
        </a:defRPr>
      </a:lvl2pPr>
      <a:lvl3pPr marL="914400" algn="l" defTabSz="814388" rtl="0" eaLnBrk="0" fontAlgn="base" hangingPunct="0">
        <a:lnSpc>
          <a:spcPct val="95000"/>
        </a:lnSpc>
        <a:spcBef>
          <a:spcPct val="35000"/>
        </a:spcBef>
        <a:spcAft>
          <a:spcPct val="0"/>
        </a:spcAft>
        <a:defRPr sz="2000" kern="1200">
          <a:solidFill>
            <a:schemeClr val="tx1"/>
          </a:solidFill>
          <a:latin typeface="+mn-lt"/>
          <a:ea typeface="+mn-ea"/>
          <a:cs typeface="+mn-cs"/>
        </a:defRPr>
      </a:lvl3pPr>
      <a:lvl4pPr marL="1254125" algn="l" defTabSz="814388" rtl="0" eaLnBrk="0" fontAlgn="base" hangingPunct="0">
        <a:lnSpc>
          <a:spcPct val="95000"/>
        </a:lnSpc>
        <a:spcBef>
          <a:spcPct val="35000"/>
        </a:spcBef>
        <a:spcAft>
          <a:spcPct val="0"/>
        </a:spcAft>
        <a:defRPr sz="2000" kern="1200">
          <a:solidFill>
            <a:schemeClr val="tx1"/>
          </a:solidFill>
          <a:latin typeface="+mn-lt"/>
          <a:ea typeface="+mn-ea"/>
          <a:cs typeface="+mn-cs"/>
        </a:defRPr>
      </a:lvl4pPr>
      <a:lvl5pPr marL="1604963" algn="l" defTabSz="814388" rtl="0" eaLnBrk="0" fontAlgn="base" hangingPunct="0">
        <a:lnSpc>
          <a:spcPct val="95000"/>
        </a:lnSpc>
        <a:spcBef>
          <a:spcPct val="35000"/>
        </a:spcBef>
        <a:spcAft>
          <a:spcPct val="0"/>
        </a:spcAft>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2.bin"/><Relationship Id="rId3" Type="http://schemas.openxmlformats.org/officeDocument/2006/relationships/notesSlide" Target="../notesSlides/notesSlide3.xml"/><Relationship Id="rId7" Type="http://schemas.openxmlformats.org/officeDocument/2006/relationships/image" Target="../media/image4.wmf"/><Relationship Id="rId2" Type="http://schemas.openxmlformats.org/officeDocument/2006/relationships/slideLayout" Target="../slideLayouts/slideLayout19.xml"/><Relationship Id="rId1" Type="http://schemas.openxmlformats.org/officeDocument/2006/relationships/vmlDrawing" Target="../drawings/vmlDrawing1.vml"/><Relationship Id="rId6" Type="http://schemas.openxmlformats.org/officeDocument/2006/relationships/oleObject" Target="../embeddings/oleObject1.bin"/><Relationship Id="rId5" Type="http://schemas.openxmlformats.org/officeDocument/2006/relationships/image" Target="../media/image6.wmf"/><Relationship Id="rId4" Type="http://schemas.openxmlformats.org/officeDocument/2006/relationships/image" Target="../media/image5.wmf"/></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5.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4.xml"/><Relationship Id="rId1" Type="http://schemas.openxmlformats.org/officeDocument/2006/relationships/slideLayout" Target="../slideLayouts/slideLayout15.xml"/><Relationship Id="rId4" Type="http://schemas.openxmlformats.org/officeDocument/2006/relationships/image" Target="../media/image13.wmf"/></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image" Target="../media/image15.gi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1.xml"/></Relationships>
</file>

<file path=ppt/slides/_rels/slide16.x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4.xml"/></Relationships>
</file>

<file path=ppt/slides/_rels/slide19.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notesSlide" Target="../notesSlides/notesSlide7.xml"/><Relationship Id="rId1" Type="http://schemas.openxmlformats.org/officeDocument/2006/relationships/slideLayout" Target="../slideLayouts/slideLayout58.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7.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3" Type="http://schemas.openxmlformats.org/officeDocument/2006/relationships/image" Target="../media/image20.gif"/><Relationship Id="rId2" Type="http://schemas.openxmlformats.org/officeDocument/2006/relationships/image" Target="../media/image19.gif"/><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2" Type="http://schemas.openxmlformats.org/officeDocument/2006/relationships/image" Target="../media/image21.wmf"/><Relationship Id="rId1" Type="http://schemas.openxmlformats.org/officeDocument/2006/relationships/slideLayout" Target="../slideLayouts/slideLayout11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7.xml"/></Relationships>
</file>

<file path=ppt/slides/_rels/slide3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17.xml"/></Relationships>
</file>

<file path=ppt/slides/_rels/slide3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17.xml"/></Relationships>
</file>

<file path=ppt/slides/_rels/slide36.xml.rels><?xml version="1.0" encoding="UTF-8" standalone="yes"?>
<Relationships xmlns="http://schemas.openxmlformats.org/package/2006/relationships"><Relationship Id="rId2" Type="http://schemas.openxmlformats.org/officeDocument/2006/relationships/image" Target="../media/image21.wmf"/><Relationship Id="rId1" Type="http://schemas.openxmlformats.org/officeDocument/2006/relationships/slideLayout" Target="../slideLayouts/slideLayout11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1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1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1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12.xml"/></Relationships>
</file>

<file path=ppt/slides/_rels/slide43.xml.rels><?xml version="1.0" encoding="UTF-8" standalone="yes"?>
<Relationships xmlns="http://schemas.openxmlformats.org/package/2006/relationships"><Relationship Id="rId8" Type="http://schemas.openxmlformats.org/officeDocument/2006/relationships/image" Target="../media/image26.emf"/><Relationship Id="rId3" Type="http://schemas.openxmlformats.org/officeDocument/2006/relationships/oleObject" Target="../embeddings/oleObject3.bin"/><Relationship Id="rId7" Type="http://schemas.openxmlformats.org/officeDocument/2006/relationships/oleObject" Target="../embeddings/oleObject5.bin"/><Relationship Id="rId12" Type="http://schemas.openxmlformats.org/officeDocument/2006/relationships/image" Target="../media/image28.emf"/><Relationship Id="rId2" Type="http://schemas.openxmlformats.org/officeDocument/2006/relationships/slideLayout" Target="../slideLayouts/slideLayout114.xml"/><Relationship Id="rId1" Type="http://schemas.openxmlformats.org/officeDocument/2006/relationships/vmlDrawing" Target="../drawings/vmlDrawing2.vml"/><Relationship Id="rId6" Type="http://schemas.openxmlformats.org/officeDocument/2006/relationships/image" Target="../media/image25.emf"/><Relationship Id="rId11" Type="http://schemas.openxmlformats.org/officeDocument/2006/relationships/oleObject" Target="../embeddings/oleObject7.bin"/><Relationship Id="rId5" Type="http://schemas.openxmlformats.org/officeDocument/2006/relationships/oleObject" Target="../embeddings/oleObject4.bin"/><Relationship Id="rId10" Type="http://schemas.openxmlformats.org/officeDocument/2006/relationships/image" Target="../media/image27.emf"/><Relationship Id="rId4" Type="http://schemas.openxmlformats.org/officeDocument/2006/relationships/image" Target="../media/image24.emf"/><Relationship Id="rId9" Type="http://schemas.openxmlformats.org/officeDocument/2006/relationships/oleObject" Target="../embeddings/oleObject6.bin"/></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122.xml"/><Relationship Id="rId1" Type="http://schemas.openxmlformats.org/officeDocument/2006/relationships/vmlDrawing" Target="../drawings/vmlDrawing3.vml"/><Relationship Id="rId6" Type="http://schemas.openxmlformats.org/officeDocument/2006/relationships/image" Target="../media/image29.emf"/><Relationship Id="rId5" Type="http://schemas.openxmlformats.org/officeDocument/2006/relationships/oleObject" Target="../embeddings/oleObject9.bin"/><Relationship Id="rId4" Type="http://schemas.openxmlformats.org/officeDocument/2006/relationships/image" Target="../media/image26.emf"/></Relationships>
</file>

<file path=ppt/slides/_rels/slide4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a:spLocks/>
          </p:cNvSpPr>
          <p:nvPr/>
        </p:nvSpPr>
        <p:spPr bwMode="auto">
          <a:xfrm>
            <a:off x="1558705" y="2035534"/>
            <a:ext cx="9363075" cy="3474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normAutofit/>
          </a:bodyPr>
          <a:lstStyle>
            <a:lvl1pPr algn="l" rtl="0" fontAlgn="base">
              <a:spcBef>
                <a:spcPct val="0"/>
              </a:spcBef>
              <a:spcAft>
                <a:spcPct val="0"/>
              </a:spcAft>
              <a:defRPr sz="4000" b="1" kern="1200">
                <a:solidFill>
                  <a:schemeClr val="tx2"/>
                </a:solidFill>
                <a:latin typeface="+mj-lt"/>
                <a:ea typeface="+mj-ea"/>
                <a:cs typeface="+mj-cs"/>
              </a:defRPr>
            </a:lvl1pPr>
            <a:lvl2pPr algn="l" rtl="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2pPr>
            <a:lvl3pPr algn="l" rtl="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3pPr>
            <a:lvl4pPr algn="l" rtl="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4pPr>
            <a:lvl5pPr algn="l" rtl="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5pPr>
            <a:lvl6pPr marL="457200" algn="l" rtl="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6pPr>
            <a:lvl7pPr marL="914400" algn="l" rtl="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7pPr>
            <a:lvl8pPr marL="1371600" algn="l" rtl="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8pPr>
            <a:lvl9pPr marL="1828800" algn="l" rtl="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9pPr>
          </a:lstStyle>
          <a:p>
            <a:pPr algn="ctr">
              <a:lnSpc>
                <a:spcPct val="150000"/>
              </a:lnSpc>
            </a:pPr>
            <a:r>
              <a:rPr lang="zh-CN" altLang="en-US" sz="5300" smtClean="0">
                <a:solidFill>
                  <a:srgbClr val="002060"/>
                </a:solidFill>
                <a:latin typeface="黑体" panose="02010609060101010101" pitchFamily="49" charset="-122"/>
                <a:ea typeface="黑体" panose="02010609060101010101" pitchFamily="49" charset="-122"/>
              </a:rPr>
              <a:t>实验</a:t>
            </a:r>
            <a:r>
              <a:rPr lang="en-US" altLang="zh-CN" sz="5300" smtClean="0">
                <a:solidFill>
                  <a:srgbClr val="002060"/>
                </a:solidFill>
                <a:latin typeface="黑体" panose="02010609060101010101" pitchFamily="49" charset="-122"/>
                <a:ea typeface="黑体" panose="02010609060101010101" pitchFamily="49" charset="-122"/>
              </a:rPr>
              <a:t>1</a:t>
            </a:r>
            <a:r>
              <a:rPr lang="en-US" altLang="zh-CN" smtClean="0">
                <a:solidFill>
                  <a:srgbClr val="002060"/>
                </a:solidFill>
                <a:latin typeface="黑体" panose="02010609060101010101" pitchFamily="49" charset="-122"/>
                <a:ea typeface="黑体" panose="02010609060101010101" pitchFamily="49" charset="-122"/>
              </a:rPr>
              <a:t/>
            </a:r>
            <a:br>
              <a:rPr lang="en-US" altLang="zh-CN" smtClean="0">
                <a:solidFill>
                  <a:srgbClr val="002060"/>
                </a:solidFill>
                <a:latin typeface="黑体" panose="02010609060101010101" pitchFamily="49" charset="-122"/>
                <a:ea typeface="黑体" panose="02010609060101010101" pitchFamily="49" charset="-122"/>
              </a:rPr>
            </a:br>
            <a:r>
              <a:rPr lang="zh-CN" altLang="en-US" sz="5300" smtClean="0">
                <a:solidFill>
                  <a:srgbClr val="002060"/>
                </a:solidFill>
                <a:latin typeface="黑体" panose="02010609060101010101" pitchFamily="49" charset="-122"/>
                <a:ea typeface="黑体" panose="02010609060101010101" pitchFamily="49" charset="-122"/>
              </a:rPr>
              <a:t>计算机网络的协议与数据</a:t>
            </a:r>
            <a:endParaRPr lang="zh-CN" altLang="en-US" sz="5300" dirty="0">
              <a:solidFill>
                <a:srgbClr val="002060"/>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9908017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962025" y="2627313"/>
            <a:ext cx="10515600" cy="1325562"/>
          </a:xfrm>
        </p:spPr>
        <p:txBody>
          <a:bodyPr>
            <a:normAutofit/>
          </a:bodyPr>
          <a:lstStyle/>
          <a:p>
            <a:pPr algn="ctr"/>
            <a:r>
              <a:rPr lang="zh-CN" altLang="en-US" sz="4000" b="1" dirty="0" smtClean="0">
                <a:solidFill>
                  <a:srgbClr val="002060"/>
                </a:solidFill>
                <a:latin typeface="楷体" panose="02010609060101010101" pitchFamily="49" charset="-122"/>
                <a:ea typeface="楷体" panose="02010609060101010101" pitchFamily="49" charset="-122"/>
              </a:rPr>
              <a:t>计算机网络的初步认识</a:t>
            </a:r>
            <a:endParaRPr lang="zh-CN" altLang="en-US" sz="4000" b="1" dirty="0">
              <a:solidFill>
                <a:srgbClr val="002060"/>
              </a:solidFill>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382783001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97446" y="1217780"/>
            <a:ext cx="10058400" cy="858837"/>
          </a:xfrm>
        </p:spPr>
        <p:txBody>
          <a:bodyPr>
            <a:normAutofit/>
          </a:bodyPr>
          <a:lstStyle/>
          <a:p>
            <a:pPr algn="ctr"/>
            <a:r>
              <a:rPr lang="zh-CN" altLang="en-US" sz="2800" b="1" dirty="0" smtClean="0">
                <a:solidFill>
                  <a:srgbClr val="002060"/>
                </a:solidFill>
                <a:latin typeface="楷体" panose="02010609060101010101" pitchFamily="49" charset="-122"/>
                <a:ea typeface="楷体" panose="02010609060101010101" pitchFamily="49" charset="-122"/>
              </a:rPr>
              <a:t>计算机网络是什么？</a:t>
            </a:r>
            <a:endParaRPr lang="zh-CN" altLang="en-US" sz="2800" b="1" dirty="0">
              <a:solidFill>
                <a:srgbClr val="002060"/>
              </a:solidFill>
              <a:latin typeface="楷体" panose="02010609060101010101" pitchFamily="49" charset="-122"/>
              <a:ea typeface="楷体" panose="02010609060101010101" pitchFamily="49" charset="-122"/>
            </a:endParaRPr>
          </a:p>
        </p:txBody>
      </p:sp>
      <p:sp>
        <p:nvSpPr>
          <p:cNvPr id="5" name="Rectangle 4"/>
          <p:cNvSpPr txBox="1">
            <a:spLocks noChangeArrowheads="1"/>
          </p:cNvSpPr>
          <p:nvPr/>
        </p:nvSpPr>
        <p:spPr>
          <a:xfrm>
            <a:off x="492388" y="2307204"/>
            <a:ext cx="10966908" cy="3878414"/>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fontAlgn="base">
              <a:lnSpc>
                <a:spcPct val="100000"/>
              </a:lnSpc>
              <a:spcBef>
                <a:spcPct val="20000"/>
              </a:spcBef>
              <a:spcAft>
                <a:spcPct val="0"/>
              </a:spcAft>
              <a:buClr>
                <a:srgbClr val="000054"/>
              </a:buClr>
              <a:buSzPct val="70000"/>
              <a:buFont typeface="Wingdings" panose="05000000000000000000" pitchFamily="2" charset="2"/>
              <a:buChar char="n"/>
            </a:pPr>
            <a:r>
              <a:rPr lang="zh-CN" altLang="en-US" sz="2400"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现在有三种最主要的网络：</a:t>
            </a:r>
          </a:p>
          <a:p>
            <a:pPr lvl="1">
              <a:lnSpc>
                <a:spcPct val="150000"/>
              </a:lnSpc>
              <a:buFont typeface="Calibri" panose="020F0502020204030204" pitchFamily="34" charset="0"/>
              <a:buChar char="‒"/>
            </a:pPr>
            <a:r>
              <a:rPr lang="zh-CN" altLang="en-US" b="1" dirty="0" smtClean="0">
                <a:solidFill>
                  <a:srgbClr val="002060"/>
                </a:solidFill>
                <a:latin typeface="楷体" panose="02010609060101010101" pitchFamily="49" charset="-122"/>
                <a:ea typeface="楷体" panose="02010609060101010101" pitchFamily="49" charset="-122"/>
              </a:rPr>
              <a:t>电信网络（电话网）</a:t>
            </a:r>
            <a:endParaRPr lang="en-US" altLang="zh-CN" b="1" dirty="0" smtClean="0">
              <a:solidFill>
                <a:srgbClr val="002060"/>
              </a:solidFill>
              <a:latin typeface="楷体" panose="02010609060101010101" pitchFamily="49" charset="-122"/>
              <a:ea typeface="楷体" panose="02010609060101010101" pitchFamily="49" charset="-122"/>
            </a:endParaRPr>
          </a:p>
          <a:p>
            <a:pPr lvl="1">
              <a:lnSpc>
                <a:spcPct val="150000"/>
              </a:lnSpc>
              <a:buFont typeface="Calibri" panose="020F0502020204030204" pitchFamily="34" charset="0"/>
              <a:buChar char="‒"/>
            </a:pPr>
            <a:r>
              <a:rPr lang="zh-CN" altLang="en-US" b="1" dirty="0" smtClean="0">
                <a:solidFill>
                  <a:srgbClr val="002060"/>
                </a:solidFill>
                <a:latin typeface="楷体" panose="02010609060101010101" pitchFamily="49" charset="-122"/>
                <a:ea typeface="楷体" panose="02010609060101010101" pitchFamily="49" charset="-122"/>
              </a:rPr>
              <a:t>有线电视网络</a:t>
            </a:r>
            <a:endParaRPr lang="en-US" altLang="zh-CN" b="1" dirty="0" smtClean="0">
              <a:solidFill>
                <a:srgbClr val="002060"/>
              </a:solidFill>
              <a:latin typeface="楷体" panose="02010609060101010101" pitchFamily="49" charset="-122"/>
              <a:ea typeface="楷体" panose="02010609060101010101" pitchFamily="49" charset="-122"/>
            </a:endParaRPr>
          </a:p>
          <a:p>
            <a:pPr lvl="1">
              <a:lnSpc>
                <a:spcPct val="150000"/>
              </a:lnSpc>
              <a:buFont typeface="Calibri" panose="020F0502020204030204" pitchFamily="34" charset="0"/>
              <a:buChar char="‒"/>
            </a:pPr>
            <a:r>
              <a:rPr lang="zh-CN" altLang="en-US" b="1" dirty="0" smtClean="0">
                <a:solidFill>
                  <a:srgbClr val="FF0000"/>
                </a:solidFill>
                <a:latin typeface="楷体" panose="02010609060101010101" pitchFamily="49" charset="-122"/>
                <a:ea typeface="楷体" panose="02010609060101010101" pitchFamily="49" charset="-122"/>
              </a:rPr>
              <a:t>计算机网络</a:t>
            </a:r>
            <a:endParaRPr lang="en-US" altLang="zh-CN" b="1" dirty="0">
              <a:solidFill>
                <a:srgbClr val="FF0000"/>
              </a:solidFill>
              <a:latin typeface="楷体" panose="02010609060101010101" pitchFamily="49" charset="-122"/>
              <a:ea typeface="楷体" panose="02010609060101010101" pitchFamily="49" charset="-122"/>
            </a:endParaRPr>
          </a:p>
          <a:p>
            <a:pPr marL="457200" lvl="1" indent="0">
              <a:lnSpc>
                <a:spcPct val="150000"/>
              </a:lnSpc>
              <a:buNone/>
            </a:pPr>
            <a:endParaRPr lang="zh-CN" altLang="en-US" b="1" dirty="0" smtClean="0">
              <a:solidFill>
                <a:srgbClr val="FF0000"/>
              </a:solidFill>
              <a:latin typeface="楷体" panose="02010609060101010101" pitchFamily="49" charset="-122"/>
              <a:ea typeface="楷体" panose="02010609060101010101" pitchFamily="49" charset="-122"/>
            </a:endParaRPr>
          </a:p>
          <a:p>
            <a:pPr marL="342900" indent="-342900" fontAlgn="base">
              <a:lnSpc>
                <a:spcPct val="100000"/>
              </a:lnSpc>
              <a:spcBef>
                <a:spcPct val="20000"/>
              </a:spcBef>
              <a:spcAft>
                <a:spcPct val="0"/>
              </a:spcAft>
              <a:buClr>
                <a:srgbClr val="000054"/>
              </a:buClr>
              <a:buSzPct val="70000"/>
              <a:buFont typeface="Wingdings" panose="05000000000000000000" pitchFamily="2" charset="2"/>
              <a:buChar char="n"/>
            </a:pPr>
            <a:r>
              <a:rPr lang="zh-CN" altLang="en-US" sz="2400"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在这三种网络中，计算机网络的发展最快，其技术已成为信息时代的核心技术。</a:t>
            </a:r>
            <a:endParaRPr lang="en-US" altLang="zh-CN" sz="2400"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 name="标题 1"/>
          <p:cNvSpPr txBox="1">
            <a:spLocks/>
          </p:cNvSpPr>
          <p:nvPr/>
        </p:nvSpPr>
        <p:spPr bwMode="auto">
          <a:xfrm>
            <a:off x="1452438" y="169946"/>
            <a:ext cx="10058400" cy="858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normAutofit/>
          </a:bodyPr>
          <a:lstStyle>
            <a:lvl1pPr algn="ctr" rtl="0" fontAlgn="base">
              <a:spcBef>
                <a:spcPct val="0"/>
              </a:spcBef>
              <a:spcAft>
                <a:spcPct val="0"/>
              </a:spcAft>
              <a:defRPr sz="4000" b="1" kern="1200">
                <a:solidFill>
                  <a:srgbClr val="FFFF00"/>
                </a:solidFill>
                <a:latin typeface="黑体" panose="02010609060101010101" pitchFamily="49" charset="-122"/>
                <a:ea typeface="黑体" panose="02010609060101010101" pitchFamily="49" charset="-122"/>
                <a:cs typeface="+mj-cs"/>
              </a:defRPr>
            </a:lvl1pPr>
            <a:lvl2pPr algn="l" rtl="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2pPr>
            <a:lvl3pPr algn="l" rtl="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3pPr>
            <a:lvl4pPr algn="l" rtl="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4pPr>
            <a:lvl5pPr algn="l" rtl="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5pPr>
            <a:lvl6pPr marL="457200" algn="l" rtl="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6pPr>
            <a:lvl7pPr marL="914400" algn="l" rtl="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7pPr>
            <a:lvl8pPr marL="1371600" algn="l" rtl="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8pPr>
            <a:lvl9pPr marL="1828800" algn="l" rtl="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9pPr>
          </a:lstStyle>
          <a:p>
            <a:r>
              <a:rPr lang="zh-CN" altLang="en-US" dirty="0"/>
              <a:t>计算机网络与互联网</a:t>
            </a:r>
          </a:p>
        </p:txBody>
      </p:sp>
    </p:spTree>
    <p:extLst>
      <p:ext uri="{BB962C8B-B14F-4D97-AF65-F5344CB8AC3E}">
        <p14:creationId xmlns:p14="http://schemas.microsoft.com/office/powerpoint/2010/main" val="2957690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grpId="0" nodeType="after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childTnLst>
                                </p:cTn>
                              </p:par>
                            </p:childTnLst>
                          </p:cTn>
                        </p:par>
                        <p:par>
                          <p:cTn id="12" fill="hold">
                            <p:stCondLst>
                              <p:cond delay="0"/>
                            </p:stCondLst>
                            <p:childTnLst>
                              <p:par>
                                <p:cTn id="13" presetID="1" presetClass="entr" presetSubtype="0" fill="hold" grpId="0" nodeType="after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08883" y="699717"/>
            <a:ext cx="10956898" cy="6035037"/>
          </a:xfrm>
        </p:spPr>
        <p:txBody>
          <a:bodyPr>
            <a:normAutofit lnSpcReduction="10000"/>
          </a:bodyPr>
          <a:lstStyle/>
          <a:p>
            <a:pPr marL="342900" indent="-342900" fontAlgn="base">
              <a:lnSpc>
                <a:spcPct val="100000"/>
              </a:lnSpc>
              <a:spcBef>
                <a:spcPct val="20000"/>
              </a:spcBef>
              <a:spcAft>
                <a:spcPct val="0"/>
              </a:spcAft>
              <a:buClr>
                <a:srgbClr val="000054"/>
              </a:buClr>
              <a:buSzPct val="70000"/>
              <a:buFont typeface="Wingdings" panose="05000000000000000000" pitchFamily="2" charset="2"/>
              <a:buChar char="n"/>
            </a:pPr>
            <a:r>
              <a:rPr lang="zh-CN" altLang="en-US" sz="2400"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计算机网络：以能够相互共享资源的方式互联起来的自治计算机系统的集合</a:t>
            </a:r>
            <a:endParaRPr lang="en-US" altLang="zh-CN" sz="2400"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endParaRPr>
          </a:p>
          <a:p>
            <a:pPr lvl="1">
              <a:lnSpc>
                <a:spcPct val="150000"/>
              </a:lnSpc>
            </a:pPr>
            <a:r>
              <a:rPr lang="zh-CN" altLang="en-US" b="1" dirty="0" smtClean="0">
                <a:solidFill>
                  <a:srgbClr val="002060"/>
                </a:solidFill>
                <a:latin typeface="楷体" panose="02010609060101010101" pitchFamily="49" charset="-122"/>
                <a:ea typeface="楷体" panose="02010609060101010101" pitchFamily="49" charset="-122"/>
              </a:rPr>
              <a:t>计算机网络建立的目的是实现计算机资源的共享；</a:t>
            </a:r>
            <a:endParaRPr lang="en-US" altLang="zh-CN" b="1" dirty="0" smtClean="0">
              <a:solidFill>
                <a:srgbClr val="002060"/>
              </a:solidFill>
              <a:latin typeface="楷体" panose="02010609060101010101" pitchFamily="49" charset="-122"/>
              <a:ea typeface="楷体" panose="02010609060101010101" pitchFamily="49" charset="-122"/>
            </a:endParaRPr>
          </a:p>
          <a:p>
            <a:pPr lvl="1">
              <a:lnSpc>
                <a:spcPct val="150000"/>
              </a:lnSpc>
            </a:pPr>
            <a:r>
              <a:rPr lang="zh-CN" altLang="en-US" b="1" dirty="0" smtClean="0">
                <a:solidFill>
                  <a:srgbClr val="002060"/>
                </a:solidFill>
                <a:latin typeface="楷体" panose="02010609060101010101" pitchFamily="49" charset="-122"/>
                <a:ea typeface="楷体" panose="02010609060101010101" pitchFamily="49" charset="-122"/>
              </a:rPr>
              <a:t>互联的计算机是分布在不同地理位置的多台独立的“自治”计算机系统。</a:t>
            </a:r>
            <a:endParaRPr lang="en-US" altLang="zh-CN" b="1" dirty="0" smtClean="0">
              <a:solidFill>
                <a:srgbClr val="002060"/>
              </a:solidFill>
              <a:latin typeface="楷体" panose="02010609060101010101" pitchFamily="49" charset="-122"/>
              <a:ea typeface="楷体" panose="02010609060101010101" pitchFamily="49" charset="-122"/>
            </a:endParaRPr>
          </a:p>
          <a:p>
            <a:pPr marL="457200" lvl="1" indent="0">
              <a:lnSpc>
                <a:spcPct val="150000"/>
              </a:lnSpc>
              <a:buNone/>
            </a:pPr>
            <a:r>
              <a:rPr lang="en-US" altLang="zh-CN" b="1" dirty="0" smtClean="0">
                <a:solidFill>
                  <a:srgbClr val="002060"/>
                </a:solidFill>
                <a:latin typeface="楷体" panose="02010609060101010101" pitchFamily="49" charset="-122"/>
                <a:ea typeface="楷体" panose="02010609060101010101" pitchFamily="49" charset="-122"/>
              </a:rPr>
              <a:t> </a:t>
            </a:r>
            <a:r>
              <a:rPr lang="zh-CN" altLang="en-US" b="1" dirty="0" smtClean="0">
                <a:solidFill>
                  <a:srgbClr val="FF0000"/>
                </a:solidFill>
                <a:latin typeface="楷体" panose="02010609060101010101" pitchFamily="49" charset="-122"/>
                <a:ea typeface="楷体" panose="02010609060101010101" pitchFamily="49" charset="-122"/>
              </a:rPr>
              <a:t>自治：</a:t>
            </a:r>
            <a:r>
              <a:rPr lang="zh-CN" altLang="en-US" b="1" dirty="0" smtClean="0">
                <a:solidFill>
                  <a:srgbClr val="002060"/>
                </a:solidFill>
                <a:latin typeface="楷体" panose="02010609060101010101" pitchFamily="49" charset="-122"/>
                <a:ea typeface="楷体" panose="02010609060101010101" pitchFamily="49" charset="-122"/>
              </a:rPr>
              <a:t>非主从关系，对等的行为模式；</a:t>
            </a:r>
            <a:endParaRPr lang="en-US" altLang="zh-CN" b="1" dirty="0" smtClean="0">
              <a:solidFill>
                <a:srgbClr val="002060"/>
              </a:solidFill>
              <a:latin typeface="楷体" panose="02010609060101010101" pitchFamily="49" charset="-122"/>
              <a:ea typeface="楷体" panose="02010609060101010101" pitchFamily="49" charset="-122"/>
            </a:endParaRPr>
          </a:p>
          <a:p>
            <a:pPr lvl="1">
              <a:lnSpc>
                <a:spcPct val="150000"/>
              </a:lnSpc>
            </a:pPr>
            <a:r>
              <a:rPr lang="zh-CN" altLang="en-US" b="1" dirty="0" smtClean="0">
                <a:solidFill>
                  <a:srgbClr val="002060"/>
                </a:solidFill>
                <a:latin typeface="楷体" panose="02010609060101010101" pitchFamily="49" charset="-122"/>
                <a:ea typeface="楷体" panose="02010609060101010101" pitchFamily="49" charset="-122"/>
              </a:rPr>
              <a:t>联网计算机之间的通信必须遵循共同的网络协议。</a:t>
            </a:r>
          </a:p>
          <a:p>
            <a:endParaRPr lang="en-US" altLang="zh-CN" b="1" dirty="0" smtClean="0">
              <a:solidFill>
                <a:srgbClr val="002060"/>
              </a:solidFill>
            </a:endParaRPr>
          </a:p>
          <a:p>
            <a:pPr marL="342900" indent="-342900" fontAlgn="base">
              <a:lnSpc>
                <a:spcPct val="100000"/>
              </a:lnSpc>
              <a:spcBef>
                <a:spcPct val="20000"/>
              </a:spcBef>
              <a:spcAft>
                <a:spcPct val="0"/>
              </a:spcAft>
              <a:buClr>
                <a:srgbClr val="000054"/>
              </a:buClr>
              <a:buSzPct val="70000"/>
              <a:buFont typeface="Wingdings" panose="05000000000000000000" pitchFamily="2" charset="2"/>
              <a:buChar char="n"/>
            </a:pPr>
            <a:r>
              <a:rPr lang="zh-CN" altLang="en-US" sz="2400"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自治（自主）计算机的互联集合</a:t>
            </a:r>
            <a:endParaRPr lang="en-US" altLang="zh-CN" sz="2400"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endParaRPr>
          </a:p>
          <a:p>
            <a:pPr lvl="1">
              <a:lnSpc>
                <a:spcPct val="150000"/>
              </a:lnSpc>
            </a:pPr>
            <a:r>
              <a:rPr lang="zh-CN" altLang="en-US" b="1" dirty="0" smtClean="0">
                <a:solidFill>
                  <a:srgbClr val="002060"/>
                </a:solidFill>
                <a:latin typeface="楷体" panose="02010609060101010101" pitchFamily="49" charset="-122"/>
                <a:ea typeface="楷体" panose="02010609060101010101" pitchFamily="49" charset="-122"/>
              </a:rPr>
              <a:t>自主</a:t>
            </a:r>
            <a:r>
              <a:rPr lang="zh-CN" altLang="en-US"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Autonomous </a:t>
            </a:r>
            <a:r>
              <a:rPr lang="zh-CN" altLang="en-US" b="1" dirty="0" smtClean="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）：非主从，对等</a:t>
            </a:r>
            <a:r>
              <a:rPr lang="zh-CN" altLang="en-US"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的</a:t>
            </a:r>
            <a:r>
              <a:rPr lang="zh-CN" altLang="en-US" b="1" dirty="0" smtClean="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行为模式；</a:t>
            </a:r>
            <a:endParaRPr lang="en-US" altLang="zh-CN" b="1" dirty="0" smtClean="0">
              <a:solidFill>
                <a:srgbClr val="002060"/>
              </a:solidFill>
              <a:latin typeface="Times New Roman" panose="02020603050405020304" pitchFamily="18" charset="0"/>
              <a:ea typeface="楷体" panose="02010609060101010101" pitchFamily="49" charset="-122"/>
              <a:cs typeface="Times New Roman" panose="02020603050405020304" pitchFamily="18" charset="0"/>
            </a:endParaRPr>
          </a:p>
          <a:p>
            <a:pPr lvl="1">
              <a:lnSpc>
                <a:spcPct val="150000"/>
              </a:lnSpc>
            </a:pPr>
            <a:r>
              <a:rPr lang="zh-CN" altLang="en-US" b="1" dirty="0" smtClean="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计算机</a:t>
            </a:r>
            <a:r>
              <a:rPr lang="zh-CN" altLang="en-US"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Computers</a:t>
            </a:r>
            <a:r>
              <a:rPr lang="zh-CN" altLang="en-US" b="1" dirty="0" smtClean="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）：数字化（数据</a:t>
            </a:r>
            <a:r>
              <a:rPr lang="zh-CN" altLang="en-US"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smtClean="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信号</a:t>
            </a:r>
            <a:r>
              <a:rPr lang="zh-CN" altLang="en-US"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smtClean="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，计算能力；</a:t>
            </a:r>
            <a:endParaRPr lang="en-US" altLang="zh-CN" b="1" dirty="0" smtClean="0">
              <a:solidFill>
                <a:srgbClr val="002060"/>
              </a:solidFill>
              <a:latin typeface="Times New Roman" panose="02020603050405020304" pitchFamily="18" charset="0"/>
              <a:ea typeface="楷体" panose="02010609060101010101" pitchFamily="49" charset="-122"/>
              <a:cs typeface="Times New Roman" panose="02020603050405020304" pitchFamily="18" charset="0"/>
            </a:endParaRPr>
          </a:p>
          <a:p>
            <a:pPr lvl="1">
              <a:lnSpc>
                <a:spcPct val="150000"/>
              </a:lnSpc>
            </a:pPr>
            <a:r>
              <a:rPr lang="zh-CN" altLang="en-US" b="1" dirty="0" smtClean="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互联</a:t>
            </a:r>
            <a:r>
              <a:rPr lang="en-US" altLang="zh-CN"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互连（</a:t>
            </a:r>
            <a:r>
              <a:rPr lang="en-US" altLang="zh-CN"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Interconnected</a:t>
            </a:r>
            <a:r>
              <a:rPr lang="zh-CN" altLang="en-US" b="1" dirty="0" smtClean="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）：通信。物理</a:t>
            </a:r>
            <a:r>
              <a:rPr lang="zh-CN" altLang="en-US"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smtClean="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通信线路</a:t>
            </a:r>
            <a:r>
              <a:rPr lang="en-US" altLang="zh-CN" b="1" dirty="0" smtClean="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smtClean="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网络），逻辑</a:t>
            </a:r>
            <a:r>
              <a:rPr lang="zh-CN" altLang="en-US"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smtClean="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交换信息）。</a:t>
            </a:r>
            <a:endParaRPr lang="zh-CN" altLang="en-US"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4" name="标题 1"/>
          <p:cNvSpPr>
            <a:spLocks noGrp="1"/>
          </p:cNvSpPr>
          <p:nvPr>
            <p:ph type="title"/>
          </p:nvPr>
        </p:nvSpPr>
        <p:spPr>
          <a:xfrm>
            <a:off x="424732" y="-635"/>
            <a:ext cx="10515600" cy="771912"/>
          </a:xfrm>
        </p:spPr>
        <p:txBody>
          <a:bodyPr>
            <a:normAutofit/>
          </a:bodyPr>
          <a:lstStyle/>
          <a:p>
            <a:pPr algn="ctr"/>
            <a:r>
              <a:rPr lang="zh-CN" altLang="en-US" sz="2800" b="1" dirty="0">
                <a:solidFill>
                  <a:srgbClr val="002060"/>
                </a:solidFill>
                <a:latin typeface="楷体" panose="02010609060101010101" pitchFamily="49" charset="-122"/>
                <a:ea typeface="楷体" panose="02010609060101010101" pitchFamily="49" charset="-122"/>
              </a:rPr>
              <a:t>计算机网络是什么？</a:t>
            </a:r>
          </a:p>
        </p:txBody>
      </p:sp>
    </p:spTree>
    <p:extLst>
      <p:ext uri="{BB962C8B-B14F-4D97-AF65-F5344CB8AC3E}">
        <p14:creationId xmlns:p14="http://schemas.microsoft.com/office/powerpoint/2010/main" val="172234847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 name="Picture 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35126" y="3511830"/>
            <a:ext cx="775122" cy="456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79" name="组合 78"/>
          <p:cNvGrpSpPr/>
          <p:nvPr/>
        </p:nvGrpSpPr>
        <p:grpSpPr>
          <a:xfrm>
            <a:off x="10853177" y="4826552"/>
            <a:ext cx="1323179" cy="1498598"/>
            <a:chOff x="267495" y="4664076"/>
            <a:chExt cx="1721643" cy="1713707"/>
          </a:xfrm>
        </p:grpSpPr>
        <p:sp>
          <p:nvSpPr>
            <p:cNvPr id="80" name="computr3"/>
            <p:cNvSpPr>
              <a:spLocks noEditPoints="1" noChangeArrowheads="1"/>
            </p:cNvSpPr>
            <p:nvPr/>
          </p:nvSpPr>
          <p:spPr bwMode="auto">
            <a:xfrm>
              <a:off x="1216026" y="5817395"/>
              <a:ext cx="773112" cy="560388"/>
            </a:xfrm>
            <a:custGeom>
              <a:avLst/>
              <a:gdLst>
                <a:gd name="T0" fmla="*/ 0 w 21600"/>
                <a:gd name="T1" fmla="*/ 10800 h 21600"/>
                <a:gd name="T2" fmla="*/ 10800 w 21600"/>
                <a:gd name="T3" fmla="*/ 0 h 21600"/>
                <a:gd name="T4" fmla="*/ 10800 w 21600"/>
                <a:gd name="T5" fmla="*/ 21600 h 21600"/>
                <a:gd name="T6" fmla="*/ 18135 w 21600"/>
                <a:gd name="T7" fmla="*/ 10800 h 21600"/>
                <a:gd name="T8" fmla="*/ 7811 w 21600"/>
                <a:gd name="T9" fmla="*/ 2584 h 21600"/>
                <a:gd name="T10" fmla="*/ 16359 w 21600"/>
                <a:gd name="T11" fmla="*/ 11764 h 21600"/>
              </a:gdLst>
              <a:ahLst/>
              <a:cxnLst>
                <a:cxn ang="0">
                  <a:pos x="T0" y="T1"/>
                </a:cxn>
                <a:cxn ang="0">
                  <a:pos x="T2" y="T3"/>
                </a:cxn>
                <a:cxn ang="0">
                  <a:pos x="T4" y="T5"/>
                </a:cxn>
                <a:cxn ang="0">
                  <a:pos x="T6" y="T7"/>
                </a:cxn>
              </a:cxnLst>
              <a:rect l="T8" t="T9" r="T10" b="T11"/>
              <a:pathLst>
                <a:path w="21600" h="21600" extrusionOk="0">
                  <a:moveTo>
                    <a:pt x="18250" y="17743"/>
                  </a:moveTo>
                  <a:lnTo>
                    <a:pt x="17557" y="16971"/>
                  </a:lnTo>
                  <a:lnTo>
                    <a:pt x="5429" y="16971"/>
                  </a:lnTo>
                  <a:lnTo>
                    <a:pt x="4736" y="17743"/>
                  </a:lnTo>
                  <a:lnTo>
                    <a:pt x="18250" y="17743"/>
                  </a:lnTo>
                  <a:close/>
                </a:path>
                <a:path w="21600" h="21600" extrusionOk="0">
                  <a:moveTo>
                    <a:pt x="18250" y="17743"/>
                  </a:moveTo>
                  <a:moveTo>
                    <a:pt x="19405" y="19131"/>
                  </a:moveTo>
                  <a:lnTo>
                    <a:pt x="18712" y="18360"/>
                  </a:lnTo>
                  <a:lnTo>
                    <a:pt x="4274" y="18360"/>
                  </a:lnTo>
                  <a:lnTo>
                    <a:pt x="3581" y="19131"/>
                  </a:lnTo>
                  <a:lnTo>
                    <a:pt x="19405" y="19131"/>
                  </a:lnTo>
                  <a:close/>
                </a:path>
                <a:path w="21600" h="21600" extrusionOk="0">
                  <a:moveTo>
                    <a:pt x="19405" y="19131"/>
                  </a:moveTo>
                  <a:moveTo>
                    <a:pt x="20560" y="20520"/>
                  </a:moveTo>
                  <a:lnTo>
                    <a:pt x="19867" y="19749"/>
                  </a:lnTo>
                  <a:lnTo>
                    <a:pt x="3119" y="19749"/>
                  </a:lnTo>
                  <a:lnTo>
                    <a:pt x="2426" y="20520"/>
                  </a:lnTo>
                  <a:lnTo>
                    <a:pt x="20560" y="20520"/>
                  </a:lnTo>
                  <a:close/>
                </a:path>
                <a:path w="21600" h="21600" extrusionOk="0">
                  <a:moveTo>
                    <a:pt x="20560" y="20520"/>
                  </a:moveTo>
                  <a:moveTo>
                    <a:pt x="4620" y="16971"/>
                  </a:moveTo>
                  <a:lnTo>
                    <a:pt x="5313" y="16200"/>
                  </a:lnTo>
                  <a:lnTo>
                    <a:pt x="7624" y="16200"/>
                  </a:lnTo>
                  <a:lnTo>
                    <a:pt x="7624" y="14194"/>
                  </a:lnTo>
                  <a:lnTo>
                    <a:pt x="5891" y="14194"/>
                  </a:lnTo>
                  <a:lnTo>
                    <a:pt x="5891" y="0"/>
                  </a:lnTo>
                  <a:lnTo>
                    <a:pt x="12013" y="0"/>
                  </a:lnTo>
                  <a:lnTo>
                    <a:pt x="18135" y="0"/>
                  </a:lnTo>
                  <a:lnTo>
                    <a:pt x="18135" y="10800"/>
                  </a:lnTo>
                  <a:lnTo>
                    <a:pt x="18135" y="14194"/>
                  </a:lnTo>
                  <a:lnTo>
                    <a:pt x="16402" y="14194"/>
                  </a:lnTo>
                  <a:lnTo>
                    <a:pt x="16402" y="16200"/>
                  </a:lnTo>
                  <a:lnTo>
                    <a:pt x="17788" y="16200"/>
                  </a:lnTo>
                  <a:lnTo>
                    <a:pt x="19059" y="17743"/>
                  </a:lnTo>
                  <a:lnTo>
                    <a:pt x="21022" y="19903"/>
                  </a:lnTo>
                  <a:lnTo>
                    <a:pt x="21253" y="20057"/>
                  </a:lnTo>
                  <a:lnTo>
                    <a:pt x="21369" y="20366"/>
                  </a:lnTo>
                  <a:lnTo>
                    <a:pt x="21600" y="20674"/>
                  </a:lnTo>
                  <a:lnTo>
                    <a:pt x="21600" y="20829"/>
                  </a:lnTo>
                  <a:lnTo>
                    <a:pt x="21600" y="20983"/>
                  </a:lnTo>
                  <a:lnTo>
                    <a:pt x="21600" y="21137"/>
                  </a:lnTo>
                  <a:lnTo>
                    <a:pt x="21600" y="21291"/>
                  </a:lnTo>
                  <a:lnTo>
                    <a:pt x="21484" y="21446"/>
                  </a:lnTo>
                  <a:lnTo>
                    <a:pt x="21369" y="21446"/>
                  </a:lnTo>
                  <a:lnTo>
                    <a:pt x="21138" y="21600"/>
                  </a:lnTo>
                  <a:lnTo>
                    <a:pt x="21022" y="21600"/>
                  </a:lnTo>
                  <a:lnTo>
                    <a:pt x="10973" y="21600"/>
                  </a:lnTo>
                  <a:lnTo>
                    <a:pt x="2079" y="21600"/>
                  </a:lnTo>
                  <a:lnTo>
                    <a:pt x="1848" y="21600"/>
                  </a:lnTo>
                  <a:lnTo>
                    <a:pt x="1733" y="21446"/>
                  </a:lnTo>
                  <a:lnTo>
                    <a:pt x="1617" y="21446"/>
                  </a:lnTo>
                  <a:lnTo>
                    <a:pt x="1502" y="21291"/>
                  </a:lnTo>
                  <a:lnTo>
                    <a:pt x="1386" y="21291"/>
                  </a:lnTo>
                  <a:lnTo>
                    <a:pt x="1386" y="21137"/>
                  </a:lnTo>
                  <a:lnTo>
                    <a:pt x="1386" y="20983"/>
                  </a:lnTo>
                  <a:lnTo>
                    <a:pt x="1386" y="20829"/>
                  </a:lnTo>
                  <a:lnTo>
                    <a:pt x="1502" y="20674"/>
                  </a:lnTo>
                  <a:lnTo>
                    <a:pt x="1617" y="20366"/>
                  </a:lnTo>
                  <a:lnTo>
                    <a:pt x="1733" y="20057"/>
                  </a:lnTo>
                  <a:lnTo>
                    <a:pt x="1964" y="19903"/>
                  </a:lnTo>
                  <a:lnTo>
                    <a:pt x="0" y="19903"/>
                  </a:lnTo>
                  <a:lnTo>
                    <a:pt x="0" y="10800"/>
                  </a:lnTo>
                  <a:lnTo>
                    <a:pt x="0" y="2777"/>
                  </a:lnTo>
                  <a:lnTo>
                    <a:pt x="4620" y="2777"/>
                  </a:lnTo>
                  <a:lnTo>
                    <a:pt x="4620" y="16971"/>
                  </a:lnTo>
                  <a:moveTo>
                    <a:pt x="4620" y="16971"/>
                  </a:moveTo>
                  <a:moveTo>
                    <a:pt x="4620" y="16971"/>
                  </a:moveTo>
                  <a:lnTo>
                    <a:pt x="4158" y="17434"/>
                  </a:lnTo>
                  <a:lnTo>
                    <a:pt x="2541" y="19286"/>
                  </a:lnTo>
                  <a:lnTo>
                    <a:pt x="1964" y="19903"/>
                  </a:lnTo>
                  <a:lnTo>
                    <a:pt x="4620" y="16971"/>
                  </a:lnTo>
                  <a:close/>
                </a:path>
                <a:path w="21600" h="21600" extrusionOk="0">
                  <a:moveTo>
                    <a:pt x="7624" y="2314"/>
                  </a:moveTo>
                  <a:moveTo>
                    <a:pt x="16402" y="2314"/>
                  </a:moveTo>
                  <a:lnTo>
                    <a:pt x="16402" y="11880"/>
                  </a:lnTo>
                  <a:lnTo>
                    <a:pt x="7624" y="11880"/>
                  </a:lnTo>
                  <a:lnTo>
                    <a:pt x="7624" y="2314"/>
                  </a:lnTo>
                  <a:close/>
                </a:path>
                <a:path w="21600" h="21600" extrusionOk="0">
                  <a:moveTo>
                    <a:pt x="578" y="4011"/>
                  </a:moveTo>
                  <a:moveTo>
                    <a:pt x="4043" y="4011"/>
                  </a:moveTo>
                  <a:lnTo>
                    <a:pt x="4043" y="4320"/>
                  </a:lnTo>
                  <a:lnTo>
                    <a:pt x="578" y="4320"/>
                  </a:lnTo>
                  <a:lnTo>
                    <a:pt x="578" y="4011"/>
                  </a:lnTo>
                  <a:close/>
                  <a:moveTo>
                    <a:pt x="7624" y="14194"/>
                  </a:moveTo>
                  <a:lnTo>
                    <a:pt x="16402" y="14194"/>
                  </a:lnTo>
                  <a:lnTo>
                    <a:pt x="16402" y="16200"/>
                  </a:lnTo>
                  <a:lnTo>
                    <a:pt x="7624" y="16200"/>
                  </a:lnTo>
                </a:path>
              </a:pathLst>
            </a:custGeom>
            <a:solidFill>
              <a:srgbClr val="99CC00"/>
            </a:solidFill>
            <a:ln w="9525">
              <a:solidFill>
                <a:srgbClr val="000000"/>
              </a:solidFill>
              <a:miter lim="800000"/>
              <a:headEnd/>
              <a:tailEnd/>
            </a:ln>
          </p:spPr>
          <p:txBody>
            <a:bodyPr/>
            <a:lstStyle/>
            <a:p>
              <a:pPr fontAlgn="base">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pic>
          <p:nvPicPr>
            <p:cNvPr id="81" name="Picture 7"/>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54051" y="4664076"/>
              <a:ext cx="792162" cy="72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2" name="computr3"/>
            <p:cNvSpPr>
              <a:spLocks noEditPoints="1" noChangeArrowheads="1"/>
            </p:cNvSpPr>
            <p:nvPr/>
          </p:nvSpPr>
          <p:spPr bwMode="auto">
            <a:xfrm>
              <a:off x="267495" y="5817395"/>
              <a:ext cx="773112" cy="560388"/>
            </a:xfrm>
            <a:custGeom>
              <a:avLst/>
              <a:gdLst>
                <a:gd name="T0" fmla="*/ 0 w 21600"/>
                <a:gd name="T1" fmla="*/ 10800 h 21600"/>
                <a:gd name="T2" fmla="*/ 10800 w 21600"/>
                <a:gd name="T3" fmla="*/ 0 h 21600"/>
                <a:gd name="T4" fmla="*/ 10800 w 21600"/>
                <a:gd name="T5" fmla="*/ 21600 h 21600"/>
                <a:gd name="T6" fmla="*/ 18135 w 21600"/>
                <a:gd name="T7" fmla="*/ 10800 h 21600"/>
                <a:gd name="T8" fmla="*/ 7811 w 21600"/>
                <a:gd name="T9" fmla="*/ 2584 h 21600"/>
                <a:gd name="T10" fmla="*/ 16359 w 21600"/>
                <a:gd name="T11" fmla="*/ 11764 h 21600"/>
              </a:gdLst>
              <a:ahLst/>
              <a:cxnLst>
                <a:cxn ang="0">
                  <a:pos x="T0" y="T1"/>
                </a:cxn>
                <a:cxn ang="0">
                  <a:pos x="T2" y="T3"/>
                </a:cxn>
                <a:cxn ang="0">
                  <a:pos x="T4" y="T5"/>
                </a:cxn>
                <a:cxn ang="0">
                  <a:pos x="T6" y="T7"/>
                </a:cxn>
              </a:cxnLst>
              <a:rect l="T8" t="T9" r="T10" b="T11"/>
              <a:pathLst>
                <a:path w="21600" h="21600" extrusionOk="0">
                  <a:moveTo>
                    <a:pt x="18250" y="17743"/>
                  </a:moveTo>
                  <a:lnTo>
                    <a:pt x="17557" y="16971"/>
                  </a:lnTo>
                  <a:lnTo>
                    <a:pt x="5429" y="16971"/>
                  </a:lnTo>
                  <a:lnTo>
                    <a:pt x="4736" y="17743"/>
                  </a:lnTo>
                  <a:lnTo>
                    <a:pt x="18250" y="17743"/>
                  </a:lnTo>
                  <a:close/>
                </a:path>
                <a:path w="21600" h="21600" extrusionOk="0">
                  <a:moveTo>
                    <a:pt x="18250" y="17743"/>
                  </a:moveTo>
                  <a:moveTo>
                    <a:pt x="19405" y="19131"/>
                  </a:moveTo>
                  <a:lnTo>
                    <a:pt x="18712" y="18360"/>
                  </a:lnTo>
                  <a:lnTo>
                    <a:pt x="4274" y="18360"/>
                  </a:lnTo>
                  <a:lnTo>
                    <a:pt x="3581" y="19131"/>
                  </a:lnTo>
                  <a:lnTo>
                    <a:pt x="19405" y="19131"/>
                  </a:lnTo>
                  <a:close/>
                </a:path>
                <a:path w="21600" h="21600" extrusionOk="0">
                  <a:moveTo>
                    <a:pt x="19405" y="19131"/>
                  </a:moveTo>
                  <a:moveTo>
                    <a:pt x="20560" y="20520"/>
                  </a:moveTo>
                  <a:lnTo>
                    <a:pt x="19867" y="19749"/>
                  </a:lnTo>
                  <a:lnTo>
                    <a:pt x="3119" y="19749"/>
                  </a:lnTo>
                  <a:lnTo>
                    <a:pt x="2426" y="20520"/>
                  </a:lnTo>
                  <a:lnTo>
                    <a:pt x="20560" y="20520"/>
                  </a:lnTo>
                  <a:close/>
                </a:path>
                <a:path w="21600" h="21600" extrusionOk="0">
                  <a:moveTo>
                    <a:pt x="20560" y="20520"/>
                  </a:moveTo>
                  <a:moveTo>
                    <a:pt x="4620" y="16971"/>
                  </a:moveTo>
                  <a:lnTo>
                    <a:pt x="5313" y="16200"/>
                  </a:lnTo>
                  <a:lnTo>
                    <a:pt x="7624" y="16200"/>
                  </a:lnTo>
                  <a:lnTo>
                    <a:pt x="7624" y="14194"/>
                  </a:lnTo>
                  <a:lnTo>
                    <a:pt x="5891" y="14194"/>
                  </a:lnTo>
                  <a:lnTo>
                    <a:pt x="5891" y="0"/>
                  </a:lnTo>
                  <a:lnTo>
                    <a:pt x="12013" y="0"/>
                  </a:lnTo>
                  <a:lnTo>
                    <a:pt x="18135" y="0"/>
                  </a:lnTo>
                  <a:lnTo>
                    <a:pt x="18135" y="10800"/>
                  </a:lnTo>
                  <a:lnTo>
                    <a:pt x="18135" y="14194"/>
                  </a:lnTo>
                  <a:lnTo>
                    <a:pt x="16402" y="14194"/>
                  </a:lnTo>
                  <a:lnTo>
                    <a:pt x="16402" y="16200"/>
                  </a:lnTo>
                  <a:lnTo>
                    <a:pt x="17788" y="16200"/>
                  </a:lnTo>
                  <a:lnTo>
                    <a:pt x="19059" y="17743"/>
                  </a:lnTo>
                  <a:lnTo>
                    <a:pt x="21022" y="19903"/>
                  </a:lnTo>
                  <a:lnTo>
                    <a:pt x="21253" y="20057"/>
                  </a:lnTo>
                  <a:lnTo>
                    <a:pt x="21369" y="20366"/>
                  </a:lnTo>
                  <a:lnTo>
                    <a:pt x="21600" y="20674"/>
                  </a:lnTo>
                  <a:lnTo>
                    <a:pt x="21600" y="20829"/>
                  </a:lnTo>
                  <a:lnTo>
                    <a:pt x="21600" y="20983"/>
                  </a:lnTo>
                  <a:lnTo>
                    <a:pt x="21600" y="21137"/>
                  </a:lnTo>
                  <a:lnTo>
                    <a:pt x="21600" y="21291"/>
                  </a:lnTo>
                  <a:lnTo>
                    <a:pt x="21484" y="21446"/>
                  </a:lnTo>
                  <a:lnTo>
                    <a:pt x="21369" y="21446"/>
                  </a:lnTo>
                  <a:lnTo>
                    <a:pt x="21138" y="21600"/>
                  </a:lnTo>
                  <a:lnTo>
                    <a:pt x="21022" y="21600"/>
                  </a:lnTo>
                  <a:lnTo>
                    <a:pt x="10973" y="21600"/>
                  </a:lnTo>
                  <a:lnTo>
                    <a:pt x="2079" y="21600"/>
                  </a:lnTo>
                  <a:lnTo>
                    <a:pt x="1848" y="21600"/>
                  </a:lnTo>
                  <a:lnTo>
                    <a:pt x="1733" y="21446"/>
                  </a:lnTo>
                  <a:lnTo>
                    <a:pt x="1617" y="21446"/>
                  </a:lnTo>
                  <a:lnTo>
                    <a:pt x="1502" y="21291"/>
                  </a:lnTo>
                  <a:lnTo>
                    <a:pt x="1386" y="21291"/>
                  </a:lnTo>
                  <a:lnTo>
                    <a:pt x="1386" y="21137"/>
                  </a:lnTo>
                  <a:lnTo>
                    <a:pt x="1386" y="20983"/>
                  </a:lnTo>
                  <a:lnTo>
                    <a:pt x="1386" y="20829"/>
                  </a:lnTo>
                  <a:lnTo>
                    <a:pt x="1502" y="20674"/>
                  </a:lnTo>
                  <a:lnTo>
                    <a:pt x="1617" y="20366"/>
                  </a:lnTo>
                  <a:lnTo>
                    <a:pt x="1733" y="20057"/>
                  </a:lnTo>
                  <a:lnTo>
                    <a:pt x="1964" y="19903"/>
                  </a:lnTo>
                  <a:lnTo>
                    <a:pt x="0" y="19903"/>
                  </a:lnTo>
                  <a:lnTo>
                    <a:pt x="0" y="10800"/>
                  </a:lnTo>
                  <a:lnTo>
                    <a:pt x="0" y="2777"/>
                  </a:lnTo>
                  <a:lnTo>
                    <a:pt x="4620" y="2777"/>
                  </a:lnTo>
                  <a:lnTo>
                    <a:pt x="4620" y="16971"/>
                  </a:lnTo>
                  <a:moveTo>
                    <a:pt x="4620" y="16971"/>
                  </a:moveTo>
                  <a:moveTo>
                    <a:pt x="4620" y="16971"/>
                  </a:moveTo>
                  <a:lnTo>
                    <a:pt x="4158" y="17434"/>
                  </a:lnTo>
                  <a:lnTo>
                    <a:pt x="2541" y="19286"/>
                  </a:lnTo>
                  <a:lnTo>
                    <a:pt x="1964" y="19903"/>
                  </a:lnTo>
                  <a:lnTo>
                    <a:pt x="4620" y="16971"/>
                  </a:lnTo>
                  <a:close/>
                </a:path>
                <a:path w="21600" h="21600" extrusionOk="0">
                  <a:moveTo>
                    <a:pt x="7624" y="2314"/>
                  </a:moveTo>
                  <a:moveTo>
                    <a:pt x="16402" y="2314"/>
                  </a:moveTo>
                  <a:lnTo>
                    <a:pt x="16402" y="11880"/>
                  </a:lnTo>
                  <a:lnTo>
                    <a:pt x="7624" y="11880"/>
                  </a:lnTo>
                  <a:lnTo>
                    <a:pt x="7624" y="2314"/>
                  </a:lnTo>
                  <a:close/>
                </a:path>
                <a:path w="21600" h="21600" extrusionOk="0">
                  <a:moveTo>
                    <a:pt x="578" y="4011"/>
                  </a:moveTo>
                  <a:moveTo>
                    <a:pt x="4043" y="4011"/>
                  </a:moveTo>
                  <a:lnTo>
                    <a:pt x="4043" y="4320"/>
                  </a:lnTo>
                  <a:lnTo>
                    <a:pt x="578" y="4320"/>
                  </a:lnTo>
                  <a:lnTo>
                    <a:pt x="578" y="4011"/>
                  </a:lnTo>
                  <a:close/>
                  <a:moveTo>
                    <a:pt x="7624" y="14194"/>
                  </a:moveTo>
                  <a:lnTo>
                    <a:pt x="16402" y="14194"/>
                  </a:lnTo>
                  <a:lnTo>
                    <a:pt x="16402" y="16200"/>
                  </a:lnTo>
                  <a:lnTo>
                    <a:pt x="7624" y="16200"/>
                  </a:lnTo>
                </a:path>
              </a:pathLst>
            </a:custGeom>
            <a:solidFill>
              <a:srgbClr val="99CC00"/>
            </a:solidFill>
            <a:ln w="9525">
              <a:solidFill>
                <a:srgbClr val="000000"/>
              </a:solidFill>
              <a:miter lim="800000"/>
              <a:headEnd/>
              <a:tailEnd/>
            </a:ln>
          </p:spPr>
          <p:txBody>
            <a:bodyPr/>
            <a:lstStyle/>
            <a:p>
              <a:pPr fontAlgn="base">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cxnSp>
          <p:nvCxnSpPr>
            <p:cNvPr id="83" name="直接连接符 82"/>
            <p:cNvCxnSpPr>
              <a:stCxn id="81" idx="2"/>
              <a:endCxn id="82" idx="1"/>
            </p:cNvCxnSpPr>
            <p:nvPr/>
          </p:nvCxnSpPr>
          <p:spPr bwMode="auto">
            <a:xfrm flipH="1">
              <a:off x="654051" y="5384801"/>
              <a:ext cx="396081" cy="432594"/>
            </a:xfrm>
            <a:prstGeom prst="line">
              <a:avLst/>
            </a:prstGeom>
            <a:noFill/>
            <a:ln w="19050" cap="flat" cmpd="sng" algn="ctr">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4" name="直接连接符 83"/>
            <p:cNvCxnSpPr>
              <a:stCxn id="81" idx="2"/>
              <a:endCxn id="80" idx="1"/>
            </p:cNvCxnSpPr>
            <p:nvPr/>
          </p:nvCxnSpPr>
          <p:spPr bwMode="auto">
            <a:xfrm>
              <a:off x="1050132" y="5384801"/>
              <a:ext cx="552450" cy="432594"/>
            </a:xfrm>
            <a:prstGeom prst="line">
              <a:avLst/>
            </a:prstGeom>
            <a:noFill/>
            <a:ln w="19050" cap="flat" cmpd="sng" algn="ctr">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85" name="组合 84"/>
          <p:cNvGrpSpPr/>
          <p:nvPr/>
        </p:nvGrpSpPr>
        <p:grpSpPr>
          <a:xfrm>
            <a:off x="8889419" y="4826552"/>
            <a:ext cx="1323179" cy="1498598"/>
            <a:chOff x="267495" y="4664076"/>
            <a:chExt cx="1721643" cy="1713707"/>
          </a:xfrm>
        </p:grpSpPr>
        <p:sp>
          <p:nvSpPr>
            <p:cNvPr id="86" name="computr3"/>
            <p:cNvSpPr>
              <a:spLocks noEditPoints="1" noChangeArrowheads="1"/>
            </p:cNvSpPr>
            <p:nvPr/>
          </p:nvSpPr>
          <p:spPr bwMode="auto">
            <a:xfrm>
              <a:off x="1216026" y="5817395"/>
              <a:ext cx="773112" cy="560388"/>
            </a:xfrm>
            <a:custGeom>
              <a:avLst/>
              <a:gdLst>
                <a:gd name="T0" fmla="*/ 0 w 21600"/>
                <a:gd name="T1" fmla="*/ 10800 h 21600"/>
                <a:gd name="T2" fmla="*/ 10800 w 21600"/>
                <a:gd name="T3" fmla="*/ 0 h 21600"/>
                <a:gd name="T4" fmla="*/ 10800 w 21600"/>
                <a:gd name="T5" fmla="*/ 21600 h 21600"/>
                <a:gd name="T6" fmla="*/ 18135 w 21600"/>
                <a:gd name="T7" fmla="*/ 10800 h 21600"/>
                <a:gd name="T8" fmla="*/ 7811 w 21600"/>
                <a:gd name="T9" fmla="*/ 2584 h 21600"/>
                <a:gd name="T10" fmla="*/ 16359 w 21600"/>
                <a:gd name="T11" fmla="*/ 11764 h 21600"/>
              </a:gdLst>
              <a:ahLst/>
              <a:cxnLst>
                <a:cxn ang="0">
                  <a:pos x="T0" y="T1"/>
                </a:cxn>
                <a:cxn ang="0">
                  <a:pos x="T2" y="T3"/>
                </a:cxn>
                <a:cxn ang="0">
                  <a:pos x="T4" y="T5"/>
                </a:cxn>
                <a:cxn ang="0">
                  <a:pos x="T6" y="T7"/>
                </a:cxn>
              </a:cxnLst>
              <a:rect l="T8" t="T9" r="T10" b="T11"/>
              <a:pathLst>
                <a:path w="21600" h="21600" extrusionOk="0">
                  <a:moveTo>
                    <a:pt x="18250" y="17743"/>
                  </a:moveTo>
                  <a:lnTo>
                    <a:pt x="17557" y="16971"/>
                  </a:lnTo>
                  <a:lnTo>
                    <a:pt x="5429" y="16971"/>
                  </a:lnTo>
                  <a:lnTo>
                    <a:pt x="4736" y="17743"/>
                  </a:lnTo>
                  <a:lnTo>
                    <a:pt x="18250" y="17743"/>
                  </a:lnTo>
                  <a:close/>
                </a:path>
                <a:path w="21600" h="21600" extrusionOk="0">
                  <a:moveTo>
                    <a:pt x="18250" y="17743"/>
                  </a:moveTo>
                  <a:moveTo>
                    <a:pt x="19405" y="19131"/>
                  </a:moveTo>
                  <a:lnTo>
                    <a:pt x="18712" y="18360"/>
                  </a:lnTo>
                  <a:lnTo>
                    <a:pt x="4274" y="18360"/>
                  </a:lnTo>
                  <a:lnTo>
                    <a:pt x="3581" y="19131"/>
                  </a:lnTo>
                  <a:lnTo>
                    <a:pt x="19405" y="19131"/>
                  </a:lnTo>
                  <a:close/>
                </a:path>
                <a:path w="21600" h="21600" extrusionOk="0">
                  <a:moveTo>
                    <a:pt x="19405" y="19131"/>
                  </a:moveTo>
                  <a:moveTo>
                    <a:pt x="20560" y="20520"/>
                  </a:moveTo>
                  <a:lnTo>
                    <a:pt x="19867" y="19749"/>
                  </a:lnTo>
                  <a:lnTo>
                    <a:pt x="3119" y="19749"/>
                  </a:lnTo>
                  <a:lnTo>
                    <a:pt x="2426" y="20520"/>
                  </a:lnTo>
                  <a:lnTo>
                    <a:pt x="20560" y="20520"/>
                  </a:lnTo>
                  <a:close/>
                </a:path>
                <a:path w="21600" h="21600" extrusionOk="0">
                  <a:moveTo>
                    <a:pt x="20560" y="20520"/>
                  </a:moveTo>
                  <a:moveTo>
                    <a:pt x="4620" y="16971"/>
                  </a:moveTo>
                  <a:lnTo>
                    <a:pt x="5313" y="16200"/>
                  </a:lnTo>
                  <a:lnTo>
                    <a:pt x="7624" y="16200"/>
                  </a:lnTo>
                  <a:lnTo>
                    <a:pt x="7624" y="14194"/>
                  </a:lnTo>
                  <a:lnTo>
                    <a:pt x="5891" y="14194"/>
                  </a:lnTo>
                  <a:lnTo>
                    <a:pt x="5891" y="0"/>
                  </a:lnTo>
                  <a:lnTo>
                    <a:pt x="12013" y="0"/>
                  </a:lnTo>
                  <a:lnTo>
                    <a:pt x="18135" y="0"/>
                  </a:lnTo>
                  <a:lnTo>
                    <a:pt x="18135" y="10800"/>
                  </a:lnTo>
                  <a:lnTo>
                    <a:pt x="18135" y="14194"/>
                  </a:lnTo>
                  <a:lnTo>
                    <a:pt x="16402" y="14194"/>
                  </a:lnTo>
                  <a:lnTo>
                    <a:pt x="16402" y="16200"/>
                  </a:lnTo>
                  <a:lnTo>
                    <a:pt x="17788" y="16200"/>
                  </a:lnTo>
                  <a:lnTo>
                    <a:pt x="19059" y="17743"/>
                  </a:lnTo>
                  <a:lnTo>
                    <a:pt x="21022" y="19903"/>
                  </a:lnTo>
                  <a:lnTo>
                    <a:pt x="21253" y="20057"/>
                  </a:lnTo>
                  <a:lnTo>
                    <a:pt x="21369" y="20366"/>
                  </a:lnTo>
                  <a:lnTo>
                    <a:pt x="21600" y="20674"/>
                  </a:lnTo>
                  <a:lnTo>
                    <a:pt x="21600" y="20829"/>
                  </a:lnTo>
                  <a:lnTo>
                    <a:pt x="21600" y="20983"/>
                  </a:lnTo>
                  <a:lnTo>
                    <a:pt x="21600" y="21137"/>
                  </a:lnTo>
                  <a:lnTo>
                    <a:pt x="21600" y="21291"/>
                  </a:lnTo>
                  <a:lnTo>
                    <a:pt x="21484" y="21446"/>
                  </a:lnTo>
                  <a:lnTo>
                    <a:pt x="21369" y="21446"/>
                  </a:lnTo>
                  <a:lnTo>
                    <a:pt x="21138" y="21600"/>
                  </a:lnTo>
                  <a:lnTo>
                    <a:pt x="21022" y="21600"/>
                  </a:lnTo>
                  <a:lnTo>
                    <a:pt x="10973" y="21600"/>
                  </a:lnTo>
                  <a:lnTo>
                    <a:pt x="2079" y="21600"/>
                  </a:lnTo>
                  <a:lnTo>
                    <a:pt x="1848" y="21600"/>
                  </a:lnTo>
                  <a:lnTo>
                    <a:pt x="1733" y="21446"/>
                  </a:lnTo>
                  <a:lnTo>
                    <a:pt x="1617" y="21446"/>
                  </a:lnTo>
                  <a:lnTo>
                    <a:pt x="1502" y="21291"/>
                  </a:lnTo>
                  <a:lnTo>
                    <a:pt x="1386" y="21291"/>
                  </a:lnTo>
                  <a:lnTo>
                    <a:pt x="1386" y="21137"/>
                  </a:lnTo>
                  <a:lnTo>
                    <a:pt x="1386" y="20983"/>
                  </a:lnTo>
                  <a:lnTo>
                    <a:pt x="1386" y="20829"/>
                  </a:lnTo>
                  <a:lnTo>
                    <a:pt x="1502" y="20674"/>
                  </a:lnTo>
                  <a:lnTo>
                    <a:pt x="1617" y="20366"/>
                  </a:lnTo>
                  <a:lnTo>
                    <a:pt x="1733" y="20057"/>
                  </a:lnTo>
                  <a:lnTo>
                    <a:pt x="1964" y="19903"/>
                  </a:lnTo>
                  <a:lnTo>
                    <a:pt x="0" y="19903"/>
                  </a:lnTo>
                  <a:lnTo>
                    <a:pt x="0" y="10800"/>
                  </a:lnTo>
                  <a:lnTo>
                    <a:pt x="0" y="2777"/>
                  </a:lnTo>
                  <a:lnTo>
                    <a:pt x="4620" y="2777"/>
                  </a:lnTo>
                  <a:lnTo>
                    <a:pt x="4620" y="16971"/>
                  </a:lnTo>
                  <a:moveTo>
                    <a:pt x="4620" y="16971"/>
                  </a:moveTo>
                  <a:moveTo>
                    <a:pt x="4620" y="16971"/>
                  </a:moveTo>
                  <a:lnTo>
                    <a:pt x="4158" y="17434"/>
                  </a:lnTo>
                  <a:lnTo>
                    <a:pt x="2541" y="19286"/>
                  </a:lnTo>
                  <a:lnTo>
                    <a:pt x="1964" y="19903"/>
                  </a:lnTo>
                  <a:lnTo>
                    <a:pt x="4620" y="16971"/>
                  </a:lnTo>
                  <a:close/>
                </a:path>
                <a:path w="21600" h="21600" extrusionOk="0">
                  <a:moveTo>
                    <a:pt x="7624" y="2314"/>
                  </a:moveTo>
                  <a:moveTo>
                    <a:pt x="16402" y="2314"/>
                  </a:moveTo>
                  <a:lnTo>
                    <a:pt x="16402" y="11880"/>
                  </a:lnTo>
                  <a:lnTo>
                    <a:pt x="7624" y="11880"/>
                  </a:lnTo>
                  <a:lnTo>
                    <a:pt x="7624" y="2314"/>
                  </a:lnTo>
                  <a:close/>
                </a:path>
                <a:path w="21600" h="21600" extrusionOk="0">
                  <a:moveTo>
                    <a:pt x="578" y="4011"/>
                  </a:moveTo>
                  <a:moveTo>
                    <a:pt x="4043" y="4011"/>
                  </a:moveTo>
                  <a:lnTo>
                    <a:pt x="4043" y="4320"/>
                  </a:lnTo>
                  <a:lnTo>
                    <a:pt x="578" y="4320"/>
                  </a:lnTo>
                  <a:lnTo>
                    <a:pt x="578" y="4011"/>
                  </a:lnTo>
                  <a:close/>
                  <a:moveTo>
                    <a:pt x="7624" y="14194"/>
                  </a:moveTo>
                  <a:lnTo>
                    <a:pt x="16402" y="14194"/>
                  </a:lnTo>
                  <a:lnTo>
                    <a:pt x="16402" y="16200"/>
                  </a:lnTo>
                  <a:lnTo>
                    <a:pt x="7624" y="16200"/>
                  </a:lnTo>
                </a:path>
              </a:pathLst>
            </a:custGeom>
            <a:solidFill>
              <a:srgbClr val="99CC00"/>
            </a:solidFill>
            <a:ln w="9525">
              <a:solidFill>
                <a:srgbClr val="000000"/>
              </a:solidFill>
              <a:miter lim="800000"/>
              <a:headEnd/>
              <a:tailEnd/>
            </a:ln>
          </p:spPr>
          <p:txBody>
            <a:bodyPr/>
            <a:lstStyle/>
            <a:p>
              <a:pPr fontAlgn="base">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pic>
          <p:nvPicPr>
            <p:cNvPr id="87" name="Picture 7"/>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54051" y="4664076"/>
              <a:ext cx="792162" cy="72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8" name="computr3"/>
            <p:cNvSpPr>
              <a:spLocks noEditPoints="1" noChangeArrowheads="1"/>
            </p:cNvSpPr>
            <p:nvPr/>
          </p:nvSpPr>
          <p:spPr bwMode="auto">
            <a:xfrm>
              <a:off x="267495" y="5817395"/>
              <a:ext cx="773112" cy="560388"/>
            </a:xfrm>
            <a:custGeom>
              <a:avLst/>
              <a:gdLst>
                <a:gd name="T0" fmla="*/ 0 w 21600"/>
                <a:gd name="T1" fmla="*/ 10800 h 21600"/>
                <a:gd name="T2" fmla="*/ 10800 w 21600"/>
                <a:gd name="T3" fmla="*/ 0 h 21600"/>
                <a:gd name="T4" fmla="*/ 10800 w 21600"/>
                <a:gd name="T5" fmla="*/ 21600 h 21600"/>
                <a:gd name="T6" fmla="*/ 18135 w 21600"/>
                <a:gd name="T7" fmla="*/ 10800 h 21600"/>
                <a:gd name="T8" fmla="*/ 7811 w 21600"/>
                <a:gd name="T9" fmla="*/ 2584 h 21600"/>
                <a:gd name="T10" fmla="*/ 16359 w 21600"/>
                <a:gd name="T11" fmla="*/ 11764 h 21600"/>
              </a:gdLst>
              <a:ahLst/>
              <a:cxnLst>
                <a:cxn ang="0">
                  <a:pos x="T0" y="T1"/>
                </a:cxn>
                <a:cxn ang="0">
                  <a:pos x="T2" y="T3"/>
                </a:cxn>
                <a:cxn ang="0">
                  <a:pos x="T4" y="T5"/>
                </a:cxn>
                <a:cxn ang="0">
                  <a:pos x="T6" y="T7"/>
                </a:cxn>
              </a:cxnLst>
              <a:rect l="T8" t="T9" r="T10" b="T11"/>
              <a:pathLst>
                <a:path w="21600" h="21600" extrusionOk="0">
                  <a:moveTo>
                    <a:pt x="18250" y="17743"/>
                  </a:moveTo>
                  <a:lnTo>
                    <a:pt x="17557" y="16971"/>
                  </a:lnTo>
                  <a:lnTo>
                    <a:pt x="5429" y="16971"/>
                  </a:lnTo>
                  <a:lnTo>
                    <a:pt x="4736" y="17743"/>
                  </a:lnTo>
                  <a:lnTo>
                    <a:pt x="18250" y="17743"/>
                  </a:lnTo>
                  <a:close/>
                </a:path>
                <a:path w="21600" h="21600" extrusionOk="0">
                  <a:moveTo>
                    <a:pt x="18250" y="17743"/>
                  </a:moveTo>
                  <a:moveTo>
                    <a:pt x="19405" y="19131"/>
                  </a:moveTo>
                  <a:lnTo>
                    <a:pt x="18712" y="18360"/>
                  </a:lnTo>
                  <a:lnTo>
                    <a:pt x="4274" y="18360"/>
                  </a:lnTo>
                  <a:lnTo>
                    <a:pt x="3581" y="19131"/>
                  </a:lnTo>
                  <a:lnTo>
                    <a:pt x="19405" y="19131"/>
                  </a:lnTo>
                  <a:close/>
                </a:path>
                <a:path w="21600" h="21600" extrusionOk="0">
                  <a:moveTo>
                    <a:pt x="19405" y="19131"/>
                  </a:moveTo>
                  <a:moveTo>
                    <a:pt x="20560" y="20520"/>
                  </a:moveTo>
                  <a:lnTo>
                    <a:pt x="19867" y="19749"/>
                  </a:lnTo>
                  <a:lnTo>
                    <a:pt x="3119" y="19749"/>
                  </a:lnTo>
                  <a:lnTo>
                    <a:pt x="2426" y="20520"/>
                  </a:lnTo>
                  <a:lnTo>
                    <a:pt x="20560" y="20520"/>
                  </a:lnTo>
                  <a:close/>
                </a:path>
                <a:path w="21600" h="21600" extrusionOk="0">
                  <a:moveTo>
                    <a:pt x="20560" y="20520"/>
                  </a:moveTo>
                  <a:moveTo>
                    <a:pt x="4620" y="16971"/>
                  </a:moveTo>
                  <a:lnTo>
                    <a:pt x="5313" y="16200"/>
                  </a:lnTo>
                  <a:lnTo>
                    <a:pt x="7624" y="16200"/>
                  </a:lnTo>
                  <a:lnTo>
                    <a:pt x="7624" y="14194"/>
                  </a:lnTo>
                  <a:lnTo>
                    <a:pt x="5891" y="14194"/>
                  </a:lnTo>
                  <a:lnTo>
                    <a:pt x="5891" y="0"/>
                  </a:lnTo>
                  <a:lnTo>
                    <a:pt x="12013" y="0"/>
                  </a:lnTo>
                  <a:lnTo>
                    <a:pt x="18135" y="0"/>
                  </a:lnTo>
                  <a:lnTo>
                    <a:pt x="18135" y="10800"/>
                  </a:lnTo>
                  <a:lnTo>
                    <a:pt x="18135" y="14194"/>
                  </a:lnTo>
                  <a:lnTo>
                    <a:pt x="16402" y="14194"/>
                  </a:lnTo>
                  <a:lnTo>
                    <a:pt x="16402" y="16200"/>
                  </a:lnTo>
                  <a:lnTo>
                    <a:pt x="17788" y="16200"/>
                  </a:lnTo>
                  <a:lnTo>
                    <a:pt x="19059" y="17743"/>
                  </a:lnTo>
                  <a:lnTo>
                    <a:pt x="21022" y="19903"/>
                  </a:lnTo>
                  <a:lnTo>
                    <a:pt x="21253" y="20057"/>
                  </a:lnTo>
                  <a:lnTo>
                    <a:pt x="21369" y="20366"/>
                  </a:lnTo>
                  <a:lnTo>
                    <a:pt x="21600" y="20674"/>
                  </a:lnTo>
                  <a:lnTo>
                    <a:pt x="21600" y="20829"/>
                  </a:lnTo>
                  <a:lnTo>
                    <a:pt x="21600" y="20983"/>
                  </a:lnTo>
                  <a:lnTo>
                    <a:pt x="21600" y="21137"/>
                  </a:lnTo>
                  <a:lnTo>
                    <a:pt x="21600" y="21291"/>
                  </a:lnTo>
                  <a:lnTo>
                    <a:pt x="21484" y="21446"/>
                  </a:lnTo>
                  <a:lnTo>
                    <a:pt x="21369" y="21446"/>
                  </a:lnTo>
                  <a:lnTo>
                    <a:pt x="21138" y="21600"/>
                  </a:lnTo>
                  <a:lnTo>
                    <a:pt x="21022" y="21600"/>
                  </a:lnTo>
                  <a:lnTo>
                    <a:pt x="10973" y="21600"/>
                  </a:lnTo>
                  <a:lnTo>
                    <a:pt x="2079" y="21600"/>
                  </a:lnTo>
                  <a:lnTo>
                    <a:pt x="1848" y="21600"/>
                  </a:lnTo>
                  <a:lnTo>
                    <a:pt x="1733" y="21446"/>
                  </a:lnTo>
                  <a:lnTo>
                    <a:pt x="1617" y="21446"/>
                  </a:lnTo>
                  <a:lnTo>
                    <a:pt x="1502" y="21291"/>
                  </a:lnTo>
                  <a:lnTo>
                    <a:pt x="1386" y="21291"/>
                  </a:lnTo>
                  <a:lnTo>
                    <a:pt x="1386" y="21137"/>
                  </a:lnTo>
                  <a:lnTo>
                    <a:pt x="1386" y="20983"/>
                  </a:lnTo>
                  <a:lnTo>
                    <a:pt x="1386" y="20829"/>
                  </a:lnTo>
                  <a:lnTo>
                    <a:pt x="1502" y="20674"/>
                  </a:lnTo>
                  <a:lnTo>
                    <a:pt x="1617" y="20366"/>
                  </a:lnTo>
                  <a:lnTo>
                    <a:pt x="1733" y="20057"/>
                  </a:lnTo>
                  <a:lnTo>
                    <a:pt x="1964" y="19903"/>
                  </a:lnTo>
                  <a:lnTo>
                    <a:pt x="0" y="19903"/>
                  </a:lnTo>
                  <a:lnTo>
                    <a:pt x="0" y="10800"/>
                  </a:lnTo>
                  <a:lnTo>
                    <a:pt x="0" y="2777"/>
                  </a:lnTo>
                  <a:lnTo>
                    <a:pt x="4620" y="2777"/>
                  </a:lnTo>
                  <a:lnTo>
                    <a:pt x="4620" y="16971"/>
                  </a:lnTo>
                  <a:moveTo>
                    <a:pt x="4620" y="16971"/>
                  </a:moveTo>
                  <a:moveTo>
                    <a:pt x="4620" y="16971"/>
                  </a:moveTo>
                  <a:lnTo>
                    <a:pt x="4158" y="17434"/>
                  </a:lnTo>
                  <a:lnTo>
                    <a:pt x="2541" y="19286"/>
                  </a:lnTo>
                  <a:lnTo>
                    <a:pt x="1964" y="19903"/>
                  </a:lnTo>
                  <a:lnTo>
                    <a:pt x="4620" y="16971"/>
                  </a:lnTo>
                  <a:close/>
                </a:path>
                <a:path w="21600" h="21600" extrusionOk="0">
                  <a:moveTo>
                    <a:pt x="7624" y="2314"/>
                  </a:moveTo>
                  <a:moveTo>
                    <a:pt x="16402" y="2314"/>
                  </a:moveTo>
                  <a:lnTo>
                    <a:pt x="16402" y="11880"/>
                  </a:lnTo>
                  <a:lnTo>
                    <a:pt x="7624" y="11880"/>
                  </a:lnTo>
                  <a:lnTo>
                    <a:pt x="7624" y="2314"/>
                  </a:lnTo>
                  <a:close/>
                </a:path>
                <a:path w="21600" h="21600" extrusionOk="0">
                  <a:moveTo>
                    <a:pt x="578" y="4011"/>
                  </a:moveTo>
                  <a:moveTo>
                    <a:pt x="4043" y="4011"/>
                  </a:moveTo>
                  <a:lnTo>
                    <a:pt x="4043" y="4320"/>
                  </a:lnTo>
                  <a:lnTo>
                    <a:pt x="578" y="4320"/>
                  </a:lnTo>
                  <a:lnTo>
                    <a:pt x="578" y="4011"/>
                  </a:lnTo>
                  <a:close/>
                  <a:moveTo>
                    <a:pt x="7624" y="14194"/>
                  </a:moveTo>
                  <a:lnTo>
                    <a:pt x="16402" y="14194"/>
                  </a:lnTo>
                  <a:lnTo>
                    <a:pt x="16402" y="16200"/>
                  </a:lnTo>
                  <a:lnTo>
                    <a:pt x="7624" y="16200"/>
                  </a:lnTo>
                </a:path>
              </a:pathLst>
            </a:custGeom>
            <a:solidFill>
              <a:srgbClr val="99CC00"/>
            </a:solidFill>
            <a:ln w="9525">
              <a:solidFill>
                <a:srgbClr val="000000"/>
              </a:solidFill>
              <a:miter lim="800000"/>
              <a:headEnd/>
              <a:tailEnd/>
            </a:ln>
          </p:spPr>
          <p:txBody>
            <a:bodyPr/>
            <a:lstStyle/>
            <a:p>
              <a:pPr fontAlgn="base">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cxnSp>
          <p:nvCxnSpPr>
            <p:cNvPr id="89" name="直接连接符 88"/>
            <p:cNvCxnSpPr>
              <a:stCxn id="87" idx="2"/>
              <a:endCxn id="88" idx="1"/>
            </p:cNvCxnSpPr>
            <p:nvPr/>
          </p:nvCxnSpPr>
          <p:spPr bwMode="auto">
            <a:xfrm flipH="1">
              <a:off x="654051" y="5384801"/>
              <a:ext cx="396081" cy="432594"/>
            </a:xfrm>
            <a:prstGeom prst="line">
              <a:avLst/>
            </a:prstGeom>
            <a:noFill/>
            <a:ln w="19050" cap="flat" cmpd="sng" algn="ctr">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0" name="直接连接符 89"/>
            <p:cNvCxnSpPr>
              <a:stCxn id="87" idx="2"/>
              <a:endCxn id="86" idx="1"/>
            </p:cNvCxnSpPr>
            <p:nvPr/>
          </p:nvCxnSpPr>
          <p:spPr bwMode="auto">
            <a:xfrm>
              <a:off x="1050132" y="5384801"/>
              <a:ext cx="552450" cy="432594"/>
            </a:xfrm>
            <a:prstGeom prst="line">
              <a:avLst/>
            </a:prstGeom>
            <a:noFill/>
            <a:ln w="19050" cap="flat" cmpd="sng" algn="ctr">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pic>
        <p:nvPicPr>
          <p:cNvPr id="91" name="Picture 5"/>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950397" y="3401350"/>
            <a:ext cx="792163" cy="72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97" name="直接连接符 96"/>
          <p:cNvCxnSpPr>
            <a:stCxn id="87" idx="0"/>
            <a:endCxn id="91" idx="2"/>
          </p:cNvCxnSpPr>
          <p:nvPr/>
        </p:nvCxnSpPr>
        <p:spPr bwMode="auto">
          <a:xfrm flipV="1">
            <a:off x="9490920" y="4122075"/>
            <a:ext cx="855559" cy="704477"/>
          </a:xfrm>
          <a:prstGeom prst="line">
            <a:avLst/>
          </a:prstGeom>
          <a:noFill/>
          <a:ln w="19050" cap="flat" cmpd="sng" algn="ctr">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8" name="直接连接符 97"/>
          <p:cNvCxnSpPr>
            <a:stCxn id="81" idx="0"/>
            <a:endCxn id="91" idx="2"/>
          </p:cNvCxnSpPr>
          <p:nvPr/>
        </p:nvCxnSpPr>
        <p:spPr bwMode="auto">
          <a:xfrm flipH="1" flipV="1">
            <a:off x="10346479" y="4122075"/>
            <a:ext cx="1108199" cy="704477"/>
          </a:xfrm>
          <a:prstGeom prst="line">
            <a:avLst/>
          </a:prstGeom>
          <a:noFill/>
          <a:ln w="19050" cap="flat" cmpd="sng" algn="ctr">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1" name="文本框 100"/>
          <p:cNvSpPr txBox="1"/>
          <p:nvPr/>
        </p:nvSpPr>
        <p:spPr>
          <a:xfrm>
            <a:off x="9915508" y="4923509"/>
            <a:ext cx="1619664" cy="461665"/>
          </a:xfrm>
          <a:prstGeom prst="rect">
            <a:avLst/>
          </a:prstGeom>
          <a:noFill/>
        </p:spPr>
        <p:txBody>
          <a:bodyPr wrap="square" rtlCol="0">
            <a:spAutoFit/>
          </a:bodyPr>
          <a:lstStyle>
            <a:defPPr>
              <a:defRPr lang="zh-CN"/>
            </a:defPPr>
            <a:lvl1pPr>
              <a:defRPr sz="2400" b="1">
                <a:solidFill>
                  <a:srgbClr val="002060"/>
                </a:solidFill>
                <a:latin typeface="楷体" panose="02010609060101010101" pitchFamily="49" charset="-122"/>
                <a:ea typeface="楷体" panose="02010609060101010101" pitchFamily="49" charset="-122"/>
              </a:defRPr>
            </a:lvl1pPr>
          </a:lstStyle>
          <a:p>
            <a:r>
              <a:rPr lang="zh-CN" altLang="en-US" dirty="0"/>
              <a:t>交换机</a:t>
            </a:r>
          </a:p>
        </p:txBody>
      </p:sp>
      <p:sp>
        <p:nvSpPr>
          <p:cNvPr id="102" name="文本框 101"/>
          <p:cNvSpPr txBox="1"/>
          <p:nvPr/>
        </p:nvSpPr>
        <p:spPr>
          <a:xfrm>
            <a:off x="9514991" y="2897039"/>
            <a:ext cx="1793498" cy="461665"/>
          </a:xfrm>
          <a:prstGeom prst="rect">
            <a:avLst/>
          </a:prstGeom>
          <a:noFill/>
        </p:spPr>
        <p:txBody>
          <a:bodyPr wrap="square" rtlCol="0">
            <a:spAutoFit/>
          </a:bodyPr>
          <a:lstStyle>
            <a:defPPr>
              <a:defRPr lang="zh-CN"/>
            </a:defPPr>
            <a:lvl1pPr>
              <a:defRPr sz="2400" b="1">
                <a:solidFill>
                  <a:srgbClr val="002060"/>
                </a:solidFill>
                <a:latin typeface="楷体" panose="02010609060101010101" pitchFamily="49" charset="-122"/>
                <a:ea typeface="楷体" panose="02010609060101010101" pitchFamily="49" charset="-122"/>
              </a:defRPr>
            </a:lvl1pPr>
          </a:lstStyle>
          <a:p>
            <a:r>
              <a:rPr lang="zh-CN" altLang="en-US" dirty="0"/>
              <a:t>中心交换机</a:t>
            </a:r>
          </a:p>
        </p:txBody>
      </p:sp>
      <p:cxnSp>
        <p:nvCxnSpPr>
          <p:cNvPr id="103" name="直接连接符 102"/>
          <p:cNvCxnSpPr>
            <a:stCxn id="91" idx="1"/>
            <a:endCxn id="72" idx="3"/>
          </p:cNvCxnSpPr>
          <p:nvPr/>
        </p:nvCxnSpPr>
        <p:spPr bwMode="auto">
          <a:xfrm flipH="1" flipV="1">
            <a:off x="9110248" y="3740267"/>
            <a:ext cx="840149" cy="21446"/>
          </a:xfrm>
          <a:prstGeom prst="line">
            <a:avLst/>
          </a:prstGeom>
          <a:noFill/>
          <a:ln w="19050" cap="flat" cmpd="sng" algn="ctr">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4" name="文本框 103"/>
          <p:cNvSpPr txBox="1"/>
          <p:nvPr/>
        </p:nvSpPr>
        <p:spPr>
          <a:xfrm>
            <a:off x="8264626" y="2940350"/>
            <a:ext cx="1188636" cy="461665"/>
          </a:xfrm>
          <a:prstGeom prst="rect">
            <a:avLst/>
          </a:prstGeom>
          <a:noFill/>
        </p:spPr>
        <p:txBody>
          <a:bodyPr wrap="square" rtlCol="0">
            <a:spAutoFit/>
          </a:bodyPr>
          <a:lstStyle>
            <a:defPPr>
              <a:defRPr lang="zh-CN"/>
            </a:defPPr>
            <a:lvl1pPr>
              <a:defRPr sz="2400" b="1">
                <a:solidFill>
                  <a:srgbClr val="002060"/>
                </a:solidFill>
                <a:latin typeface="楷体" panose="02010609060101010101" pitchFamily="49" charset="-122"/>
                <a:ea typeface="楷体" panose="02010609060101010101" pitchFamily="49" charset="-122"/>
              </a:defRPr>
            </a:lvl1pPr>
          </a:lstStyle>
          <a:p>
            <a:r>
              <a:rPr lang="zh-CN" altLang="en-US" dirty="0"/>
              <a:t>路由器</a:t>
            </a:r>
          </a:p>
        </p:txBody>
      </p:sp>
      <p:sp>
        <p:nvSpPr>
          <p:cNvPr id="106" name="文本框 105"/>
          <p:cNvSpPr txBox="1"/>
          <p:nvPr/>
        </p:nvSpPr>
        <p:spPr>
          <a:xfrm>
            <a:off x="8967361" y="6325149"/>
            <a:ext cx="1225458" cy="461665"/>
          </a:xfrm>
          <a:prstGeom prst="rect">
            <a:avLst/>
          </a:prstGeom>
          <a:noFill/>
        </p:spPr>
        <p:txBody>
          <a:bodyPr wrap="square" rtlCol="0">
            <a:spAutoFit/>
          </a:bodyPr>
          <a:lstStyle/>
          <a:p>
            <a:r>
              <a:rPr lang="zh-CN" altLang="en-US" sz="2400" b="1" dirty="0" smtClean="0">
                <a:solidFill>
                  <a:srgbClr val="002060"/>
                </a:solidFill>
                <a:latin typeface="楷体" panose="02010609060101010101" pitchFamily="49" charset="-122"/>
                <a:ea typeface="楷体" panose="02010609060101010101" pitchFamily="49" charset="-122"/>
              </a:rPr>
              <a:t>办公区</a:t>
            </a:r>
            <a:endParaRPr lang="zh-CN" altLang="en-US" sz="2400" b="1" dirty="0">
              <a:solidFill>
                <a:srgbClr val="002060"/>
              </a:solidFill>
              <a:latin typeface="楷体" panose="02010609060101010101" pitchFamily="49" charset="-122"/>
              <a:ea typeface="楷体" panose="02010609060101010101" pitchFamily="49" charset="-122"/>
            </a:endParaRPr>
          </a:p>
        </p:txBody>
      </p:sp>
      <p:sp>
        <p:nvSpPr>
          <p:cNvPr id="107" name="文本框 106"/>
          <p:cNvSpPr txBox="1"/>
          <p:nvPr/>
        </p:nvSpPr>
        <p:spPr>
          <a:xfrm>
            <a:off x="10902038" y="6325150"/>
            <a:ext cx="1225458" cy="461665"/>
          </a:xfrm>
          <a:prstGeom prst="rect">
            <a:avLst/>
          </a:prstGeom>
          <a:noFill/>
        </p:spPr>
        <p:txBody>
          <a:bodyPr wrap="square" rtlCol="0">
            <a:spAutoFit/>
          </a:bodyPr>
          <a:lstStyle/>
          <a:p>
            <a:r>
              <a:rPr lang="zh-CN" altLang="en-US" sz="2400" b="1" dirty="0">
                <a:solidFill>
                  <a:srgbClr val="002060"/>
                </a:solidFill>
                <a:latin typeface="楷体" panose="02010609060101010101" pitchFamily="49" charset="-122"/>
                <a:ea typeface="楷体" panose="02010609060101010101" pitchFamily="49" charset="-122"/>
              </a:rPr>
              <a:t>教学</a:t>
            </a:r>
            <a:r>
              <a:rPr lang="zh-CN" altLang="en-US" sz="2400" b="1" dirty="0" smtClean="0">
                <a:solidFill>
                  <a:srgbClr val="002060"/>
                </a:solidFill>
                <a:latin typeface="楷体" panose="02010609060101010101" pitchFamily="49" charset="-122"/>
                <a:ea typeface="楷体" panose="02010609060101010101" pitchFamily="49" charset="-122"/>
              </a:rPr>
              <a:t>区</a:t>
            </a:r>
            <a:endParaRPr lang="zh-CN" altLang="en-US" sz="2400" b="1" dirty="0">
              <a:solidFill>
                <a:srgbClr val="002060"/>
              </a:solidFill>
              <a:latin typeface="楷体" panose="02010609060101010101" pitchFamily="49" charset="-122"/>
              <a:ea typeface="楷体" panose="02010609060101010101" pitchFamily="49" charset="-122"/>
            </a:endParaRPr>
          </a:p>
        </p:txBody>
      </p:sp>
      <p:pic>
        <p:nvPicPr>
          <p:cNvPr id="4" name="Picture 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48478" y="3533275"/>
            <a:ext cx="775122" cy="456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15" name="组合 14"/>
          <p:cNvGrpSpPr/>
          <p:nvPr/>
        </p:nvGrpSpPr>
        <p:grpSpPr>
          <a:xfrm>
            <a:off x="124328" y="4687096"/>
            <a:ext cx="1323179" cy="1498598"/>
            <a:chOff x="267495" y="4664076"/>
            <a:chExt cx="1721643" cy="1713707"/>
          </a:xfrm>
        </p:grpSpPr>
        <p:sp>
          <p:nvSpPr>
            <p:cNvPr id="3" name="computr3"/>
            <p:cNvSpPr>
              <a:spLocks noEditPoints="1" noChangeArrowheads="1"/>
            </p:cNvSpPr>
            <p:nvPr/>
          </p:nvSpPr>
          <p:spPr bwMode="auto">
            <a:xfrm>
              <a:off x="1216026" y="5817395"/>
              <a:ext cx="773112" cy="560388"/>
            </a:xfrm>
            <a:custGeom>
              <a:avLst/>
              <a:gdLst>
                <a:gd name="T0" fmla="*/ 0 w 21600"/>
                <a:gd name="T1" fmla="*/ 10800 h 21600"/>
                <a:gd name="T2" fmla="*/ 10800 w 21600"/>
                <a:gd name="T3" fmla="*/ 0 h 21600"/>
                <a:gd name="T4" fmla="*/ 10800 w 21600"/>
                <a:gd name="T5" fmla="*/ 21600 h 21600"/>
                <a:gd name="T6" fmla="*/ 18135 w 21600"/>
                <a:gd name="T7" fmla="*/ 10800 h 21600"/>
                <a:gd name="T8" fmla="*/ 7811 w 21600"/>
                <a:gd name="T9" fmla="*/ 2584 h 21600"/>
                <a:gd name="T10" fmla="*/ 16359 w 21600"/>
                <a:gd name="T11" fmla="*/ 11764 h 21600"/>
              </a:gdLst>
              <a:ahLst/>
              <a:cxnLst>
                <a:cxn ang="0">
                  <a:pos x="T0" y="T1"/>
                </a:cxn>
                <a:cxn ang="0">
                  <a:pos x="T2" y="T3"/>
                </a:cxn>
                <a:cxn ang="0">
                  <a:pos x="T4" y="T5"/>
                </a:cxn>
                <a:cxn ang="0">
                  <a:pos x="T6" y="T7"/>
                </a:cxn>
              </a:cxnLst>
              <a:rect l="T8" t="T9" r="T10" b="T11"/>
              <a:pathLst>
                <a:path w="21600" h="21600" extrusionOk="0">
                  <a:moveTo>
                    <a:pt x="18250" y="17743"/>
                  </a:moveTo>
                  <a:lnTo>
                    <a:pt x="17557" y="16971"/>
                  </a:lnTo>
                  <a:lnTo>
                    <a:pt x="5429" y="16971"/>
                  </a:lnTo>
                  <a:lnTo>
                    <a:pt x="4736" y="17743"/>
                  </a:lnTo>
                  <a:lnTo>
                    <a:pt x="18250" y="17743"/>
                  </a:lnTo>
                  <a:close/>
                </a:path>
                <a:path w="21600" h="21600" extrusionOk="0">
                  <a:moveTo>
                    <a:pt x="18250" y="17743"/>
                  </a:moveTo>
                  <a:moveTo>
                    <a:pt x="19405" y="19131"/>
                  </a:moveTo>
                  <a:lnTo>
                    <a:pt x="18712" y="18360"/>
                  </a:lnTo>
                  <a:lnTo>
                    <a:pt x="4274" y="18360"/>
                  </a:lnTo>
                  <a:lnTo>
                    <a:pt x="3581" y="19131"/>
                  </a:lnTo>
                  <a:lnTo>
                    <a:pt x="19405" y="19131"/>
                  </a:lnTo>
                  <a:close/>
                </a:path>
                <a:path w="21600" h="21600" extrusionOk="0">
                  <a:moveTo>
                    <a:pt x="19405" y="19131"/>
                  </a:moveTo>
                  <a:moveTo>
                    <a:pt x="20560" y="20520"/>
                  </a:moveTo>
                  <a:lnTo>
                    <a:pt x="19867" y="19749"/>
                  </a:lnTo>
                  <a:lnTo>
                    <a:pt x="3119" y="19749"/>
                  </a:lnTo>
                  <a:lnTo>
                    <a:pt x="2426" y="20520"/>
                  </a:lnTo>
                  <a:lnTo>
                    <a:pt x="20560" y="20520"/>
                  </a:lnTo>
                  <a:close/>
                </a:path>
                <a:path w="21600" h="21600" extrusionOk="0">
                  <a:moveTo>
                    <a:pt x="20560" y="20520"/>
                  </a:moveTo>
                  <a:moveTo>
                    <a:pt x="4620" y="16971"/>
                  </a:moveTo>
                  <a:lnTo>
                    <a:pt x="5313" y="16200"/>
                  </a:lnTo>
                  <a:lnTo>
                    <a:pt x="7624" y="16200"/>
                  </a:lnTo>
                  <a:lnTo>
                    <a:pt x="7624" y="14194"/>
                  </a:lnTo>
                  <a:lnTo>
                    <a:pt x="5891" y="14194"/>
                  </a:lnTo>
                  <a:lnTo>
                    <a:pt x="5891" y="0"/>
                  </a:lnTo>
                  <a:lnTo>
                    <a:pt x="12013" y="0"/>
                  </a:lnTo>
                  <a:lnTo>
                    <a:pt x="18135" y="0"/>
                  </a:lnTo>
                  <a:lnTo>
                    <a:pt x="18135" y="10800"/>
                  </a:lnTo>
                  <a:lnTo>
                    <a:pt x="18135" y="14194"/>
                  </a:lnTo>
                  <a:lnTo>
                    <a:pt x="16402" y="14194"/>
                  </a:lnTo>
                  <a:lnTo>
                    <a:pt x="16402" y="16200"/>
                  </a:lnTo>
                  <a:lnTo>
                    <a:pt x="17788" y="16200"/>
                  </a:lnTo>
                  <a:lnTo>
                    <a:pt x="19059" y="17743"/>
                  </a:lnTo>
                  <a:lnTo>
                    <a:pt x="21022" y="19903"/>
                  </a:lnTo>
                  <a:lnTo>
                    <a:pt x="21253" y="20057"/>
                  </a:lnTo>
                  <a:lnTo>
                    <a:pt x="21369" y="20366"/>
                  </a:lnTo>
                  <a:lnTo>
                    <a:pt x="21600" y="20674"/>
                  </a:lnTo>
                  <a:lnTo>
                    <a:pt x="21600" y="20829"/>
                  </a:lnTo>
                  <a:lnTo>
                    <a:pt x="21600" y="20983"/>
                  </a:lnTo>
                  <a:lnTo>
                    <a:pt x="21600" y="21137"/>
                  </a:lnTo>
                  <a:lnTo>
                    <a:pt x="21600" y="21291"/>
                  </a:lnTo>
                  <a:lnTo>
                    <a:pt x="21484" y="21446"/>
                  </a:lnTo>
                  <a:lnTo>
                    <a:pt x="21369" y="21446"/>
                  </a:lnTo>
                  <a:lnTo>
                    <a:pt x="21138" y="21600"/>
                  </a:lnTo>
                  <a:lnTo>
                    <a:pt x="21022" y="21600"/>
                  </a:lnTo>
                  <a:lnTo>
                    <a:pt x="10973" y="21600"/>
                  </a:lnTo>
                  <a:lnTo>
                    <a:pt x="2079" y="21600"/>
                  </a:lnTo>
                  <a:lnTo>
                    <a:pt x="1848" y="21600"/>
                  </a:lnTo>
                  <a:lnTo>
                    <a:pt x="1733" y="21446"/>
                  </a:lnTo>
                  <a:lnTo>
                    <a:pt x="1617" y="21446"/>
                  </a:lnTo>
                  <a:lnTo>
                    <a:pt x="1502" y="21291"/>
                  </a:lnTo>
                  <a:lnTo>
                    <a:pt x="1386" y="21291"/>
                  </a:lnTo>
                  <a:lnTo>
                    <a:pt x="1386" y="21137"/>
                  </a:lnTo>
                  <a:lnTo>
                    <a:pt x="1386" y="20983"/>
                  </a:lnTo>
                  <a:lnTo>
                    <a:pt x="1386" y="20829"/>
                  </a:lnTo>
                  <a:lnTo>
                    <a:pt x="1502" y="20674"/>
                  </a:lnTo>
                  <a:lnTo>
                    <a:pt x="1617" y="20366"/>
                  </a:lnTo>
                  <a:lnTo>
                    <a:pt x="1733" y="20057"/>
                  </a:lnTo>
                  <a:lnTo>
                    <a:pt x="1964" y="19903"/>
                  </a:lnTo>
                  <a:lnTo>
                    <a:pt x="0" y="19903"/>
                  </a:lnTo>
                  <a:lnTo>
                    <a:pt x="0" y="10800"/>
                  </a:lnTo>
                  <a:lnTo>
                    <a:pt x="0" y="2777"/>
                  </a:lnTo>
                  <a:lnTo>
                    <a:pt x="4620" y="2777"/>
                  </a:lnTo>
                  <a:lnTo>
                    <a:pt x="4620" y="16971"/>
                  </a:lnTo>
                  <a:moveTo>
                    <a:pt x="4620" y="16971"/>
                  </a:moveTo>
                  <a:moveTo>
                    <a:pt x="4620" y="16971"/>
                  </a:moveTo>
                  <a:lnTo>
                    <a:pt x="4158" y="17434"/>
                  </a:lnTo>
                  <a:lnTo>
                    <a:pt x="2541" y="19286"/>
                  </a:lnTo>
                  <a:lnTo>
                    <a:pt x="1964" y="19903"/>
                  </a:lnTo>
                  <a:lnTo>
                    <a:pt x="4620" y="16971"/>
                  </a:lnTo>
                  <a:close/>
                </a:path>
                <a:path w="21600" h="21600" extrusionOk="0">
                  <a:moveTo>
                    <a:pt x="7624" y="2314"/>
                  </a:moveTo>
                  <a:moveTo>
                    <a:pt x="16402" y="2314"/>
                  </a:moveTo>
                  <a:lnTo>
                    <a:pt x="16402" y="11880"/>
                  </a:lnTo>
                  <a:lnTo>
                    <a:pt x="7624" y="11880"/>
                  </a:lnTo>
                  <a:lnTo>
                    <a:pt x="7624" y="2314"/>
                  </a:lnTo>
                  <a:close/>
                </a:path>
                <a:path w="21600" h="21600" extrusionOk="0">
                  <a:moveTo>
                    <a:pt x="578" y="4011"/>
                  </a:moveTo>
                  <a:moveTo>
                    <a:pt x="4043" y="4011"/>
                  </a:moveTo>
                  <a:lnTo>
                    <a:pt x="4043" y="4320"/>
                  </a:lnTo>
                  <a:lnTo>
                    <a:pt x="578" y="4320"/>
                  </a:lnTo>
                  <a:lnTo>
                    <a:pt x="578" y="4011"/>
                  </a:lnTo>
                  <a:close/>
                  <a:moveTo>
                    <a:pt x="7624" y="14194"/>
                  </a:moveTo>
                  <a:lnTo>
                    <a:pt x="16402" y="14194"/>
                  </a:lnTo>
                  <a:lnTo>
                    <a:pt x="16402" y="16200"/>
                  </a:lnTo>
                  <a:lnTo>
                    <a:pt x="7624" y="16200"/>
                  </a:lnTo>
                </a:path>
              </a:pathLst>
            </a:custGeom>
            <a:solidFill>
              <a:srgbClr val="99CC00"/>
            </a:solidFill>
            <a:ln w="9525">
              <a:solidFill>
                <a:srgbClr val="000000"/>
              </a:solidFill>
              <a:miter lim="800000"/>
              <a:headEnd/>
              <a:tailEnd/>
            </a:ln>
          </p:spPr>
          <p:txBody>
            <a:bodyPr/>
            <a:lstStyle/>
            <a:p>
              <a:pPr fontAlgn="base">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pic>
          <p:nvPicPr>
            <p:cNvPr id="6" name="Picture 7"/>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54051" y="4664076"/>
              <a:ext cx="792162" cy="72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computr3"/>
            <p:cNvSpPr>
              <a:spLocks noEditPoints="1" noChangeArrowheads="1"/>
            </p:cNvSpPr>
            <p:nvPr/>
          </p:nvSpPr>
          <p:spPr bwMode="auto">
            <a:xfrm>
              <a:off x="267495" y="5817395"/>
              <a:ext cx="773112" cy="560388"/>
            </a:xfrm>
            <a:custGeom>
              <a:avLst/>
              <a:gdLst>
                <a:gd name="T0" fmla="*/ 0 w 21600"/>
                <a:gd name="T1" fmla="*/ 10800 h 21600"/>
                <a:gd name="T2" fmla="*/ 10800 w 21600"/>
                <a:gd name="T3" fmla="*/ 0 h 21600"/>
                <a:gd name="T4" fmla="*/ 10800 w 21600"/>
                <a:gd name="T5" fmla="*/ 21600 h 21600"/>
                <a:gd name="T6" fmla="*/ 18135 w 21600"/>
                <a:gd name="T7" fmla="*/ 10800 h 21600"/>
                <a:gd name="T8" fmla="*/ 7811 w 21600"/>
                <a:gd name="T9" fmla="*/ 2584 h 21600"/>
                <a:gd name="T10" fmla="*/ 16359 w 21600"/>
                <a:gd name="T11" fmla="*/ 11764 h 21600"/>
              </a:gdLst>
              <a:ahLst/>
              <a:cxnLst>
                <a:cxn ang="0">
                  <a:pos x="T0" y="T1"/>
                </a:cxn>
                <a:cxn ang="0">
                  <a:pos x="T2" y="T3"/>
                </a:cxn>
                <a:cxn ang="0">
                  <a:pos x="T4" y="T5"/>
                </a:cxn>
                <a:cxn ang="0">
                  <a:pos x="T6" y="T7"/>
                </a:cxn>
              </a:cxnLst>
              <a:rect l="T8" t="T9" r="T10" b="T11"/>
              <a:pathLst>
                <a:path w="21600" h="21600" extrusionOk="0">
                  <a:moveTo>
                    <a:pt x="18250" y="17743"/>
                  </a:moveTo>
                  <a:lnTo>
                    <a:pt x="17557" y="16971"/>
                  </a:lnTo>
                  <a:lnTo>
                    <a:pt x="5429" y="16971"/>
                  </a:lnTo>
                  <a:lnTo>
                    <a:pt x="4736" y="17743"/>
                  </a:lnTo>
                  <a:lnTo>
                    <a:pt x="18250" y="17743"/>
                  </a:lnTo>
                  <a:close/>
                </a:path>
                <a:path w="21600" h="21600" extrusionOk="0">
                  <a:moveTo>
                    <a:pt x="18250" y="17743"/>
                  </a:moveTo>
                  <a:moveTo>
                    <a:pt x="19405" y="19131"/>
                  </a:moveTo>
                  <a:lnTo>
                    <a:pt x="18712" y="18360"/>
                  </a:lnTo>
                  <a:lnTo>
                    <a:pt x="4274" y="18360"/>
                  </a:lnTo>
                  <a:lnTo>
                    <a:pt x="3581" y="19131"/>
                  </a:lnTo>
                  <a:lnTo>
                    <a:pt x="19405" y="19131"/>
                  </a:lnTo>
                  <a:close/>
                </a:path>
                <a:path w="21600" h="21600" extrusionOk="0">
                  <a:moveTo>
                    <a:pt x="19405" y="19131"/>
                  </a:moveTo>
                  <a:moveTo>
                    <a:pt x="20560" y="20520"/>
                  </a:moveTo>
                  <a:lnTo>
                    <a:pt x="19867" y="19749"/>
                  </a:lnTo>
                  <a:lnTo>
                    <a:pt x="3119" y="19749"/>
                  </a:lnTo>
                  <a:lnTo>
                    <a:pt x="2426" y="20520"/>
                  </a:lnTo>
                  <a:lnTo>
                    <a:pt x="20560" y="20520"/>
                  </a:lnTo>
                  <a:close/>
                </a:path>
                <a:path w="21600" h="21600" extrusionOk="0">
                  <a:moveTo>
                    <a:pt x="20560" y="20520"/>
                  </a:moveTo>
                  <a:moveTo>
                    <a:pt x="4620" y="16971"/>
                  </a:moveTo>
                  <a:lnTo>
                    <a:pt x="5313" y="16200"/>
                  </a:lnTo>
                  <a:lnTo>
                    <a:pt x="7624" y="16200"/>
                  </a:lnTo>
                  <a:lnTo>
                    <a:pt x="7624" y="14194"/>
                  </a:lnTo>
                  <a:lnTo>
                    <a:pt x="5891" y="14194"/>
                  </a:lnTo>
                  <a:lnTo>
                    <a:pt x="5891" y="0"/>
                  </a:lnTo>
                  <a:lnTo>
                    <a:pt x="12013" y="0"/>
                  </a:lnTo>
                  <a:lnTo>
                    <a:pt x="18135" y="0"/>
                  </a:lnTo>
                  <a:lnTo>
                    <a:pt x="18135" y="10800"/>
                  </a:lnTo>
                  <a:lnTo>
                    <a:pt x="18135" y="14194"/>
                  </a:lnTo>
                  <a:lnTo>
                    <a:pt x="16402" y="14194"/>
                  </a:lnTo>
                  <a:lnTo>
                    <a:pt x="16402" y="16200"/>
                  </a:lnTo>
                  <a:lnTo>
                    <a:pt x="17788" y="16200"/>
                  </a:lnTo>
                  <a:lnTo>
                    <a:pt x="19059" y="17743"/>
                  </a:lnTo>
                  <a:lnTo>
                    <a:pt x="21022" y="19903"/>
                  </a:lnTo>
                  <a:lnTo>
                    <a:pt x="21253" y="20057"/>
                  </a:lnTo>
                  <a:lnTo>
                    <a:pt x="21369" y="20366"/>
                  </a:lnTo>
                  <a:lnTo>
                    <a:pt x="21600" y="20674"/>
                  </a:lnTo>
                  <a:lnTo>
                    <a:pt x="21600" y="20829"/>
                  </a:lnTo>
                  <a:lnTo>
                    <a:pt x="21600" y="20983"/>
                  </a:lnTo>
                  <a:lnTo>
                    <a:pt x="21600" y="21137"/>
                  </a:lnTo>
                  <a:lnTo>
                    <a:pt x="21600" y="21291"/>
                  </a:lnTo>
                  <a:lnTo>
                    <a:pt x="21484" y="21446"/>
                  </a:lnTo>
                  <a:lnTo>
                    <a:pt x="21369" y="21446"/>
                  </a:lnTo>
                  <a:lnTo>
                    <a:pt x="21138" y="21600"/>
                  </a:lnTo>
                  <a:lnTo>
                    <a:pt x="21022" y="21600"/>
                  </a:lnTo>
                  <a:lnTo>
                    <a:pt x="10973" y="21600"/>
                  </a:lnTo>
                  <a:lnTo>
                    <a:pt x="2079" y="21600"/>
                  </a:lnTo>
                  <a:lnTo>
                    <a:pt x="1848" y="21600"/>
                  </a:lnTo>
                  <a:lnTo>
                    <a:pt x="1733" y="21446"/>
                  </a:lnTo>
                  <a:lnTo>
                    <a:pt x="1617" y="21446"/>
                  </a:lnTo>
                  <a:lnTo>
                    <a:pt x="1502" y="21291"/>
                  </a:lnTo>
                  <a:lnTo>
                    <a:pt x="1386" y="21291"/>
                  </a:lnTo>
                  <a:lnTo>
                    <a:pt x="1386" y="21137"/>
                  </a:lnTo>
                  <a:lnTo>
                    <a:pt x="1386" y="20983"/>
                  </a:lnTo>
                  <a:lnTo>
                    <a:pt x="1386" y="20829"/>
                  </a:lnTo>
                  <a:lnTo>
                    <a:pt x="1502" y="20674"/>
                  </a:lnTo>
                  <a:lnTo>
                    <a:pt x="1617" y="20366"/>
                  </a:lnTo>
                  <a:lnTo>
                    <a:pt x="1733" y="20057"/>
                  </a:lnTo>
                  <a:lnTo>
                    <a:pt x="1964" y="19903"/>
                  </a:lnTo>
                  <a:lnTo>
                    <a:pt x="0" y="19903"/>
                  </a:lnTo>
                  <a:lnTo>
                    <a:pt x="0" y="10800"/>
                  </a:lnTo>
                  <a:lnTo>
                    <a:pt x="0" y="2777"/>
                  </a:lnTo>
                  <a:lnTo>
                    <a:pt x="4620" y="2777"/>
                  </a:lnTo>
                  <a:lnTo>
                    <a:pt x="4620" y="16971"/>
                  </a:lnTo>
                  <a:moveTo>
                    <a:pt x="4620" y="16971"/>
                  </a:moveTo>
                  <a:moveTo>
                    <a:pt x="4620" y="16971"/>
                  </a:moveTo>
                  <a:lnTo>
                    <a:pt x="4158" y="17434"/>
                  </a:lnTo>
                  <a:lnTo>
                    <a:pt x="2541" y="19286"/>
                  </a:lnTo>
                  <a:lnTo>
                    <a:pt x="1964" y="19903"/>
                  </a:lnTo>
                  <a:lnTo>
                    <a:pt x="4620" y="16971"/>
                  </a:lnTo>
                  <a:close/>
                </a:path>
                <a:path w="21600" h="21600" extrusionOk="0">
                  <a:moveTo>
                    <a:pt x="7624" y="2314"/>
                  </a:moveTo>
                  <a:moveTo>
                    <a:pt x="16402" y="2314"/>
                  </a:moveTo>
                  <a:lnTo>
                    <a:pt x="16402" y="11880"/>
                  </a:lnTo>
                  <a:lnTo>
                    <a:pt x="7624" y="11880"/>
                  </a:lnTo>
                  <a:lnTo>
                    <a:pt x="7624" y="2314"/>
                  </a:lnTo>
                  <a:close/>
                </a:path>
                <a:path w="21600" h="21600" extrusionOk="0">
                  <a:moveTo>
                    <a:pt x="578" y="4011"/>
                  </a:moveTo>
                  <a:moveTo>
                    <a:pt x="4043" y="4011"/>
                  </a:moveTo>
                  <a:lnTo>
                    <a:pt x="4043" y="4320"/>
                  </a:lnTo>
                  <a:lnTo>
                    <a:pt x="578" y="4320"/>
                  </a:lnTo>
                  <a:lnTo>
                    <a:pt x="578" y="4011"/>
                  </a:lnTo>
                  <a:close/>
                  <a:moveTo>
                    <a:pt x="7624" y="14194"/>
                  </a:moveTo>
                  <a:lnTo>
                    <a:pt x="16402" y="14194"/>
                  </a:lnTo>
                  <a:lnTo>
                    <a:pt x="16402" y="16200"/>
                  </a:lnTo>
                  <a:lnTo>
                    <a:pt x="7624" y="16200"/>
                  </a:lnTo>
                </a:path>
              </a:pathLst>
            </a:custGeom>
            <a:solidFill>
              <a:srgbClr val="99CC00"/>
            </a:solidFill>
            <a:ln w="9525">
              <a:solidFill>
                <a:srgbClr val="000000"/>
              </a:solidFill>
              <a:miter lim="800000"/>
              <a:headEnd/>
              <a:tailEnd/>
            </a:ln>
          </p:spPr>
          <p:txBody>
            <a:bodyPr/>
            <a:lstStyle/>
            <a:p>
              <a:pPr fontAlgn="base">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cxnSp>
          <p:nvCxnSpPr>
            <p:cNvPr id="12" name="直接连接符 11"/>
            <p:cNvCxnSpPr>
              <a:stCxn id="6" idx="2"/>
              <a:endCxn id="7" idx="1"/>
            </p:cNvCxnSpPr>
            <p:nvPr/>
          </p:nvCxnSpPr>
          <p:spPr bwMode="auto">
            <a:xfrm flipH="1">
              <a:off x="654051" y="5384801"/>
              <a:ext cx="396081" cy="432594"/>
            </a:xfrm>
            <a:prstGeom prst="line">
              <a:avLst/>
            </a:prstGeom>
            <a:noFill/>
            <a:ln w="19050" cap="flat" cmpd="sng" algn="ctr">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直接连接符 13"/>
            <p:cNvCxnSpPr>
              <a:stCxn id="6" idx="2"/>
              <a:endCxn id="3" idx="1"/>
            </p:cNvCxnSpPr>
            <p:nvPr/>
          </p:nvCxnSpPr>
          <p:spPr bwMode="auto">
            <a:xfrm>
              <a:off x="1050132" y="5384801"/>
              <a:ext cx="552450" cy="432594"/>
            </a:xfrm>
            <a:prstGeom prst="line">
              <a:avLst/>
            </a:prstGeom>
            <a:noFill/>
            <a:ln w="19050" cap="flat" cmpd="sng" algn="ctr">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28" name="组合 27"/>
          <p:cNvGrpSpPr/>
          <p:nvPr/>
        </p:nvGrpSpPr>
        <p:grpSpPr>
          <a:xfrm>
            <a:off x="3440586" y="4757202"/>
            <a:ext cx="1323179" cy="1498598"/>
            <a:chOff x="267495" y="4664076"/>
            <a:chExt cx="1721643" cy="1713707"/>
          </a:xfrm>
        </p:grpSpPr>
        <p:sp>
          <p:nvSpPr>
            <p:cNvPr id="29" name="computr3"/>
            <p:cNvSpPr>
              <a:spLocks noEditPoints="1" noChangeArrowheads="1"/>
            </p:cNvSpPr>
            <p:nvPr/>
          </p:nvSpPr>
          <p:spPr bwMode="auto">
            <a:xfrm>
              <a:off x="1216026" y="5817395"/>
              <a:ext cx="773112" cy="560388"/>
            </a:xfrm>
            <a:custGeom>
              <a:avLst/>
              <a:gdLst>
                <a:gd name="T0" fmla="*/ 0 w 21600"/>
                <a:gd name="T1" fmla="*/ 10800 h 21600"/>
                <a:gd name="T2" fmla="*/ 10800 w 21600"/>
                <a:gd name="T3" fmla="*/ 0 h 21600"/>
                <a:gd name="T4" fmla="*/ 10800 w 21600"/>
                <a:gd name="T5" fmla="*/ 21600 h 21600"/>
                <a:gd name="T6" fmla="*/ 18135 w 21600"/>
                <a:gd name="T7" fmla="*/ 10800 h 21600"/>
                <a:gd name="T8" fmla="*/ 7811 w 21600"/>
                <a:gd name="T9" fmla="*/ 2584 h 21600"/>
                <a:gd name="T10" fmla="*/ 16359 w 21600"/>
                <a:gd name="T11" fmla="*/ 11764 h 21600"/>
              </a:gdLst>
              <a:ahLst/>
              <a:cxnLst>
                <a:cxn ang="0">
                  <a:pos x="T0" y="T1"/>
                </a:cxn>
                <a:cxn ang="0">
                  <a:pos x="T2" y="T3"/>
                </a:cxn>
                <a:cxn ang="0">
                  <a:pos x="T4" y="T5"/>
                </a:cxn>
                <a:cxn ang="0">
                  <a:pos x="T6" y="T7"/>
                </a:cxn>
              </a:cxnLst>
              <a:rect l="T8" t="T9" r="T10" b="T11"/>
              <a:pathLst>
                <a:path w="21600" h="21600" extrusionOk="0">
                  <a:moveTo>
                    <a:pt x="18250" y="17743"/>
                  </a:moveTo>
                  <a:lnTo>
                    <a:pt x="17557" y="16971"/>
                  </a:lnTo>
                  <a:lnTo>
                    <a:pt x="5429" y="16971"/>
                  </a:lnTo>
                  <a:lnTo>
                    <a:pt x="4736" y="17743"/>
                  </a:lnTo>
                  <a:lnTo>
                    <a:pt x="18250" y="17743"/>
                  </a:lnTo>
                  <a:close/>
                </a:path>
                <a:path w="21600" h="21600" extrusionOk="0">
                  <a:moveTo>
                    <a:pt x="18250" y="17743"/>
                  </a:moveTo>
                  <a:moveTo>
                    <a:pt x="19405" y="19131"/>
                  </a:moveTo>
                  <a:lnTo>
                    <a:pt x="18712" y="18360"/>
                  </a:lnTo>
                  <a:lnTo>
                    <a:pt x="4274" y="18360"/>
                  </a:lnTo>
                  <a:lnTo>
                    <a:pt x="3581" y="19131"/>
                  </a:lnTo>
                  <a:lnTo>
                    <a:pt x="19405" y="19131"/>
                  </a:lnTo>
                  <a:close/>
                </a:path>
                <a:path w="21600" h="21600" extrusionOk="0">
                  <a:moveTo>
                    <a:pt x="19405" y="19131"/>
                  </a:moveTo>
                  <a:moveTo>
                    <a:pt x="20560" y="20520"/>
                  </a:moveTo>
                  <a:lnTo>
                    <a:pt x="19867" y="19749"/>
                  </a:lnTo>
                  <a:lnTo>
                    <a:pt x="3119" y="19749"/>
                  </a:lnTo>
                  <a:lnTo>
                    <a:pt x="2426" y="20520"/>
                  </a:lnTo>
                  <a:lnTo>
                    <a:pt x="20560" y="20520"/>
                  </a:lnTo>
                  <a:close/>
                </a:path>
                <a:path w="21600" h="21600" extrusionOk="0">
                  <a:moveTo>
                    <a:pt x="20560" y="20520"/>
                  </a:moveTo>
                  <a:moveTo>
                    <a:pt x="4620" y="16971"/>
                  </a:moveTo>
                  <a:lnTo>
                    <a:pt x="5313" y="16200"/>
                  </a:lnTo>
                  <a:lnTo>
                    <a:pt x="7624" y="16200"/>
                  </a:lnTo>
                  <a:lnTo>
                    <a:pt x="7624" y="14194"/>
                  </a:lnTo>
                  <a:lnTo>
                    <a:pt x="5891" y="14194"/>
                  </a:lnTo>
                  <a:lnTo>
                    <a:pt x="5891" y="0"/>
                  </a:lnTo>
                  <a:lnTo>
                    <a:pt x="12013" y="0"/>
                  </a:lnTo>
                  <a:lnTo>
                    <a:pt x="18135" y="0"/>
                  </a:lnTo>
                  <a:lnTo>
                    <a:pt x="18135" y="10800"/>
                  </a:lnTo>
                  <a:lnTo>
                    <a:pt x="18135" y="14194"/>
                  </a:lnTo>
                  <a:lnTo>
                    <a:pt x="16402" y="14194"/>
                  </a:lnTo>
                  <a:lnTo>
                    <a:pt x="16402" y="16200"/>
                  </a:lnTo>
                  <a:lnTo>
                    <a:pt x="17788" y="16200"/>
                  </a:lnTo>
                  <a:lnTo>
                    <a:pt x="19059" y="17743"/>
                  </a:lnTo>
                  <a:lnTo>
                    <a:pt x="21022" y="19903"/>
                  </a:lnTo>
                  <a:lnTo>
                    <a:pt x="21253" y="20057"/>
                  </a:lnTo>
                  <a:lnTo>
                    <a:pt x="21369" y="20366"/>
                  </a:lnTo>
                  <a:lnTo>
                    <a:pt x="21600" y="20674"/>
                  </a:lnTo>
                  <a:lnTo>
                    <a:pt x="21600" y="20829"/>
                  </a:lnTo>
                  <a:lnTo>
                    <a:pt x="21600" y="20983"/>
                  </a:lnTo>
                  <a:lnTo>
                    <a:pt x="21600" y="21137"/>
                  </a:lnTo>
                  <a:lnTo>
                    <a:pt x="21600" y="21291"/>
                  </a:lnTo>
                  <a:lnTo>
                    <a:pt x="21484" y="21446"/>
                  </a:lnTo>
                  <a:lnTo>
                    <a:pt x="21369" y="21446"/>
                  </a:lnTo>
                  <a:lnTo>
                    <a:pt x="21138" y="21600"/>
                  </a:lnTo>
                  <a:lnTo>
                    <a:pt x="21022" y="21600"/>
                  </a:lnTo>
                  <a:lnTo>
                    <a:pt x="10973" y="21600"/>
                  </a:lnTo>
                  <a:lnTo>
                    <a:pt x="2079" y="21600"/>
                  </a:lnTo>
                  <a:lnTo>
                    <a:pt x="1848" y="21600"/>
                  </a:lnTo>
                  <a:lnTo>
                    <a:pt x="1733" y="21446"/>
                  </a:lnTo>
                  <a:lnTo>
                    <a:pt x="1617" y="21446"/>
                  </a:lnTo>
                  <a:lnTo>
                    <a:pt x="1502" y="21291"/>
                  </a:lnTo>
                  <a:lnTo>
                    <a:pt x="1386" y="21291"/>
                  </a:lnTo>
                  <a:lnTo>
                    <a:pt x="1386" y="21137"/>
                  </a:lnTo>
                  <a:lnTo>
                    <a:pt x="1386" y="20983"/>
                  </a:lnTo>
                  <a:lnTo>
                    <a:pt x="1386" y="20829"/>
                  </a:lnTo>
                  <a:lnTo>
                    <a:pt x="1502" y="20674"/>
                  </a:lnTo>
                  <a:lnTo>
                    <a:pt x="1617" y="20366"/>
                  </a:lnTo>
                  <a:lnTo>
                    <a:pt x="1733" y="20057"/>
                  </a:lnTo>
                  <a:lnTo>
                    <a:pt x="1964" y="19903"/>
                  </a:lnTo>
                  <a:lnTo>
                    <a:pt x="0" y="19903"/>
                  </a:lnTo>
                  <a:lnTo>
                    <a:pt x="0" y="10800"/>
                  </a:lnTo>
                  <a:lnTo>
                    <a:pt x="0" y="2777"/>
                  </a:lnTo>
                  <a:lnTo>
                    <a:pt x="4620" y="2777"/>
                  </a:lnTo>
                  <a:lnTo>
                    <a:pt x="4620" y="16971"/>
                  </a:lnTo>
                  <a:moveTo>
                    <a:pt x="4620" y="16971"/>
                  </a:moveTo>
                  <a:moveTo>
                    <a:pt x="4620" y="16971"/>
                  </a:moveTo>
                  <a:lnTo>
                    <a:pt x="4158" y="17434"/>
                  </a:lnTo>
                  <a:lnTo>
                    <a:pt x="2541" y="19286"/>
                  </a:lnTo>
                  <a:lnTo>
                    <a:pt x="1964" y="19903"/>
                  </a:lnTo>
                  <a:lnTo>
                    <a:pt x="4620" y="16971"/>
                  </a:lnTo>
                  <a:close/>
                </a:path>
                <a:path w="21600" h="21600" extrusionOk="0">
                  <a:moveTo>
                    <a:pt x="7624" y="2314"/>
                  </a:moveTo>
                  <a:moveTo>
                    <a:pt x="16402" y="2314"/>
                  </a:moveTo>
                  <a:lnTo>
                    <a:pt x="16402" y="11880"/>
                  </a:lnTo>
                  <a:lnTo>
                    <a:pt x="7624" y="11880"/>
                  </a:lnTo>
                  <a:lnTo>
                    <a:pt x="7624" y="2314"/>
                  </a:lnTo>
                  <a:close/>
                </a:path>
                <a:path w="21600" h="21600" extrusionOk="0">
                  <a:moveTo>
                    <a:pt x="578" y="4011"/>
                  </a:moveTo>
                  <a:moveTo>
                    <a:pt x="4043" y="4011"/>
                  </a:moveTo>
                  <a:lnTo>
                    <a:pt x="4043" y="4320"/>
                  </a:lnTo>
                  <a:lnTo>
                    <a:pt x="578" y="4320"/>
                  </a:lnTo>
                  <a:lnTo>
                    <a:pt x="578" y="4011"/>
                  </a:lnTo>
                  <a:close/>
                  <a:moveTo>
                    <a:pt x="7624" y="14194"/>
                  </a:moveTo>
                  <a:lnTo>
                    <a:pt x="16402" y="14194"/>
                  </a:lnTo>
                  <a:lnTo>
                    <a:pt x="16402" y="16200"/>
                  </a:lnTo>
                  <a:lnTo>
                    <a:pt x="7624" y="16200"/>
                  </a:lnTo>
                </a:path>
              </a:pathLst>
            </a:custGeom>
            <a:solidFill>
              <a:srgbClr val="99CC00"/>
            </a:solidFill>
            <a:ln w="9525">
              <a:solidFill>
                <a:srgbClr val="000000"/>
              </a:solidFill>
              <a:miter lim="800000"/>
              <a:headEnd/>
              <a:tailEnd/>
            </a:ln>
          </p:spPr>
          <p:txBody>
            <a:bodyPr/>
            <a:lstStyle/>
            <a:p>
              <a:pPr fontAlgn="base">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pic>
          <p:nvPicPr>
            <p:cNvPr id="30" name="Picture 7"/>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54051" y="4664076"/>
              <a:ext cx="792162" cy="72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1" name="computr3"/>
            <p:cNvSpPr>
              <a:spLocks noEditPoints="1" noChangeArrowheads="1"/>
            </p:cNvSpPr>
            <p:nvPr/>
          </p:nvSpPr>
          <p:spPr bwMode="auto">
            <a:xfrm>
              <a:off x="267495" y="5817395"/>
              <a:ext cx="773112" cy="560388"/>
            </a:xfrm>
            <a:custGeom>
              <a:avLst/>
              <a:gdLst>
                <a:gd name="T0" fmla="*/ 0 w 21600"/>
                <a:gd name="T1" fmla="*/ 10800 h 21600"/>
                <a:gd name="T2" fmla="*/ 10800 w 21600"/>
                <a:gd name="T3" fmla="*/ 0 h 21600"/>
                <a:gd name="T4" fmla="*/ 10800 w 21600"/>
                <a:gd name="T5" fmla="*/ 21600 h 21600"/>
                <a:gd name="T6" fmla="*/ 18135 w 21600"/>
                <a:gd name="T7" fmla="*/ 10800 h 21600"/>
                <a:gd name="T8" fmla="*/ 7811 w 21600"/>
                <a:gd name="T9" fmla="*/ 2584 h 21600"/>
                <a:gd name="T10" fmla="*/ 16359 w 21600"/>
                <a:gd name="T11" fmla="*/ 11764 h 21600"/>
              </a:gdLst>
              <a:ahLst/>
              <a:cxnLst>
                <a:cxn ang="0">
                  <a:pos x="T0" y="T1"/>
                </a:cxn>
                <a:cxn ang="0">
                  <a:pos x="T2" y="T3"/>
                </a:cxn>
                <a:cxn ang="0">
                  <a:pos x="T4" y="T5"/>
                </a:cxn>
                <a:cxn ang="0">
                  <a:pos x="T6" y="T7"/>
                </a:cxn>
              </a:cxnLst>
              <a:rect l="T8" t="T9" r="T10" b="T11"/>
              <a:pathLst>
                <a:path w="21600" h="21600" extrusionOk="0">
                  <a:moveTo>
                    <a:pt x="18250" y="17743"/>
                  </a:moveTo>
                  <a:lnTo>
                    <a:pt x="17557" y="16971"/>
                  </a:lnTo>
                  <a:lnTo>
                    <a:pt x="5429" y="16971"/>
                  </a:lnTo>
                  <a:lnTo>
                    <a:pt x="4736" y="17743"/>
                  </a:lnTo>
                  <a:lnTo>
                    <a:pt x="18250" y="17743"/>
                  </a:lnTo>
                  <a:close/>
                </a:path>
                <a:path w="21600" h="21600" extrusionOk="0">
                  <a:moveTo>
                    <a:pt x="18250" y="17743"/>
                  </a:moveTo>
                  <a:moveTo>
                    <a:pt x="19405" y="19131"/>
                  </a:moveTo>
                  <a:lnTo>
                    <a:pt x="18712" y="18360"/>
                  </a:lnTo>
                  <a:lnTo>
                    <a:pt x="4274" y="18360"/>
                  </a:lnTo>
                  <a:lnTo>
                    <a:pt x="3581" y="19131"/>
                  </a:lnTo>
                  <a:lnTo>
                    <a:pt x="19405" y="19131"/>
                  </a:lnTo>
                  <a:close/>
                </a:path>
                <a:path w="21600" h="21600" extrusionOk="0">
                  <a:moveTo>
                    <a:pt x="19405" y="19131"/>
                  </a:moveTo>
                  <a:moveTo>
                    <a:pt x="20560" y="20520"/>
                  </a:moveTo>
                  <a:lnTo>
                    <a:pt x="19867" y="19749"/>
                  </a:lnTo>
                  <a:lnTo>
                    <a:pt x="3119" y="19749"/>
                  </a:lnTo>
                  <a:lnTo>
                    <a:pt x="2426" y="20520"/>
                  </a:lnTo>
                  <a:lnTo>
                    <a:pt x="20560" y="20520"/>
                  </a:lnTo>
                  <a:close/>
                </a:path>
                <a:path w="21600" h="21600" extrusionOk="0">
                  <a:moveTo>
                    <a:pt x="20560" y="20520"/>
                  </a:moveTo>
                  <a:moveTo>
                    <a:pt x="4620" y="16971"/>
                  </a:moveTo>
                  <a:lnTo>
                    <a:pt x="5313" y="16200"/>
                  </a:lnTo>
                  <a:lnTo>
                    <a:pt x="7624" y="16200"/>
                  </a:lnTo>
                  <a:lnTo>
                    <a:pt x="7624" y="14194"/>
                  </a:lnTo>
                  <a:lnTo>
                    <a:pt x="5891" y="14194"/>
                  </a:lnTo>
                  <a:lnTo>
                    <a:pt x="5891" y="0"/>
                  </a:lnTo>
                  <a:lnTo>
                    <a:pt x="12013" y="0"/>
                  </a:lnTo>
                  <a:lnTo>
                    <a:pt x="18135" y="0"/>
                  </a:lnTo>
                  <a:lnTo>
                    <a:pt x="18135" y="10800"/>
                  </a:lnTo>
                  <a:lnTo>
                    <a:pt x="18135" y="14194"/>
                  </a:lnTo>
                  <a:lnTo>
                    <a:pt x="16402" y="14194"/>
                  </a:lnTo>
                  <a:lnTo>
                    <a:pt x="16402" y="16200"/>
                  </a:lnTo>
                  <a:lnTo>
                    <a:pt x="17788" y="16200"/>
                  </a:lnTo>
                  <a:lnTo>
                    <a:pt x="19059" y="17743"/>
                  </a:lnTo>
                  <a:lnTo>
                    <a:pt x="21022" y="19903"/>
                  </a:lnTo>
                  <a:lnTo>
                    <a:pt x="21253" y="20057"/>
                  </a:lnTo>
                  <a:lnTo>
                    <a:pt x="21369" y="20366"/>
                  </a:lnTo>
                  <a:lnTo>
                    <a:pt x="21600" y="20674"/>
                  </a:lnTo>
                  <a:lnTo>
                    <a:pt x="21600" y="20829"/>
                  </a:lnTo>
                  <a:lnTo>
                    <a:pt x="21600" y="20983"/>
                  </a:lnTo>
                  <a:lnTo>
                    <a:pt x="21600" y="21137"/>
                  </a:lnTo>
                  <a:lnTo>
                    <a:pt x="21600" y="21291"/>
                  </a:lnTo>
                  <a:lnTo>
                    <a:pt x="21484" y="21446"/>
                  </a:lnTo>
                  <a:lnTo>
                    <a:pt x="21369" y="21446"/>
                  </a:lnTo>
                  <a:lnTo>
                    <a:pt x="21138" y="21600"/>
                  </a:lnTo>
                  <a:lnTo>
                    <a:pt x="21022" y="21600"/>
                  </a:lnTo>
                  <a:lnTo>
                    <a:pt x="10973" y="21600"/>
                  </a:lnTo>
                  <a:lnTo>
                    <a:pt x="2079" y="21600"/>
                  </a:lnTo>
                  <a:lnTo>
                    <a:pt x="1848" y="21600"/>
                  </a:lnTo>
                  <a:lnTo>
                    <a:pt x="1733" y="21446"/>
                  </a:lnTo>
                  <a:lnTo>
                    <a:pt x="1617" y="21446"/>
                  </a:lnTo>
                  <a:lnTo>
                    <a:pt x="1502" y="21291"/>
                  </a:lnTo>
                  <a:lnTo>
                    <a:pt x="1386" y="21291"/>
                  </a:lnTo>
                  <a:lnTo>
                    <a:pt x="1386" y="21137"/>
                  </a:lnTo>
                  <a:lnTo>
                    <a:pt x="1386" y="20983"/>
                  </a:lnTo>
                  <a:lnTo>
                    <a:pt x="1386" y="20829"/>
                  </a:lnTo>
                  <a:lnTo>
                    <a:pt x="1502" y="20674"/>
                  </a:lnTo>
                  <a:lnTo>
                    <a:pt x="1617" y="20366"/>
                  </a:lnTo>
                  <a:lnTo>
                    <a:pt x="1733" y="20057"/>
                  </a:lnTo>
                  <a:lnTo>
                    <a:pt x="1964" y="19903"/>
                  </a:lnTo>
                  <a:lnTo>
                    <a:pt x="0" y="19903"/>
                  </a:lnTo>
                  <a:lnTo>
                    <a:pt x="0" y="10800"/>
                  </a:lnTo>
                  <a:lnTo>
                    <a:pt x="0" y="2777"/>
                  </a:lnTo>
                  <a:lnTo>
                    <a:pt x="4620" y="2777"/>
                  </a:lnTo>
                  <a:lnTo>
                    <a:pt x="4620" y="16971"/>
                  </a:lnTo>
                  <a:moveTo>
                    <a:pt x="4620" y="16971"/>
                  </a:moveTo>
                  <a:moveTo>
                    <a:pt x="4620" y="16971"/>
                  </a:moveTo>
                  <a:lnTo>
                    <a:pt x="4158" y="17434"/>
                  </a:lnTo>
                  <a:lnTo>
                    <a:pt x="2541" y="19286"/>
                  </a:lnTo>
                  <a:lnTo>
                    <a:pt x="1964" y="19903"/>
                  </a:lnTo>
                  <a:lnTo>
                    <a:pt x="4620" y="16971"/>
                  </a:lnTo>
                  <a:close/>
                </a:path>
                <a:path w="21600" h="21600" extrusionOk="0">
                  <a:moveTo>
                    <a:pt x="7624" y="2314"/>
                  </a:moveTo>
                  <a:moveTo>
                    <a:pt x="16402" y="2314"/>
                  </a:moveTo>
                  <a:lnTo>
                    <a:pt x="16402" y="11880"/>
                  </a:lnTo>
                  <a:lnTo>
                    <a:pt x="7624" y="11880"/>
                  </a:lnTo>
                  <a:lnTo>
                    <a:pt x="7624" y="2314"/>
                  </a:lnTo>
                  <a:close/>
                </a:path>
                <a:path w="21600" h="21600" extrusionOk="0">
                  <a:moveTo>
                    <a:pt x="578" y="4011"/>
                  </a:moveTo>
                  <a:moveTo>
                    <a:pt x="4043" y="4011"/>
                  </a:moveTo>
                  <a:lnTo>
                    <a:pt x="4043" y="4320"/>
                  </a:lnTo>
                  <a:lnTo>
                    <a:pt x="578" y="4320"/>
                  </a:lnTo>
                  <a:lnTo>
                    <a:pt x="578" y="4011"/>
                  </a:lnTo>
                  <a:close/>
                  <a:moveTo>
                    <a:pt x="7624" y="14194"/>
                  </a:moveTo>
                  <a:lnTo>
                    <a:pt x="16402" y="14194"/>
                  </a:lnTo>
                  <a:lnTo>
                    <a:pt x="16402" y="16200"/>
                  </a:lnTo>
                  <a:lnTo>
                    <a:pt x="7624" y="16200"/>
                  </a:lnTo>
                </a:path>
              </a:pathLst>
            </a:custGeom>
            <a:solidFill>
              <a:srgbClr val="99CC00"/>
            </a:solidFill>
            <a:ln w="9525">
              <a:solidFill>
                <a:srgbClr val="000000"/>
              </a:solidFill>
              <a:miter lim="800000"/>
              <a:headEnd/>
              <a:tailEnd/>
            </a:ln>
          </p:spPr>
          <p:txBody>
            <a:bodyPr/>
            <a:lstStyle/>
            <a:p>
              <a:pPr fontAlgn="base">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cxnSp>
          <p:nvCxnSpPr>
            <p:cNvPr id="32" name="直接连接符 31"/>
            <p:cNvCxnSpPr>
              <a:stCxn id="30" idx="2"/>
              <a:endCxn id="31" idx="1"/>
            </p:cNvCxnSpPr>
            <p:nvPr/>
          </p:nvCxnSpPr>
          <p:spPr bwMode="auto">
            <a:xfrm flipH="1">
              <a:off x="654051" y="5384801"/>
              <a:ext cx="396081" cy="432594"/>
            </a:xfrm>
            <a:prstGeom prst="line">
              <a:avLst/>
            </a:prstGeom>
            <a:noFill/>
            <a:ln w="19050" cap="flat" cmpd="sng" algn="ctr">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 name="直接连接符 32"/>
            <p:cNvCxnSpPr>
              <a:stCxn id="30" idx="2"/>
              <a:endCxn id="29" idx="1"/>
            </p:cNvCxnSpPr>
            <p:nvPr/>
          </p:nvCxnSpPr>
          <p:spPr bwMode="auto">
            <a:xfrm>
              <a:off x="1050132" y="5384801"/>
              <a:ext cx="552450" cy="432594"/>
            </a:xfrm>
            <a:prstGeom prst="line">
              <a:avLst/>
            </a:prstGeom>
            <a:noFill/>
            <a:ln w="19050" cap="flat" cmpd="sng" algn="ctr">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34" name="组合 33"/>
          <p:cNvGrpSpPr/>
          <p:nvPr/>
        </p:nvGrpSpPr>
        <p:grpSpPr>
          <a:xfrm>
            <a:off x="1790996" y="4687096"/>
            <a:ext cx="1323179" cy="1498598"/>
            <a:chOff x="267495" y="4664076"/>
            <a:chExt cx="1721643" cy="1713707"/>
          </a:xfrm>
        </p:grpSpPr>
        <p:sp>
          <p:nvSpPr>
            <p:cNvPr id="35" name="computr3"/>
            <p:cNvSpPr>
              <a:spLocks noEditPoints="1" noChangeArrowheads="1"/>
            </p:cNvSpPr>
            <p:nvPr/>
          </p:nvSpPr>
          <p:spPr bwMode="auto">
            <a:xfrm>
              <a:off x="1216026" y="5817395"/>
              <a:ext cx="773112" cy="560388"/>
            </a:xfrm>
            <a:custGeom>
              <a:avLst/>
              <a:gdLst>
                <a:gd name="T0" fmla="*/ 0 w 21600"/>
                <a:gd name="T1" fmla="*/ 10800 h 21600"/>
                <a:gd name="T2" fmla="*/ 10800 w 21600"/>
                <a:gd name="T3" fmla="*/ 0 h 21600"/>
                <a:gd name="T4" fmla="*/ 10800 w 21600"/>
                <a:gd name="T5" fmla="*/ 21600 h 21600"/>
                <a:gd name="T6" fmla="*/ 18135 w 21600"/>
                <a:gd name="T7" fmla="*/ 10800 h 21600"/>
                <a:gd name="T8" fmla="*/ 7811 w 21600"/>
                <a:gd name="T9" fmla="*/ 2584 h 21600"/>
                <a:gd name="T10" fmla="*/ 16359 w 21600"/>
                <a:gd name="T11" fmla="*/ 11764 h 21600"/>
              </a:gdLst>
              <a:ahLst/>
              <a:cxnLst>
                <a:cxn ang="0">
                  <a:pos x="T0" y="T1"/>
                </a:cxn>
                <a:cxn ang="0">
                  <a:pos x="T2" y="T3"/>
                </a:cxn>
                <a:cxn ang="0">
                  <a:pos x="T4" y="T5"/>
                </a:cxn>
                <a:cxn ang="0">
                  <a:pos x="T6" y="T7"/>
                </a:cxn>
              </a:cxnLst>
              <a:rect l="T8" t="T9" r="T10" b="T11"/>
              <a:pathLst>
                <a:path w="21600" h="21600" extrusionOk="0">
                  <a:moveTo>
                    <a:pt x="18250" y="17743"/>
                  </a:moveTo>
                  <a:lnTo>
                    <a:pt x="17557" y="16971"/>
                  </a:lnTo>
                  <a:lnTo>
                    <a:pt x="5429" y="16971"/>
                  </a:lnTo>
                  <a:lnTo>
                    <a:pt x="4736" y="17743"/>
                  </a:lnTo>
                  <a:lnTo>
                    <a:pt x="18250" y="17743"/>
                  </a:lnTo>
                  <a:close/>
                </a:path>
                <a:path w="21600" h="21600" extrusionOk="0">
                  <a:moveTo>
                    <a:pt x="18250" y="17743"/>
                  </a:moveTo>
                  <a:moveTo>
                    <a:pt x="19405" y="19131"/>
                  </a:moveTo>
                  <a:lnTo>
                    <a:pt x="18712" y="18360"/>
                  </a:lnTo>
                  <a:lnTo>
                    <a:pt x="4274" y="18360"/>
                  </a:lnTo>
                  <a:lnTo>
                    <a:pt x="3581" y="19131"/>
                  </a:lnTo>
                  <a:lnTo>
                    <a:pt x="19405" y="19131"/>
                  </a:lnTo>
                  <a:close/>
                </a:path>
                <a:path w="21600" h="21600" extrusionOk="0">
                  <a:moveTo>
                    <a:pt x="19405" y="19131"/>
                  </a:moveTo>
                  <a:moveTo>
                    <a:pt x="20560" y="20520"/>
                  </a:moveTo>
                  <a:lnTo>
                    <a:pt x="19867" y="19749"/>
                  </a:lnTo>
                  <a:lnTo>
                    <a:pt x="3119" y="19749"/>
                  </a:lnTo>
                  <a:lnTo>
                    <a:pt x="2426" y="20520"/>
                  </a:lnTo>
                  <a:lnTo>
                    <a:pt x="20560" y="20520"/>
                  </a:lnTo>
                  <a:close/>
                </a:path>
                <a:path w="21600" h="21600" extrusionOk="0">
                  <a:moveTo>
                    <a:pt x="20560" y="20520"/>
                  </a:moveTo>
                  <a:moveTo>
                    <a:pt x="4620" y="16971"/>
                  </a:moveTo>
                  <a:lnTo>
                    <a:pt x="5313" y="16200"/>
                  </a:lnTo>
                  <a:lnTo>
                    <a:pt x="7624" y="16200"/>
                  </a:lnTo>
                  <a:lnTo>
                    <a:pt x="7624" y="14194"/>
                  </a:lnTo>
                  <a:lnTo>
                    <a:pt x="5891" y="14194"/>
                  </a:lnTo>
                  <a:lnTo>
                    <a:pt x="5891" y="0"/>
                  </a:lnTo>
                  <a:lnTo>
                    <a:pt x="12013" y="0"/>
                  </a:lnTo>
                  <a:lnTo>
                    <a:pt x="18135" y="0"/>
                  </a:lnTo>
                  <a:lnTo>
                    <a:pt x="18135" y="10800"/>
                  </a:lnTo>
                  <a:lnTo>
                    <a:pt x="18135" y="14194"/>
                  </a:lnTo>
                  <a:lnTo>
                    <a:pt x="16402" y="14194"/>
                  </a:lnTo>
                  <a:lnTo>
                    <a:pt x="16402" y="16200"/>
                  </a:lnTo>
                  <a:lnTo>
                    <a:pt x="17788" y="16200"/>
                  </a:lnTo>
                  <a:lnTo>
                    <a:pt x="19059" y="17743"/>
                  </a:lnTo>
                  <a:lnTo>
                    <a:pt x="21022" y="19903"/>
                  </a:lnTo>
                  <a:lnTo>
                    <a:pt x="21253" y="20057"/>
                  </a:lnTo>
                  <a:lnTo>
                    <a:pt x="21369" y="20366"/>
                  </a:lnTo>
                  <a:lnTo>
                    <a:pt x="21600" y="20674"/>
                  </a:lnTo>
                  <a:lnTo>
                    <a:pt x="21600" y="20829"/>
                  </a:lnTo>
                  <a:lnTo>
                    <a:pt x="21600" y="20983"/>
                  </a:lnTo>
                  <a:lnTo>
                    <a:pt x="21600" y="21137"/>
                  </a:lnTo>
                  <a:lnTo>
                    <a:pt x="21600" y="21291"/>
                  </a:lnTo>
                  <a:lnTo>
                    <a:pt x="21484" y="21446"/>
                  </a:lnTo>
                  <a:lnTo>
                    <a:pt x="21369" y="21446"/>
                  </a:lnTo>
                  <a:lnTo>
                    <a:pt x="21138" y="21600"/>
                  </a:lnTo>
                  <a:lnTo>
                    <a:pt x="21022" y="21600"/>
                  </a:lnTo>
                  <a:lnTo>
                    <a:pt x="10973" y="21600"/>
                  </a:lnTo>
                  <a:lnTo>
                    <a:pt x="2079" y="21600"/>
                  </a:lnTo>
                  <a:lnTo>
                    <a:pt x="1848" y="21600"/>
                  </a:lnTo>
                  <a:lnTo>
                    <a:pt x="1733" y="21446"/>
                  </a:lnTo>
                  <a:lnTo>
                    <a:pt x="1617" y="21446"/>
                  </a:lnTo>
                  <a:lnTo>
                    <a:pt x="1502" y="21291"/>
                  </a:lnTo>
                  <a:lnTo>
                    <a:pt x="1386" y="21291"/>
                  </a:lnTo>
                  <a:lnTo>
                    <a:pt x="1386" y="21137"/>
                  </a:lnTo>
                  <a:lnTo>
                    <a:pt x="1386" y="20983"/>
                  </a:lnTo>
                  <a:lnTo>
                    <a:pt x="1386" y="20829"/>
                  </a:lnTo>
                  <a:lnTo>
                    <a:pt x="1502" y="20674"/>
                  </a:lnTo>
                  <a:lnTo>
                    <a:pt x="1617" y="20366"/>
                  </a:lnTo>
                  <a:lnTo>
                    <a:pt x="1733" y="20057"/>
                  </a:lnTo>
                  <a:lnTo>
                    <a:pt x="1964" y="19903"/>
                  </a:lnTo>
                  <a:lnTo>
                    <a:pt x="0" y="19903"/>
                  </a:lnTo>
                  <a:lnTo>
                    <a:pt x="0" y="10800"/>
                  </a:lnTo>
                  <a:lnTo>
                    <a:pt x="0" y="2777"/>
                  </a:lnTo>
                  <a:lnTo>
                    <a:pt x="4620" y="2777"/>
                  </a:lnTo>
                  <a:lnTo>
                    <a:pt x="4620" y="16971"/>
                  </a:lnTo>
                  <a:moveTo>
                    <a:pt x="4620" y="16971"/>
                  </a:moveTo>
                  <a:moveTo>
                    <a:pt x="4620" y="16971"/>
                  </a:moveTo>
                  <a:lnTo>
                    <a:pt x="4158" y="17434"/>
                  </a:lnTo>
                  <a:lnTo>
                    <a:pt x="2541" y="19286"/>
                  </a:lnTo>
                  <a:lnTo>
                    <a:pt x="1964" y="19903"/>
                  </a:lnTo>
                  <a:lnTo>
                    <a:pt x="4620" y="16971"/>
                  </a:lnTo>
                  <a:close/>
                </a:path>
                <a:path w="21600" h="21600" extrusionOk="0">
                  <a:moveTo>
                    <a:pt x="7624" y="2314"/>
                  </a:moveTo>
                  <a:moveTo>
                    <a:pt x="16402" y="2314"/>
                  </a:moveTo>
                  <a:lnTo>
                    <a:pt x="16402" y="11880"/>
                  </a:lnTo>
                  <a:lnTo>
                    <a:pt x="7624" y="11880"/>
                  </a:lnTo>
                  <a:lnTo>
                    <a:pt x="7624" y="2314"/>
                  </a:lnTo>
                  <a:close/>
                </a:path>
                <a:path w="21600" h="21600" extrusionOk="0">
                  <a:moveTo>
                    <a:pt x="578" y="4011"/>
                  </a:moveTo>
                  <a:moveTo>
                    <a:pt x="4043" y="4011"/>
                  </a:moveTo>
                  <a:lnTo>
                    <a:pt x="4043" y="4320"/>
                  </a:lnTo>
                  <a:lnTo>
                    <a:pt x="578" y="4320"/>
                  </a:lnTo>
                  <a:lnTo>
                    <a:pt x="578" y="4011"/>
                  </a:lnTo>
                  <a:close/>
                  <a:moveTo>
                    <a:pt x="7624" y="14194"/>
                  </a:moveTo>
                  <a:lnTo>
                    <a:pt x="16402" y="14194"/>
                  </a:lnTo>
                  <a:lnTo>
                    <a:pt x="16402" y="16200"/>
                  </a:lnTo>
                  <a:lnTo>
                    <a:pt x="7624" y="16200"/>
                  </a:lnTo>
                </a:path>
              </a:pathLst>
            </a:custGeom>
            <a:solidFill>
              <a:srgbClr val="99CC00"/>
            </a:solidFill>
            <a:ln w="9525">
              <a:solidFill>
                <a:srgbClr val="000000"/>
              </a:solidFill>
              <a:miter lim="800000"/>
              <a:headEnd/>
              <a:tailEnd/>
            </a:ln>
          </p:spPr>
          <p:txBody>
            <a:bodyPr/>
            <a:lstStyle/>
            <a:p>
              <a:pPr fontAlgn="base">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pic>
          <p:nvPicPr>
            <p:cNvPr id="36" name="Picture 7"/>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54051" y="4664076"/>
              <a:ext cx="792162" cy="72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7" name="computr3"/>
            <p:cNvSpPr>
              <a:spLocks noEditPoints="1" noChangeArrowheads="1"/>
            </p:cNvSpPr>
            <p:nvPr/>
          </p:nvSpPr>
          <p:spPr bwMode="auto">
            <a:xfrm>
              <a:off x="267495" y="5817395"/>
              <a:ext cx="773112" cy="560388"/>
            </a:xfrm>
            <a:custGeom>
              <a:avLst/>
              <a:gdLst>
                <a:gd name="T0" fmla="*/ 0 w 21600"/>
                <a:gd name="T1" fmla="*/ 10800 h 21600"/>
                <a:gd name="T2" fmla="*/ 10800 w 21600"/>
                <a:gd name="T3" fmla="*/ 0 h 21600"/>
                <a:gd name="T4" fmla="*/ 10800 w 21600"/>
                <a:gd name="T5" fmla="*/ 21600 h 21600"/>
                <a:gd name="T6" fmla="*/ 18135 w 21600"/>
                <a:gd name="T7" fmla="*/ 10800 h 21600"/>
                <a:gd name="T8" fmla="*/ 7811 w 21600"/>
                <a:gd name="T9" fmla="*/ 2584 h 21600"/>
                <a:gd name="T10" fmla="*/ 16359 w 21600"/>
                <a:gd name="T11" fmla="*/ 11764 h 21600"/>
              </a:gdLst>
              <a:ahLst/>
              <a:cxnLst>
                <a:cxn ang="0">
                  <a:pos x="T0" y="T1"/>
                </a:cxn>
                <a:cxn ang="0">
                  <a:pos x="T2" y="T3"/>
                </a:cxn>
                <a:cxn ang="0">
                  <a:pos x="T4" y="T5"/>
                </a:cxn>
                <a:cxn ang="0">
                  <a:pos x="T6" y="T7"/>
                </a:cxn>
              </a:cxnLst>
              <a:rect l="T8" t="T9" r="T10" b="T11"/>
              <a:pathLst>
                <a:path w="21600" h="21600" extrusionOk="0">
                  <a:moveTo>
                    <a:pt x="18250" y="17743"/>
                  </a:moveTo>
                  <a:lnTo>
                    <a:pt x="17557" y="16971"/>
                  </a:lnTo>
                  <a:lnTo>
                    <a:pt x="5429" y="16971"/>
                  </a:lnTo>
                  <a:lnTo>
                    <a:pt x="4736" y="17743"/>
                  </a:lnTo>
                  <a:lnTo>
                    <a:pt x="18250" y="17743"/>
                  </a:lnTo>
                  <a:close/>
                </a:path>
                <a:path w="21600" h="21600" extrusionOk="0">
                  <a:moveTo>
                    <a:pt x="18250" y="17743"/>
                  </a:moveTo>
                  <a:moveTo>
                    <a:pt x="19405" y="19131"/>
                  </a:moveTo>
                  <a:lnTo>
                    <a:pt x="18712" y="18360"/>
                  </a:lnTo>
                  <a:lnTo>
                    <a:pt x="4274" y="18360"/>
                  </a:lnTo>
                  <a:lnTo>
                    <a:pt x="3581" y="19131"/>
                  </a:lnTo>
                  <a:lnTo>
                    <a:pt x="19405" y="19131"/>
                  </a:lnTo>
                  <a:close/>
                </a:path>
                <a:path w="21600" h="21600" extrusionOk="0">
                  <a:moveTo>
                    <a:pt x="19405" y="19131"/>
                  </a:moveTo>
                  <a:moveTo>
                    <a:pt x="20560" y="20520"/>
                  </a:moveTo>
                  <a:lnTo>
                    <a:pt x="19867" y="19749"/>
                  </a:lnTo>
                  <a:lnTo>
                    <a:pt x="3119" y="19749"/>
                  </a:lnTo>
                  <a:lnTo>
                    <a:pt x="2426" y="20520"/>
                  </a:lnTo>
                  <a:lnTo>
                    <a:pt x="20560" y="20520"/>
                  </a:lnTo>
                  <a:close/>
                </a:path>
                <a:path w="21600" h="21600" extrusionOk="0">
                  <a:moveTo>
                    <a:pt x="20560" y="20520"/>
                  </a:moveTo>
                  <a:moveTo>
                    <a:pt x="4620" y="16971"/>
                  </a:moveTo>
                  <a:lnTo>
                    <a:pt x="5313" y="16200"/>
                  </a:lnTo>
                  <a:lnTo>
                    <a:pt x="7624" y="16200"/>
                  </a:lnTo>
                  <a:lnTo>
                    <a:pt x="7624" y="14194"/>
                  </a:lnTo>
                  <a:lnTo>
                    <a:pt x="5891" y="14194"/>
                  </a:lnTo>
                  <a:lnTo>
                    <a:pt x="5891" y="0"/>
                  </a:lnTo>
                  <a:lnTo>
                    <a:pt x="12013" y="0"/>
                  </a:lnTo>
                  <a:lnTo>
                    <a:pt x="18135" y="0"/>
                  </a:lnTo>
                  <a:lnTo>
                    <a:pt x="18135" y="10800"/>
                  </a:lnTo>
                  <a:lnTo>
                    <a:pt x="18135" y="14194"/>
                  </a:lnTo>
                  <a:lnTo>
                    <a:pt x="16402" y="14194"/>
                  </a:lnTo>
                  <a:lnTo>
                    <a:pt x="16402" y="16200"/>
                  </a:lnTo>
                  <a:lnTo>
                    <a:pt x="17788" y="16200"/>
                  </a:lnTo>
                  <a:lnTo>
                    <a:pt x="19059" y="17743"/>
                  </a:lnTo>
                  <a:lnTo>
                    <a:pt x="21022" y="19903"/>
                  </a:lnTo>
                  <a:lnTo>
                    <a:pt x="21253" y="20057"/>
                  </a:lnTo>
                  <a:lnTo>
                    <a:pt x="21369" y="20366"/>
                  </a:lnTo>
                  <a:lnTo>
                    <a:pt x="21600" y="20674"/>
                  </a:lnTo>
                  <a:lnTo>
                    <a:pt x="21600" y="20829"/>
                  </a:lnTo>
                  <a:lnTo>
                    <a:pt x="21600" y="20983"/>
                  </a:lnTo>
                  <a:lnTo>
                    <a:pt x="21600" y="21137"/>
                  </a:lnTo>
                  <a:lnTo>
                    <a:pt x="21600" y="21291"/>
                  </a:lnTo>
                  <a:lnTo>
                    <a:pt x="21484" y="21446"/>
                  </a:lnTo>
                  <a:lnTo>
                    <a:pt x="21369" y="21446"/>
                  </a:lnTo>
                  <a:lnTo>
                    <a:pt x="21138" y="21600"/>
                  </a:lnTo>
                  <a:lnTo>
                    <a:pt x="21022" y="21600"/>
                  </a:lnTo>
                  <a:lnTo>
                    <a:pt x="10973" y="21600"/>
                  </a:lnTo>
                  <a:lnTo>
                    <a:pt x="2079" y="21600"/>
                  </a:lnTo>
                  <a:lnTo>
                    <a:pt x="1848" y="21600"/>
                  </a:lnTo>
                  <a:lnTo>
                    <a:pt x="1733" y="21446"/>
                  </a:lnTo>
                  <a:lnTo>
                    <a:pt x="1617" y="21446"/>
                  </a:lnTo>
                  <a:lnTo>
                    <a:pt x="1502" y="21291"/>
                  </a:lnTo>
                  <a:lnTo>
                    <a:pt x="1386" y="21291"/>
                  </a:lnTo>
                  <a:lnTo>
                    <a:pt x="1386" y="21137"/>
                  </a:lnTo>
                  <a:lnTo>
                    <a:pt x="1386" y="20983"/>
                  </a:lnTo>
                  <a:lnTo>
                    <a:pt x="1386" y="20829"/>
                  </a:lnTo>
                  <a:lnTo>
                    <a:pt x="1502" y="20674"/>
                  </a:lnTo>
                  <a:lnTo>
                    <a:pt x="1617" y="20366"/>
                  </a:lnTo>
                  <a:lnTo>
                    <a:pt x="1733" y="20057"/>
                  </a:lnTo>
                  <a:lnTo>
                    <a:pt x="1964" y="19903"/>
                  </a:lnTo>
                  <a:lnTo>
                    <a:pt x="0" y="19903"/>
                  </a:lnTo>
                  <a:lnTo>
                    <a:pt x="0" y="10800"/>
                  </a:lnTo>
                  <a:lnTo>
                    <a:pt x="0" y="2777"/>
                  </a:lnTo>
                  <a:lnTo>
                    <a:pt x="4620" y="2777"/>
                  </a:lnTo>
                  <a:lnTo>
                    <a:pt x="4620" y="16971"/>
                  </a:lnTo>
                  <a:moveTo>
                    <a:pt x="4620" y="16971"/>
                  </a:moveTo>
                  <a:moveTo>
                    <a:pt x="4620" y="16971"/>
                  </a:moveTo>
                  <a:lnTo>
                    <a:pt x="4158" y="17434"/>
                  </a:lnTo>
                  <a:lnTo>
                    <a:pt x="2541" y="19286"/>
                  </a:lnTo>
                  <a:lnTo>
                    <a:pt x="1964" y="19903"/>
                  </a:lnTo>
                  <a:lnTo>
                    <a:pt x="4620" y="16971"/>
                  </a:lnTo>
                  <a:close/>
                </a:path>
                <a:path w="21600" h="21600" extrusionOk="0">
                  <a:moveTo>
                    <a:pt x="7624" y="2314"/>
                  </a:moveTo>
                  <a:moveTo>
                    <a:pt x="16402" y="2314"/>
                  </a:moveTo>
                  <a:lnTo>
                    <a:pt x="16402" y="11880"/>
                  </a:lnTo>
                  <a:lnTo>
                    <a:pt x="7624" y="11880"/>
                  </a:lnTo>
                  <a:lnTo>
                    <a:pt x="7624" y="2314"/>
                  </a:lnTo>
                  <a:close/>
                </a:path>
                <a:path w="21600" h="21600" extrusionOk="0">
                  <a:moveTo>
                    <a:pt x="578" y="4011"/>
                  </a:moveTo>
                  <a:moveTo>
                    <a:pt x="4043" y="4011"/>
                  </a:moveTo>
                  <a:lnTo>
                    <a:pt x="4043" y="4320"/>
                  </a:lnTo>
                  <a:lnTo>
                    <a:pt x="578" y="4320"/>
                  </a:lnTo>
                  <a:lnTo>
                    <a:pt x="578" y="4011"/>
                  </a:lnTo>
                  <a:close/>
                  <a:moveTo>
                    <a:pt x="7624" y="14194"/>
                  </a:moveTo>
                  <a:lnTo>
                    <a:pt x="16402" y="14194"/>
                  </a:lnTo>
                  <a:lnTo>
                    <a:pt x="16402" y="16200"/>
                  </a:lnTo>
                  <a:lnTo>
                    <a:pt x="7624" y="16200"/>
                  </a:lnTo>
                </a:path>
              </a:pathLst>
            </a:custGeom>
            <a:solidFill>
              <a:srgbClr val="99CC00"/>
            </a:solidFill>
            <a:ln w="9525">
              <a:solidFill>
                <a:srgbClr val="000000"/>
              </a:solidFill>
              <a:miter lim="800000"/>
              <a:headEnd/>
              <a:tailEnd/>
            </a:ln>
          </p:spPr>
          <p:txBody>
            <a:bodyPr/>
            <a:lstStyle/>
            <a:p>
              <a:pPr fontAlgn="base">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cxnSp>
          <p:nvCxnSpPr>
            <p:cNvPr id="38" name="直接连接符 37"/>
            <p:cNvCxnSpPr>
              <a:stCxn id="36" idx="2"/>
              <a:endCxn id="37" idx="1"/>
            </p:cNvCxnSpPr>
            <p:nvPr/>
          </p:nvCxnSpPr>
          <p:spPr bwMode="auto">
            <a:xfrm flipH="1">
              <a:off x="654051" y="5384801"/>
              <a:ext cx="396081" cy="432594"/>
            </a:xfrm>
            <a:prstGeom prst="line">
              <a:avLst/>
            </a:prstGeom>
            <a:noFill/>
            <a:ln w="19050" cap="flat" cmpd="sng" algn="ctr">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9" name="直接连接符 38"/>
            <p:cNvCxnSpPr>
              <a:stCxn id="36" idx="2"/>
              <a:endCxn id="35" idx="1"/>
            </p:cNvCxnSpPr>
            <p:nvPr/>
          </p:nvCxnSpPr>
          <p:spPr bwMode="auto">
            <a:xfrm>
              <a:off x="1050132" y="5384801"/>
              <a:ext cx="552450" cy="432594"/>
            </a:xfrm>
            <a:prstGeom prst="line">
              <a:avLst/>
            </a:prstGeom>
            <a:noFill/>
            <a:ln w="19050" cap="flat" cmpd="sng" algn="ctr">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pic>
        <p:nvPicPr>
          <p:cNvPr id="40" name="Picture 5"/>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787248" y="3401350"/>
            <a:ext cx="792163" cy="72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41" name="Object 4"/>
          <p:cNvGraphicFramePr>
            <a:graphicFrameLocks noChangeAspect="1"/>
          </p:cNvGraphicFramePr>
          <p:nvPr>
            <p:extLst/>
          </p:nvPr>
        </p:nvGraphicFramePr>
        <p:xfrm>
          <a:off x="232473" y="2072478"/>
          <a:ext cx="550862" cy="936625"/>
        </p:xfrm>
        <a:graphic>
          <a:graphicData uri="http://schemas.openxmlformats.org/presentationml/2006/ole">
            <mc:AlternateContent xmlns:mc="http://schemas.openxmlformats.org/markup-compatibility/2006">
              <mc:Choice xmlns:v="urn:schemas-microsoft-com:vml" Requires="v">
                <p:oleObj spid="_x0000_s10290" name="VISIO" r:id="rId6" imgW="425520" imgH="724680" progId="Visio.Drawing.6">
                  <p:embed/>
                </p:oleObj>
              </mc:Choice>
              <mc:Fallback>
                <p:oleObj name="VISIO" r:id="rId6" imgW="425520" imgH="724680" progId="Visio.Drawing.6">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2473" y="2072478"/>
                        <a:ext cx="550862" cy="936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2" name="Object 4"/>
          <p:cNvGraphicFramePr>
            <a:graphicFrameLocks noChangeAspect="1"/>
          </p:cNvGraphicFramePr>
          <p:nvPr>
            <p:extLst/>
          </p:nvPr>
        </p:nvGraphicFramePr>
        <p:xfrm>
          <a:off x="822452" y="2057765"/>
          <a:ext cx="550862" cy="936625"/>
        </p:xfrm>
        <a:graphic>
          <a:graphicData uri="http://schemas.openxmlformats.org/presentationml/2006/ole">
            <mc:AlternateContent xmlns:mc="http://schemas.openxmlformats.org/markup-compatibility/2006">
              <mc:Choice xmlns:v="urn:schemas-microsoft-com:vml" Requires="v">
                <p:oleObj spid="_x0000_s10291" name="VISIO" r:id="rId8" imgW="425520" imgH="724680" progId="Visio.Drawing.6">
                  <p:embed/>
                </p:oleObj>
              </mc:Choice>
              <mc:Fallback>
                <p:oleObj name="VISIO" r:id="rId8" imgW="425520" imgH="724680" progId="Visio.Drawing.6">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22452" y="2057765"/>
                        <a:ext cx="550862" cy="936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44" name="肘形连接符 43"/>
          <p:cNvCxnSpPr>
            <a:endCxn id="40" idx="1"/>
          </p:cNvCxnSpPr>
          <p:nvPr/>
        </p:nvCxnSpPr>
        <p:spPr bwMode="auto">
          <a:xfrm rot="16200000" flipH="1">
            <a:off x="970928" y="2945392"/>
            <a:ext cx="995809" cy="636831"/>
          </a:xfrm>
          <a:prstGeom prst="bentConnector2">
            <a:avLst/>
          </a:prstGeom>
          <a:noFill/>
          <a:ln w="19050" cap="flat" cmpd="sng" algn="ctr">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6" name="肘形连接符 45"/>
          <p:cNvCxnSpPr/>
          <p:nvPr/>
        </p:nvCxnSpPr>
        <p:spPr bwMode="auto">
          <a:xfrm>
            <a:off x="602393" y="2785268"/>
            <a:ext cx="1373326" cy="818426"/>
          </a:xfrm>
          <a:prstGeom prst="bentConnector3">
            <a:avLst>
              <a:gd name="adj1" fmla="val -4099"/>
            </a:avLst>
          </a:prstGeom>
          <a:noFill/>
          <a:ln w="19050" cap="flat" cmpd="sng" algn="ctr">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直接连接符 50"/>
          <p:cNvCxnSpPr>
            <a:stCxn id="6" idx="0"/>
            <a:endCxn id="40" idx="2"/>
          </p:cNvCxnSpPr>
          <p:nvPr/>
        </p:nvCxnSpPr>
        <p:spPr bwMode="auto">
          <a:xfrm flipV="1">
            <a:off x="725829" y="4122075"/>
            <a:ext cx="1457501" cy="565021"/>
          </a:xfrm>
          <a:prstGeom prst="line">
            <a:avLst/>
          </a:prstGeom>
          <a:noFill/>
          <a:ln w="19050" cap="flat" cmpd="sng" algn="ctr">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 name="直接连接符 52"/>
          <p:cNvCxnSpPr>
            <a:stCxn id="36" idx="0"/>
            <a:endCxn id="40" idx="2"/>
          </p:cNvCxnSpPr>
          <p:nvPr/>
        </p:nvCxnSpPr>
        <p:spPr bwMode="auto">
          <a:xfrm flipH="1" flipV="1">
            <a:off x="2183330" y="4122075"/>
            <a:ext cx="209167" cy="565021"/>
          </a:xfrm>
          <a:prstGeom prst="line">
            <a:avLst/>
          </a:prstGeom>
          <a:noFill/>
          <a:ln w="19050" cap="flat" cmpd="sng" algn="ctr">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5" name="直接连接符 54"/>
          <p:cNvCxnSpPr>
            <a:stCxn id="30" idx="0"/>
            <a:endCxn id="40" idx="2"/>
          </p:cNvCxnSpPr>
          <p:nvPr/>
        </p:nvCxnSpPr>
        <p:spPr bwMode="auto">
          <a:xfrm flipH="1" flipV="1">
            <a:off x="2183330" y="4122075"/>
            <a:ext cx="1858757" cy="635127"/>
          </a:xfrm>
          <a:prstGeom prst="line">
            <a:avLst/>
          </a:prstGeom>
          <a:noFill/>
          <a:ln w="19050" cap="flat" cmpd="sng" algn="ctr">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8" name="文本框 57"/>
          <p:cNvSpPr txBox="1"/>
          <p:nvPr/>
        </p:nvSpPr>
        <p:spPr>
          <a:xfrm>
            <a:off x="4243504" y="4814959"/>
            <a:ext cx="1619664" cy="461665"/>
          </a:xfrm>
          <a:prstGeom prst="rect">
            <a:avLst/>
          </a:prstGeom>
          <a:noFill/>
        </p:spPr>
        <p:txBody>
          <a:bodyPr wrap="square" rtlCol="0">
            <a:spAutoFit/>
          </a:bodyPr>
          <a:lstStyle>
            <a:defPPr>
              <a:defRPr lang="zh-CN"/>
            </a:defPPr>
            <a:lvl1pPr>
              <a:defRPr sz="2400" b="1">
                <a:solidFill>
                  <a:srgbClr val="002060"/>
                </a:solidFill>
                <a:latin typeface="楷体" panose="02010609060101010101" pitchFamily="49" charset="-122"/>
                <a:ea typeface="楷体" panose="02010609060101010101" pitchFamily="49" charset="-122"/>
              </a:defRPr>
            </a:lvl1pPr>
          </a:lstStyle>
          <a:p>
            <a:r>
              <a:rPr lang="zh-CN" altLang="en-US" dirty="0"/>
              <a:t>交换机</a:t>
            </a:r>
          </a:p>
        </p:txBody>
      </p:sp>
      <p:sp>
        <p:nvSpPr>
          <p:cNvPr id="60" name="文本框 59"/>
          <p:cNvSpPr txBox="1"/>
          <p:nvPr/>
        </p:nvSpPr>
        <p:spPr>
          <a:xfrm>
            <a:off x="973844" y="4830354"/>
            <a:ext cx="1619664" cy="461665"/>
          </a:xfrm>
          <a:prstGeom prst="rect">
            <a:avLst/>
          </a:prstGeom>
          <a:noFill/>
        </p:spPr>
        <p:txBody>
          <a:bodyPr wrap="square" rtlCol="0">
            <a:spAutoFit/>
          </a:bodyPr>
          <a:lstStyle>
            <a:defPPr>
              <a:defRPr lang="zh-CN"/>
            </a:defPPr>
            <a:lvl1pPr>
              <a:defRPr sz="2000" b="1">
                <a:solidFill>
                  <a:srgbClr val="002060"/>
                </a:solidFill>
                <a:latin typeface="楷体" panose="02010609060101010101" pitchFamily="49" charset="-122"/>
                <a:ea typeface="楷体" panose="02010609060101010101" pitchFamily="49" charset="-122"/>
              </a:defRPr>
            </a:lvl1pPr>
          </a:lstStyle>
          <a:p>
            <a:r>
              <a:rPr lang="zh-CN" altLang="en-US" sz="2400" dirty="0"/>
              <a:t>交换机</a:t>
            </a:r>
          </a:p>
        </p:txBody>
      </p:sp>
      <p:sp>
        <p:nvSpPr>
          <p:cNvPr id="61" name="文本框 60"/>
          <p:cNvSpPr txBox="1"/>
          <p:nvPr/>
        </p:nvSpPr>
        <p:spPr>
          <a:xfrm>
            <a:off x="2623840" y="4841262"/>
            <a:ext cx="1619664" cy="461665"/>
          </a:xfrm>
          <a:prstGeom prst="rect">
            <a:avLst/>
          </a:prstGeom>
          <a:noFill/>
        </p:spPr>
        <p:txBody>
          <a:bodyPr wrap="square" rtlCol="0">
            <a:spAutoFit/>
          </a:bodyPr>
          <a:lstStyle>
            <a:defPPr>
              <a:defRPr lang="zh-CN"/>
            </a:defPPr>
            <a:lvl1pPr>
              <a:defRPr sz="2400" b="1">
                <a:solidFill>
                  <a:srgbClr val="002060"/>
                </a:solidFill>
                <a:latin typeface="楷体" panose="02010609060101010101" pitchFamily="49" charset="-122"/>
                <a:ea typeface="楷体" panose="02010609060101010101" pitchFamily="49" charset="-122"/>
              </a:defRPr>
            </a:lvl1pPr>
          </a:lstStyle>
          <a:p>
            <a:r>
              <a:rPr lang="zh-CN" altLang="en-US" dirty="0"/>
              <a:t>交换机</a:t>
            </a:r>
          </a:p>
        </p:txBody>
      </p:sp>
      <p:sp>
        <p:nvSpPr>
          <p:cNvPr id="62" name="文本框 61"/>
          <p:cNvSpPr txBox="1"/>
          <p:nvPr/>
        </p:nvSpPr>
        <p:spPr>
          <a:xfrm>
            <a:off x="1315899" y="2909989"/>
            <a:ext cx="1793498" cy="461665"/>
          </a:xfrm>
          <a:prstGeom prst="rect">
            <a:avLst/>
          </a:prstGeom>
          <a:noFill/>
        </p:spPr>
        <p:txBody>
          <a:bodyPr wrap="square" rtlCol="0">
            <a:spAutoFit/>
          </a:bodyPr>
          <a:lstStyle>
            <a:defPPr>
              <a:defRPr lang="zh-CN"/>
            </a:defPPr>
            <a:lvl1pPr>
              <a:defRPr sz="2400" b="1">
                <a:solidFill>
                  <a:srgbClr val="002060"/>
                </a:solidFill>
                <a:latin typeface="楷体" panose="02010609060101010101" pitchFamily="49" charset="-122"/>
                <a:ea typeface="楷体" panose="02010609060101010101" pitchFamily="49" charset="-122"/>
              </a:defRPr>
            </a:lvl1pPr>
          </a:lstStyle>
          <a:p>
            <a:r>
              <a:rPr lang="zh-CN" altLang="en-US" dirty="0"/>
              <a:t>中心交换机</a:t>
            </a:r>
          </a:p>
        </p:txBody>
      </p:sp>
      <p:cxnSp>
        <p:nvCxnSpPr>
          <p:cNvPr id="64" name="直接连接符 63"/>
          <p:cNvCxnSpPr>
            <a:stCxn id="40" idx="3"/>
            <a:endCxn id="4" idx="1"/>
          </p:cNvCxnSpPr>
          <p:nvPr/>
        </p:nvCxnSpPr>
        <p:spPr bwMode="auto">
          <a:xfrm flipV="1">
            <a:off x="2579411" y="3761712"/>
            <a:ext cx="1169067" cy="1"/>
          </a:xfrm>
          <a:prstGeom prst="line">
            <a:avLst/>
          </a:prstGeom>
          <a:noFill/>
          <a:ln w="19050" cap="flat" cmpd="sng" algn="ctr">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7" name="文本框 66"/>
          <p:cNvSpPr txBox="1"/>
          <p:nvPr/>
        </p:nvSpPr>
        <p:spPr>
          <a:xfrm>
            <a:off x="3558626" y="2946009"/>
            <a:ext cx="1188636" cy="461665"/>
          </a:xfrm>
          <a:prstGeom prst="rect">
            <a:avLst/>
          </a:prstGeom>
          <a:noFill/>
        </p:spPr>
        <p:txBody>
          <a:bodyPr wrap="square" rtlCol="0">
            <a:spAutoFit/>
          </a:bodyPr>
          <a:lstStyle>
            <a:defPPr>
              <a:defRPr lang="zh-CN"/>
            </a:defPPr>
            <a:lvl1pPr>
              <a:defRPr sz="2400" b="1">
                <a:solidFill>
                  <a:srgbClr val="002060"/>
                </a:solidFill>
                <a:latin typeface="楷体" panose="02010609060101010101" pitchFamily="49" charset="-122"/>
                <a:ea typeface="楷体" panose="02010609060101010101" pitchFamily="49" charset="-122"/>
              </a:defRPr>
            </a:lvl1pPr>
          </a:lstStyle>
          <a:p>
            <a:r>
              <a:rPr lang="zh-CN" altLang="en-US" dirty="0"/>
              <a:t>路由器</a:t>
            </a:r>
          </a:p>
        </p:txBody>
      </p:sp>
      <p:sp>
        <p:nvSpPr>
          <p:cNvPr id="68" name="文本框 67"/>
          <p:cNvSpPr txBox="1"/>
          <p:nvPr/>
        </p:nvSpPr>
        <p:spPr>
          <a:xfrm>
            <a:off x="298249" y="6248201"/>
            <a:ext cx="1225458" cy="461665"/>
          </a:xfrm>
          <a:prstGeom prst="rect">
            <a:avLst/>
          </a:prstGeom>
          <a:noFill/>
        </p:spPr>
        <p:txBody>
          <a:bodyPr wrap="square" rtlCol="0">
            <a:spAutoFit/>
          </a:bodyPr>
          <a:lstStyle/>
          <a:p>
            <a:r>
              <a:rPr lang="zh-CN" altLang="en-US" sz="2400" b="1" dirty="0" smtClean="0">
                <a:solidFill>
                  <a:srgbClr val="002060"/>
                </a:solidFill>
                <a:latin typeface="楷体" panose="02010609060101010101" pitchFamily="49" charset="-122"/>
                <a:ea typeface="楷体" panose="02010609060101010101" pitchFamily="49" charset="-122"/>
              </a:rPr>
              <a:t>宿舍区</a:t>
            </a:r>
            <a:endParaRPr lang="zh-CN" altLang="en-US" sz="2400" b="1" dirty="0">
              <a:solidFill>
                <a:srgbClr val="002060"/>
              </a:solidFill>
              <a:latin typeface="楷体" panose="02010609060101010101" pitchFamily="49" charset="-122"/>
              <a:ea typeface="楷体" panose="02010609060101010101" pitchFamily="49" charset="-122"/>
            </a:endParaRPr>
          </a:p>
        </p:txBody>
      </p:sp>
      <p:sp>
        <p:nvSpPr>
          <p:cNvPr id="69" name="文本框 68"/>
          <p:cNvSpPr txBox="1"/>
          <p:nvPr/>
        </p:nvSpPr>
        <p:spPr>
          <a:xfrm>
            <a:off x="1868938" y="6185693"/>
            <a:ext cx="1225458" cy="461665"/>
          </a:xfrm>
          <a:prstGeom prst="rect">
            <a:avLst/>
          </a:prstGeom>
          <a:noFill/>
        </p:spPr>
        <p:txBody>
          <a:bodyPr wrap="square" rtlCol="0">
            <a:spAutoFit/>
          </a:bodyPr>
          <a:lstStyle/>
          <a:p>
            <a:r>
              <a:rPr lang="zh-CN" altLang="en-US" sz="2400" b="1" dirty="0" smtClean="0">
                <a:solidFill>
                  <a:srgbClr val="002060"/>
                </a:solidFill>
                <a:latin typeface="楷体" panose="02010609060101010101" pitchFamily="49" charset="-122"/>
                <a:ea typeface="楷体" panose="02010609060101010101" pitchFamily="49" charset="-122"/>
              </a:rPr>
              <a:t>办公区</a:t>
            </a:r>
            <a:endParaRPr lang="zh-CN" altLang="en-US" sz="2400" b="1" dirty="0">
              <a:solidFill>
                <a:srgbClr val="002060"/>
              </a:solidFill>
              <a:latin typeface="楷体" panose="02010609060101010101" pitchFamily="49" charset="-122"/>
              <a:ea typeface="楷体" panose="02010609060101010101" pitchFamily="49" charset="-122"/>
            </a:endParaRPr>
          </a:p>
        </p:txBody>
      </p:sp>
      <p:sp>
        <p:nvSpPr>
          <p:cNvPr id="70" name="文本框 69"/>
          <p:cNvSpPr txBox="1"/>
          <p:nvPr/>
        </p:nvSpPr>
        <p:spPr>
          <a:xfrm>
            <a:off x="3621621" y="6248200"/>
            <a:ext cx="1225458" cy="461665"/>
          </a:xfrm>
          <a:prstGeom prst="rect">
            <a:avLst/>
          </a:prstGeom>
          <a:noFill/>
        </p:spPr>
        <p:txBody>
          <a:bodyPr wrap="square" rtlCol="0">
            <a:spAutoFit/>
          </a:bodyPr>
          <a:lstStyle/>
          <a:p>
            <a:r>
              <a:rPr lang="zh-CN" altLang="en-US" sz="2400" b="1" dirty="0">
                <a:solidFill>
                  <a:srgbClr val="002060"/>
                </a:solidFill>
                <a:latin typeface="楷体" panose="02010609060101010101" pitchFamily="49" charset="-122"/>
                <a:ea typeface="楷体" panose="02010609060101010101" pitchFamily="49" charset="-122"/>
              </a:rPr>
              <a:t>教学</a:t>
            </a:r>
            <a:r>
              <a:rPr lang="zh-CN" altLang="en-US" sz="2400" b="1" dirty="0" smtClean="0">
                <a:solidFill>
                  <a:srgbClr val="002060"/>
                </a:solidFill>
                <a:latin typeface="楷体" panose="02010609060101010101" pitchFamily="49" charset="-122"/>
                <a:ea typeface="楷体" panose="02010609060101010101" pitchFamily="49" charset="-122"/>
              </a:rPr>
              <a:t>区</a:t>
            </a:r>
            <a:endParaRPr lang="zh-CN" altLang="en-US" sz="2400" b="1" dirty="0">
              <a:solidFill>
                <a:srgbClr val="002060"/>
              </a:solidFill>
              <a:latin typeface="楷体" panose="02010609060101010101" pitchFamily="49" charset="-122"/>
              <a:ea typeface="楷体" panose="02010609060101010101" pitchFamily="49" charset="-122"/>
            </a:endParaRPr>
          </a:p>
        </p:txBody>
      </p:sp>
      <p:sp>
        <p:nvSpPr>
          <p:cNvPr id="71" name="文本框 70"/>
          <p:cNvSpPr txBox="1"/>
          <p:nvPr/>
        </p:nvSpPr>
        <p:spPr>
          <a:xfrm>
            <a:off x="212987" y="1587624"/>
            <a:ext cx="1570689" cy="461665"/>
          </a:xfrm>
          <a:prstGeom prst="rect">
            <a:avLst/>
          </a:prstGeom>
          <a:noFill/>
        </p:spPr>
        <p:txBody>
          <a:bodyPr wrap="square" rtlCol="0">
            <a:spAutoFit/>
          </a:bodyPr>
          <a:lstStyle/>
          <a:p>
            <a:r>
              <a:rPr lang="zh-CN" altLang="en-US" sz="2400" b="1" dirty="0" smtClean="0">
                <a:solidFill>
                  <a:srgbClr val="002060"/>
                </a:solidFill>
                <a:latin typeface="楷体" panose="02010609060101010101" pitchFamily="49" charset="-122"/>
                <a:ea typeface="楷体" panose="02010609060101010101" pitchFamily="49" charset="-122"/>
              </a:rPr>
              <a:t>网络中心</a:t>
            </a:r>
            <a:endParaRPr lang="zh-CN" altLang="en-US" sz="2400" b="1" dirty="0">
              <a:solidFill>
                <a:srgbClr val="002060"/>
              </a:solidFill>
              <a:latin typeface="楷体" panose="02010609060101010101" pitchFamily="49" charset="-122"/>
              <a:ea typeface="楷体" panose="02010609060101010101" pitchFamily="49" charset="-122"/>
            </a:endParaRPr>
          </a:p>
        </p:txBody>
      </p:sp>
      <p:cxnSp>
        <p:nvCxnSpPr>
          <p:cNvPr id="112" name="直接连接符 111"/>
          <p:cNvCxnSpPr/>
          <p:nvPr/>
        </p:nvCxnSpPr>
        <p:spPr bwMode="auto">
          <a:xfrm flipV="1">
            <a:off x="4431672" y="2371573"/>
            <a:ext cx="1650218" cy="1275059"/>
          </a:xfrm>
          <a:prstGeom prst="line">
            <a:avLst/>
          </a:prstGeom>
          <a:noFill/>
          <a:ln w="19050" cap="flat" cmpd="sng" algn="ctr">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16" name="Picture 2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786257" y="2072478"/>
            <a:ext cx="630237"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17" name="Picture 2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902543" y="4234377"/>
            <a:ext cx="630237"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cxnSp>
        <p:nvCxnSpPr>
          <p:cNvPr id="123" name="直接连接符 122"/>
          <p:cNvCxnSpPr>
            <a:stCxn id="4" idx="3"/>
            <a:endCxn id="117" idx="1"/>
          </p:cNvCxnSpPr>
          <p:nvPr/>
        </p:nvCxnSpPr>
        <p:spPr>
          <a:xfrm>
            <a:off x="4523600" y="3761712"/>
            <a:ext cx="1378943" cy="658403"/>
          </a:xfrm>
          <a:prstGeom prst="line">
            <a:avLst/>
          </a:prstGeom>
          <a:ln w="19050">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5" name="直接连接符 124"/>
          <p:cNvCxnSpPr>
            <a:stCxn id="116" idx="3"/>
            <a:endCxn id="72" idx="0"/>
          </p:cNvCxnSpPr>
          <p:nvPr/>
        </p:nvCxnSpPr>
        <p:spPr>
          <a:xfrm>
            <a:off x="6416494" y="2258216"/>
            <a:ext cx="2306193" cy="1253614"/>
          </a:xfrm>
          <a:prstGeom prst="line">
            <a:avLst/>
          </a:prstGeom>
          <a:ln w="19050">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127" name="直接连接符 126"/>
          <p:cNvCxnSpPr>
            <a:stCxn id="117" idx="3"/>
            <a:endCxn id="72" idx="1"/>
          </p:cNvCxnSpPr>
          <p:nvPr/>
        </p:nvCxnSpPr>
        <p:spPr>
          <a:xfrm flipV="1">
            <a:off x="6532780" y="3740267"/>
            <a:ext cx="1802346" cy="679848"/>
          </a:xfrm>
          <a:prstGeom prst="line">
            <a:avLst/>
          </a:prstGeom>
          <a:ln w="19050">
            <a:solidFill>
              <a:srgbClr val="000000"/>
            </a:solidFill>
          </a:ln>
        </p:spPr>
        <p:style>
          <a:lnRef idx="1">
            <a:schemeClr val="accent1"/>
          </a:lnRef>
          <a:fillRef idx="0">
            <a:schemeClr val="accent1"/>
          </a:fillRef>
          <a:effectRef idx="0">
            <a:schemeClr val="accent1"/>
          </a:effectRef>
          <a:fontRef idx="minor">
            <a:schemeClr val="tx1"/>
          </a:fontRef>
        </p:style>
      </p:cxnSp>
      <p:sp>
        <p:nvSpPr>
          <p:cNvPr id="151" name="椭圆 150"/>
          <p:cNvSpPr/>
          <p:nvPr/>
        </p:nvSpPr>
        <p:spPr>
          <a:xfrm>
            <a:off x="0" y="1383156"/>
            <a:ext cx="1783676" cy="181132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3" name="直接连接符 162"/>
          <p:cNvCxnSpPr/>
          <p:nvPr/>
        </p:nvCxnSpPr>
        <p:spPr>
          <a:xfrm>
            <a:off x="4096429" y="2443953"/>
            <a:ext cx="38107" cy="2098040"/>
          </a:xfrm>
          <a:prstGeom prst="line">
            <a:avLst/>
          </a:prstGeom>
          <a:ln w="31750">
            <a:prstDash val="lgDash"/>
          </a:ln>
        </p:spPr>
        <p:style>
          <a:lnRef idx="1">
            <a:schemeClr val="accent1"/>
          </a:lnRef>
          <a:fillRef idx="0">
            <a:schemeClr val="accent1"/>
          </a:fillRef>
          <a:effectRef idx="0">
            <a:schemeClr val="accent1"/>
          </a:effectRef>
          <a:fontRef idx="minor">
            <a:schemeClr val="tx1"/>
          </a:fontRef>
        </p:style>
      </p:cxnSp>
      <p:cxnSp>
        <p:nvCxnSpPr>
          <p:cNvPr id="184" name="直接连接符 183"/>
          <p:cNvCxnSpPr/>
          <p:nvPr/>
        </p:nvCxnSpPr>
        <p:spPr>
          <a:xfrm>
            <a:off x="8796315" y="2224302"/>
            <a:ext cx="13116" cy="2406504"/>
          </a:xfrm>
          <a:prstGeom prst="line">
            <a:avLst/>
          </a:prstGeom>
          <a:ln w="31750">
            <a:prstDash val="lgDash"/>
          </a:ln>
        </p:spPr>
        <p:style>
          <a:lnRef idx="1">
            <a:schemeClr val="accent1"/>
          </a:lnRef>
          <a:fillRef idx="0">
            <a:schemeClr val="accent1"/>
          </a:fillRef>
          <a:effectRef idx="0">
            <a:schemeClr val="accent1"/>
          </a:effectRef>
          <a:fontRef idx="minor">
            <a:schemeClr val="tx1"/>
          </a:fontRef>
        </p:style>
      </p:cxnSp>
      <p:sp>
        <p:nvSpPr>
          <p:cNvPr id="194" name="云形 193"/>
          <p:cNvSpPr/>
          <p:nvPr/>
        </p:nvSpPr>
        <p:spPr>
          <a:xfrm>
            <a:off x="5239231" y="969894"/>
            <a:ext cx="1723417" cy="826523"/>
          </a:xfrm>
          <a:prstGeom prst="cloud">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5" name="文本框 194"/>
          <p:cNvSpPr txBox="1"/>
          <p:nvPr/>
        </p:nvSpPr>
        <p:spPr>
          <a:xfrm>
            <a:off x="2955861" y="1979191"/>
            <a:ext cx="1891218" cy="461665"/>
          </a:xfrm>
          <a:prstGeom prst="rect">
            <a:avLst/>
          </a:prstGeom>
          <a:noFill/>
        </p:spPr>
        <p:txBody>
          <a:bodyPr wrap="square" rtlCol="0">
            <a:spAutoFit/>
          </a:bodyPr>
          <a:lstStyle/>
          <a:p>
            <a:pPr algn="ctr"/>
            <a:r>
              <a:rPr lang="zh-CN" altLang="en-US" sz="2400" b="1" dirty="0" smtClean="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学校</a:t>
            </a:r>
            <a:r>
              <a:rPr lang="en-US" altLang="zh-CN" sz="2400" b="1" dirty="0" smtClean="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1</a:t>
            </a:r>
            <a:endParaRPr lang="zh-CN" altLang="en-US" sz="2400"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98" name="文本框 197"/>
          <p:cNvSpPr txBox="1"/>
          <p:nvPr/>
        </p:nvSpPr>
        <p:spPr>
          <a:xfrm>
            <a:off x="7863822" y="1798447"/>
            <a:ext cx="1891218" cy="461665"/>
          </a:xfrm>
          <a:prstGeom prst="rect">
            <a:avLst/>
          </a:prstGeom>
          <a:noFill/>
        </p:spPr>
        <p:txBody>
          <a:bodyPr wrap="square" rtlCol="0">
            <a:spAutoFit/>
          </a:bodyPr>
          <a:lstStyle/>
          <a:p>
            <a:pPr algn="ctr"/>
            <a:r>
              <a:rPr lang="zh-CN" altLang="en-US" sz="2400" b="1" dirty="0" smtClean="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学校</a:t>
            </a:r>
            <a:r>
              <a:rPr lang="en-US" altLang="zh-CN" sz="2400" b="1" dirty="0" smtClean="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2</a:t>
            </a:r>
            <a:endParaRPr lang="zh-CN" altLang="en-US" sz="2400"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200" name="直接连接符 199"/>
          <p:cNvCxnSpPr>
            <a:stCxn id="116" idx="0"/>
            <a:endCxn id="194" idx="1"/>
          </p:cNvCxnSpPr>
          <p:nvPr/>
        </p:nvCxnSpPr>
        <p:spPr>
          <a:xfrm flipH="1" flipV="1">
            <a:off x="6100940" y="1795537"/>
            <a:ext cx="436" cy="276941"/>
          </a:xfrm>
          <a:prstGeom prst="line">
            <a:avLst/>
          </a:prstGeom>
          <a:ln w="19050">
            <a:solidFill>
              <a:srgbClr val="000000"/>
            </a:solidFill>
          </a:ln>
        </p:spPr>
        <p:style>
          <a:lnRef idx="1">
            <a:schemeClr val="accent1"/>
          </a:lnRef>
          <a:fillRef idx="0">
            <a:schemeClr val="accent1"/>
          </a:fillRef>
          <a:effectRef idx="0">
            <a:schemeClr val="accent1"/>
          </a:effectRef>
          <a:fontRef idx="minor">
            <a:schemeClr val="tx1"/>
          </a:fontRef>
        </p:style>
      </p:cxnSp>
      <p:cxnSp>
        <p:nvCxnSpPr>
          <p:cNvPr id="202" name="直接连接符 201"/>
          <p:cNvCxnSpPr>
            <a:stCxn id="117" idx="2"/>
          </p:cNvCxnSpPr>
          <p:nvPr/>
        </p:nvCxnSpPr>
        <p:spPr>
          <a:xfrm flipH="1">
            <a:off x="6217661" y="4605852"/>
            <a:ext cx="1" cy="396373"/>
          </a:xfrm>
          <a:prstGeom prst="line">
            <a:avLst/>
          </a:prstGeom>
          <a:ln w="19050">
            <a:solidFill>
              <a:srgbClr val="000000"/>
            </a:solidFill>
          </a:ln>
        </p:spPr>
        <p:style>
          <a:lnRef idx="1">
            <a:schemeClr val="accent1"/>
          </a:lnRef>
          <a:fillRef idx="0">
            <a:schemeClr val="accent1"/>
          </a:fillRef>
          <a:effectRef idx="0">
            <a:schemeClr val="accent1"/>
          </a:effectRef>
          <a:fontRef idx="minor">
            <a:schemeClr val="tx1"/>
          </a:fontRef>
        </p:style>
      </p:cxnSp>
      <p:sp>
        <p:nvSpPr>
          <p:cNvPr id="203" name="云形 202"/>
          <p:cNvSpPr/>
          <p:nvPr/>
        </p:nvSpPr>
        <p:spPr>
          <a:xfrm>
            <a:off x="5422244" y="4935888"/>
            <a:ext cx="1723417" cy="826523"/>
          </a:xfrm>
          <a:prstGeom prst="cloud">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5" name="文本框 204"/>
          <p:cNvSpPr txBox="1"/>
          <p:nvPr/>
        </p:nvSpPr>
        <p:spPr>
          <a:xfrm>
            <a:off x="5307330" y="1230007"/>
            <a:ext cx="1419225" cy="461665"/>
          </a:xfrm>
          <a:prstGeom prst="rect">
            <a:avLst/>
          </a:prstGeom>
          <a:noFill/>
        </p:spPr>
        <p:txBody>
          <a:bodyPr wrap="square" rtlCol="0">
            <a:spAutoFit/>
          </a:bodyPr>
          <a:lstStyle/>
          <a:p>
            <a:pPr algn="ctr"/>
            <a:r>
              <a:rPr lang="zh-CN" altLang="en-US" sz="2400" b="1" dirty="0" smtClean="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学校</a:t>
            </a:r>
            <a:r>
              <a:rPr lang="en-US" altLang="zh-CN" sz="2400"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3</a:t>
            </a:r>
            <a:endParaRPr lang="zh-CN" altLang="en-US" sz="2400"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06" name="文本框 205"/>
          <p:cNvSpPr txBox="1"/>
          <p:nvPr/>
        </p:nvSpPr>
        <p:spPr>
          <a:xfrm>
            <a:off x="5532595" y="5183201"/>
            <a:ext cx="1419225" cy="461665"/>
          </a:xfrm>
          <a:prstGeom prst="rect">
            <a:avLst/>
          </a:prstGeom>
          <a:noFill/>
        </p:spPr>
        <p:txBody>
          <a:bodyPr wrap="square" rtlCol="0">
            <a:spAutoFit/>
          </a:bodyPr>
          <a:lstStyle/>
          <a:p>
            <a:pPr algn="ct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学校</a:t>
            </a:r>
            <a:r>
              <a:rPr lang="en-US" altLang="zh-CN" sz="2400" dirty="0" smtClean="0"/>
              <a:t>4</a:t>
            </a:r>
            <a:endParaRPr lang="zh-CN" altLang="en-US" sz="2400" dirty="0"/>
          </a:p>
        </p:txBody>
      </p:sp>
      <p:sp>
        <p:nvSpPr>
          <p:cNvPr id="207" name="文本框 206"/>
          <p:cNvSpPr txBox="1"/>
          <p:nvPr/>
        </p:nvSpPr>
        <p:spPr>
          <a:xfrm>
            <a:off x="5647889" y="3799644"/>
            <a:ext cx="1188636" cy="461665"/>
          </a:xfrm>
          <a:prstGeom prst="rect">
            <a:avLst/>
          </a:prstGeom>
          <a:noFill/>
        </p:spPr>
        <p:txBody>
          <a:bodyPr wrap="square" rtlCol="0">
            <a:spAutoFit/>
          </a:bodyPr>
          <a:lstStyle>
            <a:defPPr>
              <a:defRPr lang="zh-CN"/>
            </a:defPPr>
            <a:lvl1pPr>
              <a:defRPr sz="2400" b="1">
                <a:solidFill>
                  <a:srgbClr val="002060"/>
                </a:solidFill>
                <a:latin typeface="楷体" panose="02010609060101010101" pitchFamily="49" charset="-122"/>
                <a:ea typeface="楷体" panose="02010609060101010101" pitchFamily="49" charset="-122"/>
              </a:defRPr>
            </a:lvl1pPr>
          </a:lstStyle>
          <a:p>
            <a:r>
              <a:rPr lang="zh-CN" altLang="en-US" dirty="0"/>
              <a:t>路由器</a:t>
            </a:r>
          </a:p>
        </p:txBody>
      </p:sp>
      <p:sp>
        <p:nvSpPr>
          <p:cNvPr id="208" name="文本框 207"/>
          <p:cNvSpPr txBox="1"/>
          <p:nvPr/>
        </p:nvSpPr>
        <p:spPr>
          <a:xfrm>
            <a:off x="5679336" y="2532725"/>
            <a:ext cx="1188636" cy="461665"/>
          </a:xfrm>
          <a:prstGeom prst="rect">
            <a:avLst/>
          </a:prstGeom>
          <a:noFill/>
        </p:spPr>
        <p:txBody>
          <a:bodyPr wrap="square" rtlCol="0">
            <a:spAutoFit/>
          </a:bodyPr>
          <a:lstStyle>
            <a:defPPr>
              <a:defRPr lang="zh-CN"/>
            </a:defPPr>
            <a:lvl1pPr>
              <a:defRPr sz="2400" b="1">
                <a:solidFill>
                  <a:srgbClr val="002060"/>
                </a:solidFill>
                <a:latin typeface="楷体" panose="02010609060101010101" pitchFamily="49" charset="-122"/>
                <a:ea typeface="楷体" panose="02010609060101010101" pitchFamily="49" charset="-122"/>
              </a:defRPr>
            </a:lvl1pPr>
          </a:lstStyle>
          <a:p>
            <a:r>
              <a:rPr lang="zh-CN" altLang="en-US" dirty="0"/>
              <a:t>路由器</a:t>
            </a:r>
          </a:p>
        </p:txBody>
      </p:sp>
      <p:sp>
        <p:nvSpPr>
          <p:cNvPr id="209" name="文本框 208"/>
          <p:cNvSpPr txBox="1"/>
          <p:nvPr/>
        </p:nvSpPr>
        <p:spPr>
          <a:xfrm>
            <a:off x="3237572" y="96175"/>
            <a:ext cx="5558743" cy="523220"/>
          </a:xfrm>
          <a:prstGeom prst="rect">
            <a:avLst/>
          </a:prstGeom>
          <a:noFill/>
        </p:spPr>
        <p:txBody>
          <a:bodyPr wrap="square" rtlCol="0">
            <a:spAutoFit/>
          </a:bodyPr>
          <a:lstStyle/>
          <a:p>
            <a:pPr algn="ctr"/>
            <a:r>
              <a:rPr lang="zh-CN" altLang="en-US" sz="2800" b="1" dirty="0" smtClean="0">
                <a:solidFill>
                  <a:srgbClr val="002060"/>
                </a:solidFill>
                <a:latin typeface="楷体" panose="02010609060101010101" pitchFamily="49" charset="-122"/>
                <a:ea typeface="楷体" panose="02010609060101010101" pitchFamily="49" charset="-122"/>
              </a:rPr>
              <a:t>计算机网络示例</a:t>
            </a:r>
            <a:endParaRPr lang="zh-CN" altLang="en-US" sz="2800" b="1" dirty="0">
              <a:solidFill>
                <a:srgbClr val="002060"/>
              </a:solidFill>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391393596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交换机</a:t>
            </a:r>
            <a:endParaRPr lang="zh-CN" altLang="en-US" dirty="0"/>
          </a:p>
        </p:txBody>
      </p:sp>
      <p:sp>
        <p:nvSpPr>
          <p:cNvPr id="3" name="文本框 2"/>
          <p:cNvSpPr txBox="1"/>
          <p:nvPr/>
        </p:nvSpPr>
        <p:spPr>
          <a:xfrm>
            <a:off x="190499" y="1346350"/>
            <a:ext cx="8730863" cy="1569660"/>
          </a:xfrm>
          <a:prstGeom prst="rect">
            <a:avLst/>
          </a:prstGeom>
          <a:noFill/>
        </p:spPr>
        <p:txBody>
          <a:bodyPr wrap="square" rtlCol="0">
            <a:spAutoFit/>
          </a:bodyPr>
          <a:lstStyle/>
          <a:p>
            <a:pPr marL="342900" indent="-342900">
              <a:buFont typeface="Wingdings" panose="05000000000000000000" pitchFamily="2" charset="2"/>
              <a:buChar char="n"/>
            </a:pPr>
            <a:r>
              <a:rPr lang="zh-CN" altLang="en-US" sz="2400" b="1" dirty="0" smtClean="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交换机：将一组计算机组成局域网</a:t>
            </a:r>
            <a:r>
              <a:rPr lang="en-US" altLang="zh-CN" sz="2400" b="1" dirty="0" smtClean="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LAN</a:t>
            </a:r>
            <a:r>
              <a:rPr lang="zh-CN" altLang="en-US" sz="2400" b="1" dirty="0" smtClean="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b="1" dirty="0" smtClean="0">
              <a:solidFill>
                <a:srgbClr val="002060"/>
              </a:solidFill>
              <a:latin typeface="Times New Roman" panose="02020603050405020304" pitchFamily="18" charset="0"/>
              <a:ea typeface="楷体" panose="02010609060101010101" pitchFamily="49" charset="-122"/>
              <a:cs typeface="Times New Roman" panose="02020603050405020304" pitchFamily="18" charset="0"/>
            </a:endParaRPr>
          </a:p>
          <a:p>
            <a:pPr marL="800100" lvl="1" indent="-342900">
              <a:buFont typeface="Arial" panose="020B0604020202020204" pitchFamily="34" charset="0"/>
              <a:buChar char="•"/>
            </a:pPr>
            <a:r>
              <a:rPr lang="zh-CN" altLang="en-US" sz="2400" b="1" dirty="0" smtClean="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局域网组网设备</a:t>
            </a:r>
            <a:endParaRPr lang="en-US" altLang="zh-CN" sz="2400" b="1" dirty="0" smtClean="0">
              <a:solidFill>
                <a:srgbClr val="002060"/>
              </a:solidFill>
              <a:latin typeface="Times New Roman" panose="02020603050405020304" pitchFamily="18" charset="0"/>
              <a:ea typeface="楷体" panose="02010609060101010101" pitchFamily="49" charset="-122"/>
              <a:cs typeface="Times New Roman" panose="02020603050405020304" pitchFamily="18" charset="0"/>
            </a:endParaRPr>
          </a:p>
          <a:p>
            <a:pPr marL="800100" lvl="1" indent="-342900">
              <a:buFont typeface="Arial" panose="020B0604020202020204" pitchFamily="34" charset="0"/>
              <a:buChar char="•"/>
            </a:pPr>
            <a:r>
              <a:rPr lang="zh-CN" altLang="en-US" sz="2400"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交换机是链路层设备</a:t>
            </a:r>
          </a:p>
          <a:p>
            <a:pPr marL="800100" lvl="1" indent="-342900">
              <a:buFont typeface="Wingdings" panose="05000000000000000000" pitchFamily="2" charset="2"/>
              <a:buChar char="n"/>
            </a:pPr>
            <a:endParaRPr lang="en-US" altLang="zh-CN" sz="2400" b="1" dirty="0" smtClean="0">
              <a:solidFill>
                <a:srgbClr val="002060"/>
              </a:solidFill>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5" name="图片 7"/>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030979" y="1931460"/>
            <a:ext cx="7331979" cy="608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图片 6"/>
          <p:cNvPicPr>
            <a:picLocks noChangeAspect="1"/>
          </p:cNvPicPr>
          <p:nvPr/>
        </p:nvPicPr>
        <p:blipFill>
          <a:blip r:embed="rId3"/>
          <a:stretch>
            <a:fillRect/>
          </a:stretch>
        </p:blipFill>
        <p:spPr>
          <a:xfrm>
            <a:off x="677474" y="2660456"/>
            <a:ext cx="3190875" cy="4086225"/>
          </a:xfrm>
          <a:prstGeom prst="rect">
            <a:avLst/>
          </a:prstGeom>
        </p:spPr>
      </p:pic>
      <p:pic>
        <p:nvPicPr>
          <p:cNvPr id="8" name="图片 7"/>
          <p:cNvPicPr>
            <a:picLocks noChangeAspect="1"/>
          </p:cNvPicPr>
          <p:nvPr/>
        </p:nvPicPr>
        <p:blipFill>
          <a:blip r:embed="rId4"/>
          <a:stretch>
            <a:fillRect/>
          </a:stretch>
        </p:blipFill>
        <p:spPr>
          <a:xfrm>
            <a:off x="4889578" y="2753941"/>
            <a:ext cx="6648450" cy="2847975"/>
          </a:xfrm>
          <a:prstGeom prst="rect">
            <a:avLst/>
          </a:prstGeom>
        </p:spPr>
      </p:pic>
    </p:spTree>
    <p:extLst>
      <p:ext uri="{BB962C8B-B14F-4D97-AF65-F5344CB8AC3E}">
        <p14:creationId xmlns:p14="http://schemas.microsoft.com/office/powerpoint/2010/main" val="148615241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7991"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0810" y="1952625"/>
            <a:ext cx="5649740" cy="3676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pic>
      <p:sp>
        <p:nvSpPr>
          <p:cNvPr id="297986" name="Rectangle 2"/>
          <p:cNvSpPr>
            <a:spLocks noGrp="1" noChangeArrowheads="1"/>
          </p:cNvSpPr>
          <p:nvPr>
            <p:ph type="title"/>
          </p:nvPr>
        </p:nvSpPr>
        <p:spPr>
          <a:xfrm>
            <a:off x="1895475" y="160339"/>
            <a:ext cx="10058400" cy="858837"/>
          </a:xfrm>
        </p:spPr>
        <p:txBody>
          <a:bodyPr/>
          <a:lstStyle/>
          <a:p>
            <a:pPr algn="ctr"/>
            <a:r>
              <a:rPr lang="zh-CN" altLang="en-US" dirty="0" smtClean="0">
                <a:solidFill>
                  <a:srgbClr val="FFFF00"/>
                </a:solidFill>
                <a:latin typeface="黑体" panose="02010609060101010101" pitchFamily="49" charset="-122"/>
                <a:ea typeface="黑体" panose="02010609060101010101" pitchFamily="49" charset="-122"/>
              </a:rPr>
              <a:t>以太网 </a:t>
            </a:r>
            <a:r>
              <a:rPr lang="en-US" altLang="zh-CN" dirty="0" smtClean="0">
                <a:solidFill>
                  <a:srgbClr val="FFFF00"/>
                </a:solidFill>
                <a:latin typeface="黑体" panose="02010609060101010101" pitchFamily="49" charset="-122"/>
                <a:ea typeface="黑体" panose="02010609060101010101" pitchFamily="49" charset="-122"/>
              </a:rPr>
              <a:t>— </a:t>
            </a:r>
            <a:r>
              <a:rPr lang="zh-CN" altLang="en-US" dirty="0" smtClean="0">
                <a:solidFill>
                  <a:srgbClr val="FFFF00"/>
                </a:solidFill>
                <a:latin typeface="黑体" panose="02010609060101010101" pitchFamily="49" charset="-122"/>
                <a:ea typeface="黑体" panose="02010609060101010101" pitchFamily="49" charset="-122"/>
              </a:rPr>
              <a:t>交换机</a:t>
            </a:r>
            <a:endParaRPr lang="en-US" altLang="zh-CN" dirty="0" smtClean="0">
              <a:solidFill>
                <a:srgbClr val="FFFF00"/>
              </a:solidFill>
              <a:latin typeface="黑体" panose="02010609060101010101" pitchFamily="49" charset="-122"/>
              <a:ea typeface="黑体" panose="02010609060101010101" pitchFamily="49" charset="-122"/>
            </a:endParaRPr>
          </a:p>
        </p:txBody>
      </p:sp>
      <p:sp>
        <p:nvSpPr>
          <p:cNvPr id="297987" name="Rectangle 3"/>
          <p:cNvSpPr>
            <a:spLocks noGrp="1" noChangeArrowheads="1"/>
          </p:cNvSpPr>
          <p:nvPr>
            <p:ph type="body" idx="1"/>
          </p:nvPr>
        </p:nvSpPr>
        <p:spPr>
          <a:xfrm>
            <a:off x="180975" y="1510506"/>
            <a:ext cx="5772150" cy="4718844"/>
          </a:xfrm>
        </p:spPr>
        <p:txBody>
          <a:bodyPr/>
          <a:lstStyle/>
          <a:p>
            <a:pPr>
              <a:lnSpc>
                <a:spcPct val="85000"/>
              </a:lnSpc>
              <a:buClr>
                <a:srgbClr val="002060"/>
              </a:buClr>
            </a:pPr>
            <a:r>
              <a:rPr lang="zh-CN" altLang="en-US" dirty="0">
                <a:latin typeface="Times New Roman" panose="02020603050405020304" pitchFamily="18" charset="0"/>
                <a:cs typeface="Times New Roman" panose="02020603050405020304" pitchFamily="18" charset="0"/>
              </a:rPr>
              <a:t>在所有节点直接连接到交换机的 </a:t>
            </a:r>
            <a:r>
              <a:rPr lang="en-US" altLang="zh-CN" dirty="0">
                <a:latin typeface="Times New Roman" panose="02020603050405020304" pitchFamily="18" charset="0"/>
                <a:cs typeface="Times New Roman" panose="02020603050405020304" pitchFamily="18" charset="0"/>
              </a:rPr>
              <a:t>LAN </a:t>
            </a:r>
            <a:r>
              <a:rPr lang="zh-CN" altLang="en-US" dirty="0">
                <a:latin typeface="Times New Roman" panose="02020603050405020304" pitchFamily="18" charset="0"/>
                <a:cs typeface="Times New Roman" panose="02020603050405020304" pitchFamily="18" charset="0"/>
              </a:rPr>
              <a:t>中，网络的吞吐量大幅增加</a:t>
            </a:r>
            <a:r>
              <a:rPr lang="zh-CN" altLang="en-US" dirty="0" smtClean="0">
                <a:latin typeface="Times New Roman" panose="02020603050405020304" pitchFamily="18" charset="0"/>
                <a:cs typeface="Times New Roman" panose="02020603050405020304" pitchFamily="18" charset="0"/>
              </a:rPr>
              <a:t>。</a:t>
            </a:r>
            <a:endParaRPr lang="en-US" altLang="zh-CN" dirty="0" smtClean="0">
              <a:latin typeface="Times New Roman" panose="02020603050405020304" pitchFamily="18" charset="0"/>
              <a:cs typeface="Times New Roman" panose="02020603050405020304" pitchFamily="18" charset="0"/>
            </a:endParaRPr>
          </a:p>
          <a:p>
            <a:pPr lvl="1">
              <a:lnSpc>
                <a:spcPct val="150000"/>
              </a:lnSpc>
              <a:buClr>
                <a:srgbClr val="002060"/>
              </a:buClr>
            </a:pPr>
            <a:r>
              <a:rPr lang="zh-CN" altLang="en-US" dirty="0">
                <a:latin typeface="Times New Roman" panose="02020603050405020304" pitchFamily="18" charset="0"/>
                <a:cs typeface="Times New Roman" panose="02020603050405020304" pitchFamily="18" charset="0"/>
              </a:rPr>
              <a:t>以太网交换机</a:t>
            </a:r>
            <a:r>
              <a:rPr lang="zh-CN" altLang="en-US" dirty="0">
                <a:solidFill>
                  <a:srgbClr val="FF0000"/>
                </a:solidFill>
                <a:latin typeface="Times New Roman" panose="02020603050405020304" pitchFamily="18" charset="0"/>
                <a:cs typeface="Times New Roman" panose="02020603050405020304" pitchFamily="18" charset="0"/>
              </a:rPr>
              <a:t>选择性</a:t>
            </a:r>
            <a:r>
              <a:rPr lang="zh-CN" altLang="en-US" dirty="0">
                <a:latin typeface="Times New Roman" panose="02020603050405020304" pitchFamily="18" charset="0"/>
                <a:cs typeface="Times New Roman" panose="02020603050405020304" pitchFamily="18" charset="0"/>
              </a:rPr>
              <a:t>地将个别帧从接收端口转发到连接</a:t>
            </a:r>
            <a:r>
              <a:rPr lang="zh-CN" altLang="en-US" dirty="0" smtClean="0">
                <a:solidFill>
                  <a:srgbClr val="FF0000"/>
                </a:solidFill>
                <a:latin typeface="Times New Roman" panose="02020603050405020304" pitchFamily="18" charset="0"/>
                <a:cs typeface="Times New Roman" panose="02020603050405020304" pitchFamily="18" charset="0"/>
              </a:rPr>
              <a:t>目的计算机</a:t>
            </a:r>
            <a:r>
              <a:rPr lang="zh-CN" altLang="en-US" dirty="0" smtClean="0">
                <a:latin typeface="Times New Roman" panose="02020603050405020304" pitchFamily="18" charset="0"/>
                <a:cs typeface="Times New Roman" panose="02020603050405020304" pitchFamily="18" charset="0"/>
              </a:rPr>
              <a:t>的</a:t>
            </a:r>
            <a:r>
              <a:rPr lang="zh-CN" altLang="en-US" dirty="0">
                <a:latin typeface="Times New Roman" panose="02020603050405020304" pitchFamily="18" charset="0"/>
                <a:cs typeface="Times New Roman" panose="02020603050405020304" pitchFamily="18" charset="0"/>
              </a:rPr>
              <a:t>端口。</a:t>
            </a:r>
            <a:endParaRPr lang="en-US" altLang="zh-CN" dirty="0">
              <a:latin typeface="Times New Roman" panose="02020603050405020304" pitchFamily="18" charset="0"/>
              <a:cs typeface="Times New Roman" panose="02020603050405020304" pitchFamily="18" charset="0"/>
            </a:endParaRPr>
          </a:p>
          <a:p>
            <a:pPr lvl="1">
              <a:lnSpc>
                <a:spcPct val="150000"/>
              </a:lnSpc>
              <a:buClr>
                <a:srgbClr val="002060"/>
              </a:buClr>
            </a:pPr>
            <a:r>
              <a:rPr lang="en-US" altLang="zh-CN" dirty="0" err="1">
                <a:latin typeface="Times New Roman" panose="02020603050405020304" pitchFamily="18" charset="0"/>
                <a:cs typeface="Times New Roman" panose="02020603050405020304" pitchFamily="18" charset="0"/>
              </a:rPr>
              <a:t>交换机维护着一个表，称为MAC</a:t>
            </a: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表。该表将目的</a:t>
            </a:r>
            <a:r>
              <a:rPr lang="en-US" altLang="zh-CN" dirty="0">
                <a:latin typeface="Times New Roman" panose="02020603050405020304" pitchFamily="18" charset="0"/>
                <a:cs typeface="Times New Roman" panose="02020603050405020304" pitchFamily="18" charset="0"/>
              </a:rPr>
              <a:t> </a:t>
            </a:r>
            <a:r>
              <a:rPr lang="en-US" altLang="zh-CN" dirty="0">
                <a:solidFill>
                  <a:srgbClr val="FF0000"/>
                </a:solidFill>
                <a:latin typeface="Times New Roman" panose="02020603050405020304" pitchFamily="18" charset="0"/>
                <a:cs typeface="Times New Roman" panose="02020603050405020304" pitchFamily="18" charset="0"/>
              </a:rPr>
              <a:t>MAC </a:t>
            </a:r>
            <a:r>
              <a:rPr lang="en-US" altLang="zh-CN" dirty="0" err="1" smtClean="0">
                <a:solidFill>
                  <a:srgbClr val="FF0000"/>
                </a:solidFill>
                <a:latin typeface="Times New Roman" panose="02020603050405020304" pitchFamily="18" charset="0"/>
                <a:cs typeface="Times New Roman" panose="02020603050405020304" pitchFamily="18" charset="0"/>
              </a:rPr>
              <a:t>地址</a:t>
            </a:r>
            <a:r>
              <a:rPr lang="en-US" altLang="zh-CN" dirty="0" err="1" smtClean="0">
                <a:latin typeface="Times New Roman" panose="02020603050405020304" pitchFamily="18" charset="0"/>
                <a:cs typeface="Times New Roman" panose="02020603050405020304" pitchFamily="18" charset="0"/>
              </a:rPr>
              <a:t>与用于连接</a:t>
            </a:r>
            <a:r>
              <a:rPr lang="zh-CN" altLang="en-US" dirty="0" smtClean="0">
                <a:latin typeface="Times New Roman" panose="02020603050405020304" pitchFamily="18" charset="0"/>
                <a:cs typeface="Times New Roman" panose="02020603050405020304" pitchFamily="18" charset="0"/>
              </a:rPr>
              <a:t>计算机</a:t>
            </a:r>
            <a:r>
              <a:rPr lang="en-US" altLang="zh-CN" dirty="0" err="1" smtClean="0">
                <a:latin typeface="Times New Roman" panose="02020603050405020304" pitchFamily="18" charset="0"/>
                <a:cs typeface="Times New Roman" panose="02020603050405020304" pitchFamily="18" charset="0"/>
              </a:rPr>
              <a:t>的端口进行比对</a:t>
            </a:r>
            <a:r>
              <a:rPr lang="zh-CN" altLang="en-US" dirty="0" smtClean="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2724928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descr="260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93228" y="1261015"/>
            <a:ext cx="8511269" cy="23209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4" name="Rectangle 2"/>
          <p:cNvSpPr>
            <a:spLocks noGrp="1" noChangeArrowheads="1"/>
          </p:cNvSpPr>
          <p:nvPr>
            <p:ph type="title"/>
          </p:nvPr>
        </p:nvSpPr>
        <p:spPr>
          <a:xfrm>
            <a:off x="5105400" y="92077"/>
            <a:ext cx="3686175" cy="858837"/>
          </a:xfrm>
        </p:spPr>
        <p:txBody>
          <a:bodyPr/>
          <a:lstStyle/>
          <a:p>
            <a:pPr eaLnBrk="1" hangingPunct="1"/>
            <a:r>
              <a:rPr lang="zh-CN" altLang="en-US" dirty="0" smtClean="0">
                <a:solidFill>
                  <a:srgbClr val="FFFF00"/>
                </a:solidFill>
                <a:latin typeface="黑体" panose="02010609060101010101" pitchFamily="49" charset="-122"/>
                <a:ea typeface="黑体" panose="02010609060101010101" pitchFamily="49" charset="-122"/>
              </a:rPr>
              <a:t>路由器－外观</a:t>
            </a:r>
          </a:p>
        </p:txBody>
      </p:sp>
      <p:sp>
        <p:nvSpPr>
          <p:cNvPr id="3075" name="Rectangle 3"/>
          <p:cNvSpPr>
            <a:spLocks noGrp="1" noChangeArrowheads="1"/>
          </p:cNvSpPr>
          <p:nvPr>
            <p:ph type="body" idx="1"/>
          </p:nvPr>
        </p:nvSpPr>
        <p:spPr>
          <a:xfrm>
            <a:off x="847725" y="3210141"/>
            <a:ext cx="8336032" cy="3588219"/>
          </a:xfrm>
        </p:spPr>
        <p:txBody>
          <a:bodyPr/>
          <a:lstStyle/>
          <a:p>
            <a:pPr eaLnBrk="1" hangingPunct="1">
              <a:lnSpc>
                <a:spcPct val="90000"/>
              </a:lnSpc>
              <a:buClr>
                <a:srgbClr val="002060"/>
              </a:buClr>
            </a:pPr>
            <a:r>
              <a:rPr lang="zh-CN" altLang="en-US" dirty="0">
                <a:latin typeface="Times New Roman" panose="02020603050405020304" pitchFamily="18" charset="0"/>
                <a:cs typeface="Times New Roman" panose="02020603050405020304" pitchFamily="18" charset="0"/>
              </a:rPr>
              <a:t>接口</a:t>
            </a:r>
          </a:p>
          <a:p>
            <a:pPr lvl="1" eaLnBrk="1" hangingPunct="1">
              <a:lnSpc>
                <a:spcPct val="90000"/>
              </a:lnSpc>
              <a:buClr>
                <a:srgbClr val="002060"/>
              </a:buClr>
              <a:buFontTx/>
              <a:buChar char="•"/>
            </a:pPr>
            <a:r>
              <a:rPr lang="zh-CN" altLang="en-US" dirty="0">
                <a:latin typeface="Times New Roman" panose="02020603050405020304" pitchFamily="18" charset="0"/>
                <a:cs typeface="Times New Roman" panose="02020603050405020304" pitchFamily="18" charset="0"/>
              </a:rPr>
              <a:t>配置管理接口：</a:t>
            </a:r>
            <a:r>
              <a:rPr lang="en-US" altLang="zh-CN" dirty="0">
                <a:latin typeface="Times New Roman" panose="02020603050405020304" pitchFamily="18" charset="0"/>
                <a:cs typeface="Times New Roman" panose="02020603050405020304" pitchFamily="18" charset="0"/>
              </a:rPr>
              <a:t>Console</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AUX</a:t>
            </a:r>
          </a:p>
          <a:p>
            <a:pPr lvl="1" eaLnBrk="1" hangingPunct="1">
              <a:lnSpc>
                <a:spcPct val="90000"/>
              </a:lnSpc>
              <a:buClr>
                <a:srgbClr val="002060"/>
              </a:buClr>
              <a:buFontTx/>
              <a:buChar char="•"/>
            </a:pPr>
            <a:r>
              <a:rPr lang="en-US" altLang="zh-CN" dirty="0">
                <a:latin typeface="Times New Roman" panose="02020603050405020304" pitchFamily="18" charset="0"/>
                <a:cs typeface="Times New Roman" panose="02020603050405020304" pitchFamily="18" charset="0"/>
              </a:rPr>
              <a:t>LAN</a:t>
            </a:r>
            <a:r>
              <a:rPr lang="zh-CN" altLang="en-US" dirty="0">
                <a:latin typeface="Times New Roman" panose="02020603050405020304" pitchFamily="18" charset="0"/>
                <a:cs typeface="Times New Roman" panose="02020603050405020304" pitchFamily="18" charset="0"/>
              </a:rPr>
              <a:t>接口：</a:t>
            </a:r>
            <a:r>
              <a:rPr lang="en-US" altLang="zh-CN" dirty="0">
                <a:latin typeface="Times New Roman" panose="02020603050405020304" pitchFamily="18" charset="0"/>
                <a:cs typeface="Times New Roman" panose="02020603050405020304" pitchFamily="18" charset="0"/>
              </a:rPr>
              <a:t>Ethernet</a:t>
            </a:r>
            <a:r>
              <a:rPr lang="zh-CN" altLang="en-US" dirty="0">
                <a:latin typeface="Times New Roman" panose="02020603050405020304" pitchFamily="18" charset="0"/>
                <a:cs typeface="Times New Roman" panose="02020603050405020304" pitchFamily="18" charset="0"/>
              </a:rPr>
              <a:t>接口</a:t>
            </a:r>
          </a:p>
          <a:p>
            <a:pPr lvl="1" eaLnBrk="1" hangingPunct="1">
              <a:lnSpc>
                <a:spcPct val="90000"/>
              </a:lnSpc>
              <a:buClr>
                <a:srgbClr val="002060"/>
              </a:buClr>
              <a:buFontTx/>
              <a:buChar char="•"/>
            </a:pPr>
            <a:r>
              <a:rPr lang="en-US" altLang="zh-CN" dirty="0">
                <a:latin typeface="Times New Roman" panose="02020603050405020304" pitchFamily="18" charset="0"/>
                <a:cs typeface="Times New Roman" panose="02020603050405020304" pitchFamily="18" charset="0"/>
              </a:rPr>
              <a:t>WAN</a:t>
            </a:r>
            <a:r>
              <a:rPr lang="zh-CN" altLang="en-US" dirty="0">
                <a:latin typeface="Times New Roman" panose="02020603050405020304" pitchFamily="18" charset="0"/>
                <a:cs typeface="Times New Roman" panose="02020603050405020304" pitchFamily="18" charset="0"/>
              </a:rPr>
              <a:t>接口： </a:t>
            </a:r>
            <a:r>
              <a:rPr lang="en-US" altLang="zh-CN" dirty="0">
                <a:latin typeface="Times New Roman" panose="02020603050405020304" pitchFamily="18" charset="0"/>
                <a:cs typeface="Times New Roman" panose="02020603050405020304" pitchFamily="18" charset="0"/>
              </a:rPr>
              <a:t>Serial</a:t>
            </a:r>
            <a:r>
              <a:rPr lang="zh-CN" altLang="en-US" dirty="0">
                <a:latin typeface="Times New Roman" panose="02020603050405020304" pitchFamily="18" charset="0"/>
                <a:cs typeface="Times New Roman" panose="02020603050405020304" pitchFamily="18" charset="0"/>
              </a:rPr>
              <a:t>同步串口</a:t>
            </a:r>
          </a:p>
          <a:p>
            <a:pPr lvl="1" eaLnBrk="1" hangingPunct="1">
              <a:lnSpc>
                <a:spcPct val="90000"/>
              </a:lnSpc>
              <a:buClr>
                <a:srgbClr val="002060"/>
              </a:buClr>
              <a:buFontTx/>
              <a:buChar char="•"/>
            </a:pPr>
            <a:endParaRPr lang="zh-CN" altLang="en-US" dirty="0">
              <a:latin typeface="Times New Roman" panose="02020603050405020304" pitchFamily="18" charset="0"/>
              <a:cs typeface="Times New Roman" panose="02020603050405020304" pitchFamily="18" charset="0"/>
            </a:endParaRPr>
          </a:p>
          <a:p>
            <a:pPr eaLnBrk="1" hangingPunct="1">
              <a:lnSpc>
                <a:spcPct val="90000"/>
              </a:lnSpc>
              <a:buClr>
                <a:srgbClr val="002060"/>
              </a:buClr>
            </a:pPr>
            <a:r>
              <a:rPr lang="zh-CN" altLang="en-US" dirty="0">
                <a:latin typeface="Times New Roman" panose="02020603050405020304" pitchFamily="18" charset="0"/>
                <a:cs typeface="Times New Roman" panose="02020603050405020304" pitchFamily="18" charset="0"/>
              </a:rPr>
              <a:t>连接线缆为：</a:t>
            </a:r>
          </a:p>
          <a:p>
            <a:pPr lvl="1" eaLnBrk="1" hangingPunct="1">
              <a:lnSpc>
                <a:spcPct val="90000"/>
              </a:lnSpc>
              <a:buClr>
                <a:srgbClr val="002060"/>
              </a:buClr>
              <a:buFontTx/>
              <a:buChar char="•"/>
            </a:pPr>
            <a:r>
              <a:rPr lang="zh-CN" altLang="en-US" dirty="0">
                <a:latin typeface="Times New Roman" panose="02020603050405020304" pitchFamily="18" charset="0"/>
                <a:cs typeface="Times New Roman" panose="02020603050405020304" pitchFamily="18" charset="0"/>
              </a:rPr>
              <a:t>配置：串行线</a:t>
            </a:r>
          </a:p>
          <a:p>
            <a:pPr lvl="1" eaLnBrk="1" hangingPunct="1">
              <a:lnSpc>
                <a:spcPct val="90000"/>
              </a:lnSpc>
              <a:buClr>
                <a:srgbClr val="002060"/>
              </a:buClr>
              <a:buFontTx/>
              <a:buChar char="•"/>
            </a:pPr>
            <a:r>
              <a:rPr lang="en-US" altLang="zh-CN" dirty="0">
                <a:latin typeface="Times New Roman" panose="02020603050405020304" pitchFamily="18" charset="0"/>
                <a:cs typeface="Times New Roman" panose="02020603050405020304" pitchFamily="18" charset="0"/>
              </a:rPr>
              <a:t>LAN</a:t>
            </a:r>
            <a:r>
              <a:rPr lang="zh-CN" altLang="en-US" dirty="0">
                <a:latin typeface="Times New Roman" panose="02020603050405020304" pitchFamily="18" charset="0"/>
                <a:cs typeface="Times New Roman" panose="02020603050405020304" pitchFamily="18" charset="0"/>
              </a:rPr>
              <a:t>：双绞线</a:t>
            </a:r>
          </a:p>
          <a:p>
            <a:pPr lvl="1" eaLnBrk="1" hangingPunct="1">
              <a:lnSpc>
                <a:spcPct val="90000"/>
              </a:lnSpc>
              <a:buClr>
                <a:srgbClr val="002060"/>
              </a:buClr>
              <a:buFontTx/>
              <a:buChar char="•"/>
            </a:pPr>
            <a:r>
              <a:rPr lang="en-US" altLang="zh-CN" dirty="0">
                <a:latin typeface="Times New Roman" panose="02020603050405020304" pitchFamily="18" charset="0"/>
                <a:cs typeface="Times New Roman" panose="02020603050405020304" pitchFamily="18" charset="0"/>
              </a:rPr>
              <a:t>WAN</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V.35 DTE</a:t>
            </a:r>
            <a:r>
              <a:rPr lang="zh-CN" altLang="en-US" dirty="0">
                <a:latin typeface="Times New Roman" panose="02020603050405020304" pitchFamily="18" charset="0"/>
                <a:cs typeface="Times New Roman" panose="02020603050405020304" pitchFamily="18" charset="0"/>
              </a:rPr>
              <a:t>线缆、</a:t>
            </a:r>
            <a:r>
              <a:rPr lang="en-US" altLang="zh-CN" dirty="0">
                <a:latin typeface="Times New Roman" panose="02020603050405020304" pitchFamily="18" charset="0"/>
                <a:cs typeface="Times New Roman" panose="02020603050405020304" pitchFamily="18" charset="0"/>
              </a:rPr>
              <a:t>V.35 DCE</a:t>
            </a:r>
            <a:r>
              <a:rPr lang="zh-CN" altLang="en-US" dirty="0">
                <a:latin typeface="Times New Roman" panose="02020603050405020304" pitchFamily="18" charset="0"/>
                <a:cs typeface="Times New Roman" panose="02020603050405020304" pitchFamily="18" charset="0"/>
              </a:rPr>
              <a:t>线缆 </a:t>
            </a:r>
          </a:p>
        </p:txBody>
      </p:sp>
    </p:spTree>
    <p:extLst>
      <p:ext uri="{BB962C8B-B14F-4D97-AF65-F5344CB8AC3E}">
        <p14:creationId xmlns:p14="http://schemas.microsoft.com/office/powerpoint/2010/main" val="287676283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r>
              <a:rPr lang="zh-CN" altLang="en-US" b="1" dirty="0" smtClean="0"/>
              <a:t>路由器的作用</a:t>
            </a:r>
            <a:endParaRPr lang="en-US" altLang="zh-CN" b="1" dirty="0"/>
          </a:p>
        </p:txBody>
      </p:sp>
      <p:grpSp>
        <p:nvGrpSpPr>
          <p:cNvPr id="54" name="组合 53"/>
          <p:cNvGrpSpPr/>
          <p:nvPr/>
        </p:nvGrpSpPr>
        <p:grpSpPr>
          <a:xfrm>
            <a:off x="5648325" y="1646035"/>
            <a:ext cx="6438900" cy="3474750"/>
            <a:chOff x="2074863" y="1763712"/>
            <a:chExt cx="7735628" cy="3806827"/>
          </a:xfrm>
        </p:grpSpPr>
        <p:pic>
          <p:nvPicPr>
            <p:cNvPr id="30726" name="Picture 6"/>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4863" y="3262314"/>
              <a:ext cx="3038475" cy="2308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27" name="Picture 7"/>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60853" y="2835351"/>
              <a:ext cx="3449638" cy="2698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34" name="Picture 14"/>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3375" y="3735388"/>
              <a:ext cx="414338" cy="449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30735" name="Picture 15"/>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11600" y="4621213"/>
              <a:ext cx="414338" cy="449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30736" name="Picture 16"/>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1475" y="4586288"/>
              <a:ext cx="414338" cy="449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30737" name="Picture 17"/>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11600" y="3716338"/>
              <a:ext cx="414338" cy="449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30738" name="Picture 18"/>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92625" y="4287838"/>
              <a:ext cx="414338" cy="449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30739" name="Picture 19"/>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97700" y="4021138"/>
              <a:ext cx="414338" cy="449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30740" name="Picture 20"/>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70800" y="4392613"/>
              <a:ext cx="414338" cy="449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30741" name="Picture 21"/>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73975" y="3506788"/>
              <a:ext cx="414338" cy="449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30742" name="Picture 22"/>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02675" y="3497263"/>
              <a:ext cx="414338" cy="449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30743" name="Picture 23"/>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02675" y="4421188"/>
              <a:ext cx="414338" cy="449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30744" name="Picture 24"/>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21163" y="1763712"/>
              <a:ext cx="2286000" cy="1470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45" name="Picture 25"/>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24375" y="2381251"/>
              <a:ext cx="414338" cy="449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30746" name="Picture 26"/>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19775" y="2609851"/>
              <a:ext cx="414338" cy="449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30747" name="Picture 27"/>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86375" y="2000251"/>
              <a:ext cx="414338" cy="449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cxnSp>
          <p:nvCxnSpPr>
            <p:cNvPr id="3" name="直接连接符 2"/>
            <p:cNvCxnSpPr>
              <a:stCxn id="30736" idx="3"/>
              <a:endCxn id="30735" idx="1"/>
            </p:cNvCxnSpPr>
            <p:nvPr/>
          </p:nvCxnSpPr>
          <p:spPr bwMode="auto">
            <a:xfrm>
              <a:off x="3325813" y="4810919"/>
              <a:ext cx="585787" cy="34925"/>
            </a:xfrm>
            <a:prstGeom prst="line">
              <a:avLst/>
            </a:prstGeom>
            <a:noFill/>
            <a:ln w="44450" cap="flat" cmpd="sng" algn="ctr">
              <a:solidFill>
                <a:schemeClr val="bg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 name="直接连接符 4"/>
            <p:cNvCxnSpPr>
              <a:stCxn id="30734" idx="3"/>
              <a:endCxn id="30737" idx="1"/>
            </p:cNvCxnSpPr>
            <p:nvPr/>
          </p:nvCxnSpPr>
          <p:spPr bwMode="auto">
            <a:xfrm flipV="1">
              <a:off x="3287713" y="3940969"/>
              <a:ext cx="623887" cy="19050"/>
            </a:xfrm>
            <a:prstGeom prst="line">
              <a:avLst/>
            </a:prstGeom>
            <a:noFill/>
            <a:ln w="44450" cap="flat" cmpd="sng" algn="ctr">
              <a:solidFill>
                <a:schemeClr val="bg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直接连接符 8"/>
            <p:cNvCxnSpPr>
              <a:stCxn id="30737" idx="2"/>
              <a:endCxn id="30735" idx="0"/>
            </p:cNvCxnSpPr>
            <p:nvPr/>
          </p:nvCxnSpPr>
          <p:spPr bwMode="auto">
            <a:xfrm>
              <a:off x="4118769" y="4165600"/>
              <a:ext cx="0" cy="455613"/>
            </a:xfrm>
            <a:prstGeom prst="line">
              <a:avLst/>
            </a:prstGeom>
            <a:noFill/>
            <a:ln w="44450" cap="flat" cmpd="sng" algn="ctr">
              <a:solidFill>
                <a:schemeClr val="bg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直接连接符 10"/>
            <p:cNvCxnSpPr>
              <a:stCxn id="30734" idx="2"/>
              <a:endCxn id="30736" idx="0"/>
            </p:cNvCxnSpPr>
            <p:nvPr/>
          </p:nvCxnSpPr>
          <p:spPr bwMode="auto">
            <a:xfrm>
              <a:off x="3080544" y="4184650"/>
              <a:ext cx="38100" cy="401638"/>
            </a:xfrm>
            <a:prstGeom prst="line">
              <a:avLst/>
            </a:prstGeom>
            <a:noFill/>
            <a:ln w="44450" cap="flat" cmpd="sng" algn="ctr">
              <a:solidFill>
                <a:schemeClr val="bg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直接连接符 13"/>
            <p:cNvCxnSpPr/>
            <p:nvPr/>
          </p:nvCxnSpPr>
          <p:spPr bwMode="auto">
            <a:xfrm flipH="1">
              <a:off x="3203178" y="4056856"/>
              <a:ext cx="827881" cy="592138"/>
            </a:xfrm>
            <a:prstGeom prst="line">
              <a:avLst/>
            </a:prstGeom>
            <a:noFill/>
            <a:ln w="44450" cap="flat" cmpd="sng" algn="ctr">
              <a:solidFill>
                <a:schemeClr val="bg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直接连接符 16"/>
            <p:cNvCxnSpPr/>
            <p:nvPr/>
          </p:nvCxnSpPr>
          <p:spPr bwMode="auto">
            <a:xfrm>
              <a:off x="3118644" y="4056856"/>
              <a:ext cx="912415" cy="680244"/>
            </a:xfrm>
            <a:prstGeom prst="line">
              <a:avLst/>
            </a:prstGeom>
            <a:noFill/>
            <a:ln w="44450" cap="flat" cmpd="sng" algn="ctr">
              <a:solidFill>
                <a:schemeClr val="bg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直接连接符 18"/>
            <p:cNvCxnSpPr>
              <a:endCxn id="30738" idx="1"/>
            </p:cNvCxnSpPr>
            <p:nvPr/>
          </p:nvCxnSpPr>
          <p:spPr bwMode="auto">
            <a:xfrm>
              <a:off x="3203178" y="4056856"/>
              <a:ext cx="1289447" cy="455613"/>
            </a:xfrm>
            <a:prstGeom prst="line">
              <a:avLst/>
            </a:prstGeom>
            <a:noFill/>
            <a:ln w="44450" cap="flat" cmpd="sng" algn="ctr">
              <a:solidFill>
                <a:schemeClr val="bg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直接连接符 20"/>
            <p:cNvCxnSpPr>
              <a:stCxn id="30735" idx="3"/>
            </p:cNvCxnSpPr>
            <p:nvPr/>
          </p:nvCxnSpPr>
          <p:spPr bwMode="auto">
            <a:xfrm flipV="1">
              <a:off x="4325938" y="4617244"/>
              <a:ext cx="329008" cy="228600"/>
            </a:xfrm>
            <a:prstGeom prst="line">
              <a:avLst/>
            </a:prstGeom>
            <a:noFill/>
            <a:ln w="9525" cap="flat" cmpd="sng" algn="ctr">
              <a:solidFill>
                <a:schemeClr val="bg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直接连接符 22"/>
            <p:cNvCxnSpPr/>
            <p:nvPr/>
          </p:nvCxnSpPr>
          <p:spPr bwMode="auto">
            <a:xfrm>
              <a:off x="5600700" y="2381251"/>
              <a:ext cx="316706" cy="304802"/>
            </a:xfrm>
            <a:prstGeom prst="line">
              <a:avLst/>
            </a:prstGeom>
            <a:noFill/>
            <a:ln w="44450" cap="flat" cmpd="sng" algn="ctr">
              <a:solidFill>
                <a:schemeClr val="bg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直接连接符 24"/>
            <p:cNvCxnSpPr>
              <a:endCxn id="30745" idx="3"/>
            </p:cNvCxnSpPr>
            <p:nvPr/>
          </p:nvCxnSpPr>
          <p:spPr bwMode="auto">
            <a:xfrm flipH="1">
              <a:off x="4938713" y="2381251"/>
              <a:ext cx="425450" cy="224632"/>
            </a:xfrm>
            <a:prstGeom prst="line">
              <a:avLst/>
            </a:prstGeom>
            <a:noFill/>
            <a:ln w="44450" cap="flat" cmpd="sng" algn="ctr">
              <a:solidFill>
                <a:schemeClr val="bg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直接连接符 26"/>
            <p:cNvCxnSpPr>
              <a:stCxn id="30745" idx="3"/>
              <a:endCxn id="30746" idx="1"/>
            </p:cNvCxnSpPr>
            <p:nvPr/>
          </p:nvCxnSpPr>
          <p:spPr bwMode="auto">
            <a:xfrm>
              <a:off x="4938713" y="2605883"/>
              <a:ext cx="881062" cy="228600"/>
            </a:xfrm>
            <a:prstGeom prst="line">
              <a:avLst/>
            </a:prstGeom>
            <a:noFill/>
            <a:ln w="44450" cap="flat" cmpd="sng" algn="ctr">
              <a:solidFill>
                <a:schemeClr val="bg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直接连接符 29"/>
            <p:cNvCxnSpPr>
              <a:stCxn id="30746" idx="2"/>
            </p:cNvCxnSpPr>
            <p:nvPr/>
          </p:nvCxnSpPr>
          <p:spPr bwMode="auto">
            <a:xfrm flipH="1">
              <a:off x="4731544" y="3059114"/>
              <a:ext cx="1295400" cy="1357312"/>
            </a:xfrm>
            <a:prstGeom prst="line">
              <a:avLst/>
            </a:prstGeom>
            <a:noFill/>
            <a:ln w="44450" cap="flat" cmpd="sng" algn="ctr">
              <a:solidFill>
                <a:schemeClr val="bg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 name="直接连接符 31"/>
            <p:cNvCxnSpPr>
              <a:endCxn id="30739" idx="1"/>
            </p:cNvCxnSpPr>
            <p:nvPr/>
          </p:nvCxnSpPr>
          <p:spPr bwMode="auto">
            <a:xfrm flipV="1">
              <a:off x="4772819" y="4245769"/>
              <a:ext cx="2224881" cy="266700"/>
            </a:xfrm>
            <a:prstGeom prst="line">
              <a:avLst/>
            </a:prstGeom>
            <a:noFill/>
            <a:ln w="44450" cap="flat" cmpd="sng" algn="ctr">
              <a:solidFill>
                <a:schemeClr val="bg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 name="直接连接符 33"/>
            <p:cNvCxnSpPr/>
            <p:nvPr/>
          </p:nvCxnSpPr>
          <p:spPr bwMode="auto">
            <a:xfrm>
              <a:off x="6074569" y="2903539"/>
              <a:ext cx="970756" cy="1181892"/>
            </a:xfrm>
            <a:prstGeom prst="line">
              <a:avLst/>
            </a:prstGeom>
            <a:noFill/>
            <a:ln w="44450" cap="flat" cmpd="sng" algn="ctr">
              <a:solidFill>
                <a:schemeClr val="bg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 name="直接连接符 35"/>
            <p:cNvCxnSpPr>
              <a:stCxn id="30741" idx="3"/>
              <a:endCxn id="30742" idx="1"/>
            </p:cNvCxnSpPr>
            <p:nvPr/>
          </p:nvCxnSpPr>
          <p:spPr bwMode="auto">
            <a:xfrm flipV="1">
              <a:off x="8088313" y="3721894"/>
              <a:ext cx="614362" cy="9525"/>
            </a:xfrm>
            <a:prstGeom prst="line">
              <a:avLst/>
            </a:prstGeom>
            <a:noFill/>
            <a:ln w="44450" cap="flat" cmpd="sng" algn="ctr">
              <a:solidFill>
                <a:schemeClr val="bg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直接连接符 39"/>
            <p:cNvCxnSpPr/>
            <p:nvPr/>
          </p:nvCxnSpPr>
          <p:spPr bwMode="auto">
            <a:xfrm>
              <a:off x="8928894" y="3950494"/>
              <a:ext cx="0" cy="470694"/>
            </a:xfrm>
            <a:prstGeom prst="line">
              <a:avLst/>
            </a:prstGeom>
            <a:noFill/>
            <a:ln w="44450" cap="flat" cmpd="sng" algn="ctr">
              <a:solidFill>
                <a:schemeClr val="bg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2" name="直接连接符 41"/>
            <p:cNvCxnSpPr>
              <a:stCxn id="30743" idx="1"/>
              <a:endCxn id="30740" idx="3"/>
            </p:cNvCxnSpPr>
            <p:nvPr/>
          </p:nvCxnSpPr>
          <p:spPr bwMode="auto">
            <a:xfrm flipH="1" flipV="1">
              <a:off x="8085138" y="4617244"/>
              <a:ext cx="617537" cy="28575"/>
            </a:xfrm>
            <a:prstGeom prst="line">
              <a:avLst/>
            </a:prstGeom>
            <a:noFill/>
            <a:ln w="44450" cap="flat" cmpd="sng" algn="ctr">
              <a:solidFill>
                <a:schemeClr val="bg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 name="直接连接符 43"/>
            <p:cNvCxnSpPr>
              <a:endCxn id="30740" idx="0"/>
            </p:cNvCxnSpPr>
            <p:nvPr/>
          </p:nvCxnSpPr>
          <p:spPr bwMode="auto">
            <a:xfrm>
              <a:off x="7877969" y="3824684"/>
              <a:ext cx="0" cy="567929"/>
            </a:xfrm>
            <a:prstGeom prst="line">
              <a:avLst/>
            </a:prstGeom>
            <a:noFill/>
            <a:ln w="44450" cap="flat" cmpd="sng" algn="ctr">
              <a:solidFill>
                <a:schemeClr val="bg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6" name="直接连接符 45"/>
            <p:cNvCxnSpPr/>
            <p:nvPr/>
          </p:nvCxnSpPr>
          <p:spPr bwMode="auto">
            <a:xfrm flipH="1">
              <a:off x="8010923" y="3819525"/>
              <a:ext cx="898921" cy="669055"/>
            </a:xfrm>
            <a:prstGeom prst="line">
              <a:avLst/>
            </a:prstGeom>
            <a:noFill/>
            <a:ln w="44450" cap="flat" cmpd="sng" algn="ctr">
              <a:solidFill>
                <a:schemeClr val="bg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8" name="直接连接符 47"/>
            <p:cNvCxnSpPr>
              <a:endCxn id="30739" idx="3"/>
            </p:cNvCxnSpPr>
            <p:nvPr/>
          </p:nvCxnSpPr>
          <p:spPr bwMode="auto">
            <a:xfrm flipH="1">
              <a:off x="7412038" y="3824684"/>
              <a:ext cx="1346200" cy="421085"/>
            </a:xfrm>
            <a:prstGeom prst="line">
              <a:avLst/>
            </a:prstGeom>
            <a:noFill/>
            <a:ln w="44450" cap="flat" cmpd="sng" algn="ctr">
              <a:solidFill>
                <a:schemeClr val="bg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直接连接符 49"/>
            <p:cNvCxnSpPr>
              <a:stCxn id="30740" idx="1"/>
            </p:cNvCxnSpPr>
            <p:nvPr/>
          </p:nvCxnSpPr>
          <p:spPr bwMode="auto">
            <a:xfrm flipH="1" flipV="1">
              <a:off x="7317978" y="4318199"/>
              <a:ext cx="352822" cy="299045"/>
            </a:xfrm>
            <a:prstGeom prst="line">
              <a:avLst/>
            </a:prstGeom>
            <a:noFill/>
            <a:ln w="44450" cap="flat" cmpd="sng" algn="ctr">
              <a:solidFill>
                <a:schemeClr val="bg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 name="直接连接符 51"/>
            <p:cNvCxnSpPr/>
            <p:nvPr/>
          </p:nvCxnSpPr>
          <p:spPr bwMode="auto">
            <a:xfrm flipH="1" flipV="1">
              <a:off x="7877969" y="3819525"/>
              <a:ext cx="880269" cy="648196"/>
            </a:xfrm>
            <a:prstGeom prst="line">
              <a:avLst/>
            </a:prstGeom>
            <a:noFill/>
            <a:ln w="44450" cap="flat" cmpd="sng" algn="ctr">
              <a:solidFill>
                <a:schemeClr val="bg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55" name="文本框 54"/>
          <p:cNvSpPr txBox="1"/>
          <p:nvPr/>
        </p:nvSpPr>
        <p:spPr>
          <a:xfrm>
            <a:off x="-87819" y="1434743"/>
            <a:ext cx="6555183" cy="1865126"/>
          </a:xfrm>
          <a:prstGeom prst="rect">
            <a:avLst/>
          </a:prstGeom>
          <a:noFill/>
        </p:spPr>
        <p:txBody>
          <a:bodyPr wrap="square" rtlCol="0">
            <a:spAutoFit/>
          </a:bodyPr>
          <a:lstStyle/>
          <a:p>
            <a:pPr marL="342900" indent="-342900">
              <a:lnSpc>
                <a:spcPct val="90000"/>
              </a:lnSpc>
              <a:buFont typeface="Wingdings" panose="05000000000000000000" pitchFamily="2" charset="2"/>
              <a:buChar char="n"/>
            </a:pPr>
            <a:r>
              <a:rPr lang="zh-CN" altLang="en-US" sz="2400" b="1" dirty="0" smtClean="0">
                <a:solidFill>
                  <a:srgbClr val="002060"/>
                </a:solidFill>
                <a:latin typeface="楷体" panose="02010609060101010101" pitchFamily="49" charset="-122"/>
                <a:ea typeface="楷体" panose="02010609060101010101" pitchFamily="49" charset="-122"/>
              </a:rPr>
              <a:t>路由器是用于将不同网络互连起来的网络设备，是</a:t>
            </a:r>
            <a:r>
              <a:rPr lang="zh-CN" altLang="en-US" sz="2400" b="1" dirty="0">
                <a:solidFill>
                  <a:srgbClr val="002060"/>
                </a:solidFill>
                <a:latin typeface="楷体" panose="02010609060101010101" pitchFamily="49" charset="-122"/>
                <a:ea typeface="楷体" panose="02010609060101010101" pitchFamily="49" charset="-122"/>
              </a:rPr>
              <a:t>互联网的</a:t>
            </a:r>
            <a:r>
              <a:rPr lang="zh-CN" altLang="en-US" sz="2400" b="1" dirty="0" smtClean="0">
                <a:solidFill>
                  <a:srgbClr val="002060"/>
                </a:solidFill>
                <a:latin typeface="楷体" panose="02010609060101010101" pitchFamily="49" charset="-122"/>
                <a:ea typeface="楷体" panose="02010609060101010101" pitchFamily="49" charset="-122"/>
              </a:rPr>
              <a:t>核心设施。</a:t>
            </a:r>
            <a:endParaRPr lang="en-US" altLang="zh-CN" sz="2400" b="1" dirty="0" smtClean="0">
              <a:solidFill>
                <a:srgbClr val="002060"/>
              </a:solidFill>
              <a:latin typeface="楷体" panose="02010609060101010101" pitchFamily="49" charset="-122"/>
              <a:ea typeface="楷体" panose="02010609060101010101" pitchFamily="49" charset="-122"/>
            </a:endParaRPr>
          </a:p>
          <a:p>
            <a:pPr marL="800100" lvl="1" indent="-342900">
              <a:lnSpc>
                <a:spcPct val="150000"/>
              </a:lnSpc>
              <a:buFont typeface="Arial" panose="020B0604020202020204" pitchFamily="34" charset="0"/>
              <a:buChar char="•"/>
            </a:pPr>
            <a:r>
              <a:rPr lang="zh-CN" altLang="en-US" sz="2400" b="1" dirty="0" smtClean="0">
                <a:solidFill>
                  <a:srgbClr val="002060"/>
                </a:solidFill>
                <a:latin typeface="楷体" panose="02010609060101010101" pitchFamily="49" charset="-122"/>
                <a:ea typeface="楷体" panose="02010609060101010101" pitchFamily="49" charset="-122"/>
              </a:rPr>
              <a:t>对分组进行选路与传递</a:t>
            </a:r>
            <a:endParaRPr lang="en-US" altLang="zh-CN" sz="2400" b="1" dirty="0" smtClean="0">
              <a:solidFill>
                <a:srgbClr val="002060"/>
              </a:solidFill>
              <a:latin typeface="楷体" panose="02010609060101010101" pitchFamily="49" charset="-122"/>
              <a:ea typeface="楷体" panose="02010609060101010101" pitchFamily="49" charset="-122"/>
            </a:endParaRPr>
          </a:p>
          <a:p>
            <a:pPr marL="800100" lvl="1" indent="-342900">
              <a:lnSpc>
                <a:spcPct val="150000"/>
              </a:lnSpc>
              <a:buFont typeface="Arial" panose="020B0604020202020204" pitchFamily="34" charset="0"/>
              <a:buChar char="•"/>
            </a:pPr>
            <a:r>
              <a:rPr lang="zh-CN" altLang="en-US" sz="2400" b="1" dirty="0" smtClean="0">
                <a:solidFill>
                  <a:srgbClr val="002060"/>
                </a:solidFill>
                <a:latin typeface="楷体" panose="02010609060101010101" pitchFamily="49" charset="-122"/>
                <a:ea typeface="楷体" panose="02010609060101010101" pitchFamily="49" charset="-122"/>
              </a:rPr>
              <a:t>路由器的主要功能实现于网络层，</a:t>
            </a:r>
            <a:r>
              <a:rPr lang="en-US" altLang="zh-CN" sz="2400" b="1" dirty="0" smtClean="0">
                <a:solidFill>
                  <a:srgbClr val="FF0000"/>
                </a:solidFill>
                <a:latin typeface="楷体" panose="02010609060101010101" pitchFamily="49" charset="-122"/>
                <a:ea typeface="楷体" panose="02010609060101010101" pitchFamily="49" charset="-122"/>
              </a:rPr>
              <a:t>IP</a:t>
            </a:r>
            <a:r>
              <a:rPr lang="zh-CN" altLang="en-US" sz="2400" b="1" dirty="0" smtClean="0">
                <a:solidFill>
                  <a:srgbClr val="FF0000"/>
                </a:solidFill>
                <a:latin typeface="楷体" panose="02010609060101010101" pitchFamily="49" charset="-122"/>
                <a:ea typeface="楷体" panose="02010609060101010101" pitchFamily="49" charset="-122"/>
              </a:rPr>
              <a:t>协议</a:t>
            </a:r>
            <a:endParaRPr lang="en-US" altLang="zh-CN" sz="2400" b="1" dirty="0" smtClean="0">
              <a:solidFill>
                <a:srgbClr val="FF0000"/>
              </a:solidFill>
              <a:latin typeface="楷体" panose="02010609060101010101" pitchFamily="49" charset="-122"/>
              <a:ea typeface="楷体" panose="02010609060101010101" pitchFamily="49" charset="-122"/>
            </a:endParaRPr>
          </a:p>
        </p:txBody>
      </p:sp>
      <p:sp>
        <p:nvSpPr>
          <p:cNvPr id="4" name="文本框 3"/>
          <p:cNvSpPr txBox="1"/>
          <p:nvPr/>
        </p:nvSpPr>
        <p:spPr>
          <a:xfrm>
            <a:off x="5959617" y="5269851"/>
            <a:ext cx="6035882" cy="738664"/>
          </a:xfrm>
          <a:prstGeom prst="rect">
            <a:avLst/>
          </a:prstGeom>
          <a:noFill/>
        </p:spPr>
        <p:txBody>
          <a:bodyPr wrap="square" rtlCol="0">
            <a:spAutoFit/>
          </a:bodyPr>
          <a:lstStyle/>
          <a:p>
            <a:r>
              <a:rPr lang="zh-CN" altLang="en-US" sz="2400" b="1" dirty="0">
                <a:solidFill>
                  <a:srgbClr val="002060"/>
                </a:solidFill>
                <a:latin typeface="楷体" panose="02010609060101010101" pitchFamily="49" charset="-122"/>
                <a:ea typeface="楷体" panose="02010609060101010101" pitchFamily="49" charset="-122"/>
              </a:rPr>
              <a:t>互联网由多个物理网络通过路由器互连而</a:t>
            </a:r>
            <a:r>
              <a:rPr lang="zh-CN" altLang="en-US" sz="2400" b="1" dirty="0" smtClean="0">
                <a:solidFill>
                  <a:srgbClr val="002060"/>
                </a:solidFill>
                <a:latin typeface="楷体" panose="02010609060101010101" pitchFamily="49" charset="-122"/>
                <a:ea typeface="楷体" panose="02010609060101010101" pitchFamily="49" charset="-122"/>
              </a:rPr>
              <a:t>成</a:t>
            </a:r>
            <a:endParaRPr lang="en-US" altLang="zh-CN" sz="2400" b="1" dirty="0">
              <a:solidFill>
                <a:srgbClr val="002060"/>
              </a:solidFill>
              <a:latin typeface="楷体" panose="02010609060101010101" pitchFamily="49" charset="-122"/>
              <a:ea typeface="楷体" panose="02010609060101010101" pitchFamily="49" charset="-122"/>
            </a:endParaRPr>
          </a:p>
          <a:p>
            <a:endParaRPr lang="zh-CN" altLang="en-US" dirty="0"/>
          </a:p>
        </p:txBody>
      </p:sp>
    </p:spTree>
    <p:extLst>
      <p:ext uri="{BB962C8B-B14F-4D97-AF65-F5344CB8AC3E}">
        <p14:creationId xmlns:p14="http://schemas.microsoft.com/office/powerpoint/2010/main" val="355440224"/>
      </p:ext>
    </p:extLst>
  </p:cSld>
  <p:clrMapOvr>
    <a:masterClrMapping/>
  </p:clrMapOvr>
  <p:transition spd="med">
    <p:random/>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50692" y="1024358"/>
            <a:ext cx="10058400" cy="858837"/>
          </a:xfrm>
        </p:spPr>
        <p:txBody>
          <a:bodyPr>
            <a:normAutofit/>
          </a:bodyPr>
          <a:lstStyle/>
          <a:p>
            <a:pPr algn="ctr"/>
            <a:r>
              <a:rPr lang="zh-CN" altLang="en-US" sz="2800"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互联网</a:t>
            </a:r>
          </a:p>
        </p:txBody>
      </p:sp>
      <p:sp>
        <p:nvSpPr>
          <p:cNvPr id="406" name="Rectangle 405"/>
          <p:cNvSpPr>
            <a:spLocks noChangeArrowheads="1"/>
          </p:cNvSpPr>
          <p:nvPr/>
        </p:nvSpPr>
        <p:spPr bwMode="auto">
          <a:xfrm>
            <a:off x="-363201" y="1951774"/>
            <a:ext cx="768479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687387" lvl="1" indent="-342900" fontAlgn="base">
              <a:spcBef>
                <a:spcPct val="20000"/>
              </a:spcBef>
              <a:spcAft>
                <a:spcPct val="0"/>
              </a:spcAft>
              <a:buClr>
                <a:srgbClr val="000054"/>
              </a:buClr>
              <a:buSzPct val="70000"/>
              <a:buFont typeface="Wingdings" panose="05000000000000000000" pitchFamily="2" charset="2"/>
              <a:buChar char="n"/>
            </a:pPr>
            <a:r>
              <a:rPr lang="zh-CN" altLang="en-US" sz="2400" b="1" dirty="0">
                <a:solidFill>
                  <a:srgbClr val="000054"/>
                </a:solidFill>
                <a:latin typeface="楷体" panose="02010609060101010101" pitchFamily="49" charset="-122"/>
                <a:ea typeface="楷体" panose="02010609060101010101" pitchFamily="49" charset="-122"/>
              </a:rPr>
              <a:t>互联网是一个广域网、城域网和局域网的互联网络</a:t>
            </a:r>
          </a:p>
        </p:txBody>
      </p:sp>
      <p:sp>
        <p:nvSpPr>
          <p:cNvPr id="407" name="标题 1"/>
          <p:cNvSpPr txBox="1">
            <a:spLocks/>
          </p:cNvSpPr>
          <p:nvPr/>
        </p:nvSpPr>
        <p:spPr bwMode="auto">
          <a:xfrm>
            <a:off x="1452438" y="169946"/>
            <a:ext cx="10058400" cy="858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normAutofit/>
          </a:bodyPr>
          <a:lstStyle>
            <a:lvl1pPr algn="ctr" rtl="0" fontAlgn="base">
              <a:spcBef>
                <a:spcPct val="0"/>
              </a:spcBef>
              <a:spcAft>
                <a:spcPct val="0"/>
              </a:spcAft>
              <a:defRPr sz="4000" b="1" kern="1200">
                <a:solidFill>
                  <a:srgbClr val="FFFF00"/>
                </a:solidFill>
                <a:latin typeface="黑体" panose="02010609060101010101" pitchFamily="49" charset="-122"/>
                <a:ea typeface="黑体" panose="02010609060101010101" pitchFamily="49" charset="-122"/>
                <a:cs typeface="+mj-cs"/>
              </a:defRPr>
            </a:lvl1pPr>
            <a:lvl2pPr algn="l" rtl="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2pPr>
            <a:lvl3pPr algn="l" rtl="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3pPr>
            <a:lvl4pPr algn="l" rtl="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4pPr>
            <a:lvl5pPr algn="l" rtl="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5pPr>
            <a:lvl6pPr marL="457200" algn="l" rtl="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6pPr>
            <a:lvl7pPr marL="914400" algn="l" rtl="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7pPr>
            <a:lvl8pPr marL="1371600" algn="l" rtl="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8pPr>
            <a:lvl9pPr marL="1828800" algn="l" rtl="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9pPr>
          </a:lstStyle>
          <a:p>
            <a:r>
              <a:rPr lang="zh-CN" altLang="en-US" dirty="0"/>
              <a:t>计算机网络与互联网</a:t>
            </a:r>
          </a:p>
        </p:txBody>
      </p:sp>
      <p:pic>
        <p:nvPicPr>
          <p:cNvPr id="4" name="图片 3"/>
          <p:cNvPicPr>
            <a:picLocks noChangeAspect="1"/>
          </p:cNvPicPr>
          <p:nvPr/>
        </p:nvPicPr>
        <p:blipFill>
          <a:blip r:embed="rId3"/>
          <a:stretch>
            <a:fillRect/>
          </a:stretch>
        </p:blipFill>
        <p:spPr>
          <a:xfrm>
            <a:off x="5149461" y="2510405"/>
            <a:ext cx="6882477" cy="3520109"/>
          </a:xfrm>
          <a:prstGeom prst="rect">
            <a:avLst/>
          </a:prstGeom>
        </p:spPr>
      </p:pic>
      <p:sp>
        <p:nvSpPr>
          <p:cNvPr id="410" name="内容占位符 2"/>
          <p:cNvSpPr txBox="1">
            <a:spLocks/>
          </p:cNvSpPr>
          <p:nvPr/>
        </p:nvSpPr>
        <p:spPr>
          <a:xfrm>
            <a:off x="3640" y="2510405"/>
            <a:ext cx="6770872" cy="4347595"/>
          </a:xfrm>
          <a:prstGeom prst="rect">
            <a:avLst/>
          </a:prstGeom>
        </p:spPr>
        <p:txBody>
          <a:bodyPr>
            <a:noAutofit/>
          </a:bodyPr>
          <a:lstStyle>
            <a:lvl1pPr marL="342900" indent="-342900" algn="l" rtl="0" fontAlgn="base">
              <a:spcBef>
                <a:spcPct val="20000"/>
              </a:spcBef>
              <a:spcAft>
                <a:spcPct val="0"/>
              </a:spcAft>
              <a:buClr>
                <a:schemeClr val="tx2"/>
              </a:buClr>
              <a:buSzPct val="70000"/>
              <a:buFont typeface="Wingdings" panose="05000000000000000000" pitchFamily="2" charset="2"/>
              <a:buChar char="n"/>
              <a:defRPr sz="3200" b="1" kern="1200">
                <a:solidFill>
                  <a:srgbClr val="FFFF00"/>
                </a:solidFill>
                <a:effectLst>
                  <a:outerShdw blurRad="38100" dist="38100" dir="2700000" algn="tl">
                    <a:srgbClr val="000000"/>
                  </a:outerShdw>
                </a:effectLst>
                <a:latin typeface="+mn-lt"/>
                <a:ea typeface="+mn-ea"/>
                <a:cs typeface="+mn-cs"/>
              </a:defRPr>
            </a:lvl1pPr>
            <a:lvl2pPr marL="692150" indent="-347663" algn="l" rtl="0" fontAlgn="base">
              <a:spcBef>
                <a:spcPct val="20000"/>
              </a:spcBef>
              <a:spcAft>
                <a:spcPct val="0"/>
              </a:spcAft>
              <a:buClr>
                <a:srgbClr val="FF99FF"/>
              </a:buClr>
              <a:buSzPct val="70000"/>
              <a:buFont typeface="Wingdings" panose="05000000000000000000" pitchFamily="2" charset="2"/>
              <a:buChar char="l"/>
              <a:defRPr sz="2800" b="1" kern="1200">
                <a:solidFill>
                  <a:schemeClr val="tx1"/>
                </a:solidFill>
                <a:effectLst>
                  <a:outerShdw blurRad="38100" dist="38100" dir="2700000" algn="tl">
                    <a:srgbClr val="000000"/>
                  </a:outerShdw>
                </a:effectLst>
                <a:latin typeface="+mn-lt"/>
                <a:ea typeface="+mn-ea"/>
                <a:cs typeface="+mn-cs"/>
              </a:defRPr>
            </a:lvl2pPr>
            <a:lvl3pPr marL="987425" indent="-293688" algn="l" rtl="0" fontAlgn="base">
              <a:spcBef>
                <a:spcPct val="20000"/>
              </a:spcBef>
              <a:spcAft>
                <a:spcPct val="0"/>
              </a:spcAft>
              <a:buClr>
                <a:srgbClr val="00FF00"/>
              </a:buClr>
              <a:buSzPct val="70000"/>
              <a:buFont typeface="Wingdings" panose="05000000000000000000" pitchFamily="2" charset="2"/>
              <a:buChar char="u"/>
              <a:defRPr sz="2400" b="1" kern="1200">
                <a:solidFill>
                  <a:schemeClr val="tx1"/>
                </a:solidFill>
                <a:effectLst>
                  <a:outerShdw blurRad="38100" dist="38100" dir="2700000" algn="tl">
                    <a:srgbClr val="000000"/>
                  </a:outerShdw>
                </a:effectLst>
                <a:latin typeface="+mn-lt"/>
                <a:ea typeface="+mn-ea"/>
                <a:cs typeface="+mn-cs"/>
              </a:defRPr>
            </a:lvl3pPr>
            <a:lvl4pPr marL="1281113" indent="-292100" algn="l" rtl="0" fontAlgn="base">
              <a:spcBef>
                <a:spcPct val="20000"/>
              </a:spcBef>
              <a:spcAft>
                <a:spcPct val="0"/>
              </a:spcAft>
              <a:buClr>
                <a:schemeClr val="tx2"/>
              </a:buClr>
              <a:buSzPct val="75000"/>
              <a:buFont typeface="Wingdings" panose="05000000000000000000" pitchFamily="2" charset="2"/>
              <a:buChar char="§"/>
              <a:defRPr sz="2400" b="1" kern="1200">
                <a:solidFill>
                  <a:schemeClr val="tx1"/>
                </a:solidFill>
                <a:effectLst>
                  <a:outerShdw blurRad="38100" dist="38100" dir="2700000" algn="tl">
                    <a:srgbClr val="000000"/>
                  </a:outerShdw>
                </a:effectLst>
                <a:latin typeface="+mn-lt"/>
                <a:ea typeface="+mn-ea"/>
                <a:cs typeface="+mn-cs"/>
              </a:defRPr>
            </a:lvl4pPr>
            <a:lvl5pPr marL="1598613" indent="-315913" algn="l" rtl="0" fontAlgn="base">
              <a:spcBef>
                <a:spcPct val="20000"/>
              </a:spcBef>
              <a:spcAft>
                <a:spcPct val="0"/>
              </a:spcAft>
              <a:buClr>
                <a:srgbClr val="FFFFFF"/>
              </a:buClr>
              <a:buSzPct val="80000"/>
              <a:buFont typeface="Wingdings" panose="05000000000000000000" pitchFamily="2" charset="2"/>
              <a:buChar char="Ø"/>
              <a:defRPr sz="2000" b="1" kern="1200">
                <a:solidFill>
                  <a:schemeClr val="tx1"/>
                </a:solidFill>
                <a:effectLst>
                  <a:outerShdw blurRad="38100" dist="38100" dir="2700000" algn="tl">
                    <a:srgbClr val="00000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buClr>
                <a:srgbClr val="000054"/>
              </a:buClr>
            </a:pPr>
            <a:r>
              <a:rPr lang="zh-CN" altLang="en-US" sz="2000" dirty="0">
                <a:solidFill>
                  <a:srgbClr val="000054"/>
                </a:solidFill>
                <a:effectLst/>
                <a:latin typeface="Times New Roman" panose="02020603050405020304" pitchFamily="18" charset="0"/>
                <a:ea typeface="楷体" panose="02010609060101010101" pitchFamily="49" charset="-122"/>
                <a:cs typeface="Times New Roman" panose="02020603050405020304" pitchFamily="18" charset="0"/>
              </a:rPr>
              <a:t>局域网</a:t>
            </a:r>
            <a:r>
              <a:rPr lang="en-US" altLang="zh-CN" sz="2000" dirty="0">
                <a:solidFill>
                  <a:srgbClr val="000054"/>
                </a:solidFill>
                <a:effectLst/>
                <a:latin typeface="Times New Roman" panose="02020603050405020304" pitchFamily="18" charset="0"/>
                <a:ea typeface="楷体" panose="02010609060101010101" pitchFamily="49" charset="-122"/>
                <a:cs typeface="Times New Roman" panose="02020603050405020304" pitchFamily="18" charset="0"/>
              </a:rPr>
              <a:t>—LAN</a:t>
            </a:r>
          </a:p>
          <a:p>
            <a:pPr lvl="2">
              <a:buClr>
                <a:srgbClr val="000054"/>
              </a:buClr>
              <a:buFont typeface="Arial" panose="020B0604020202020204" pitchFamily="34" charset="0"/>
              <a:buChar char="•"/>
            </a:pPr>
            <a:r>
              <a:rPr lang="zh-CN" altLang="en-US" sz="2000" dirty="0">
                <a:solidFill>
                  <a:srgbClr val="000054"/>
                </a:solidFill>
                <a:effectLst/>
                <a:latin typeface="Times New Roman" panose="02020603050405020304" pitchFamily="18" charset="0"/>
                <a:ea typeface="楷体" panose="02010609060101010101" pitchFamily="49" charset="-122"/>
                <a:cs typeface="Times New Roman" panose="02020603050405020304" pitchFamily="18" charset="0"/>
              </a:rPr>
              <a:t>地理范围小（几百米</a:t>
            </a:r>
            <a:r>
              <a:rPr lang="en-US" altLang="zh-CN" sz="2000" dirty="0">
                <a:solidFill>
                  <a:srgbClr val="000054"/>
                </a:solidFill>
                <a:effectLst/>
                <a:latin typeface="Times New Roman" panose="02020603050405020304" pitchFamily="18" charset="0"/>
                <a:ea typeface="楷体" panose="02010609060101010101" pitchFamily="49" charset="-122"/>
                <a:cs typeface="Times New Roman" panose="02020603050405020304" pitchFamily="18" charset="0"/>
              </a:rPr>
              <a:t>~</a:t>
            </a:r>
            <a:r>
              <a:rPr lang="zh-CN" altLang="en-US" sz="2000" dirty="0">
                <a:solidFill>
                  <a:srgbClr val="000054"/>
                </a:solidFill>
                <a:effectLst/>
                <a:latin typeface="Times New Roman" panose="02020603050405020304" pitchFamily="18" charset="0"/>
                <a:ea typeface="楷体" panose="02010609060101010101" pitchFamily="49" charset="-122"/>
                <a:cs typeface="Times New Roman" panose="02020603050405020304" pitchFamily="18" charset="0"/>
              </a:rPr>
              <a:t>几公里</a:t>
            </a:r>
            <a:r>
              <a:rPr lang="zh-CN" altLang="en-US" sz="2000" dirty="0" smtClean="0">
                <a:solidFill>
                  <a:srgbClr val="000054"/>
                </a:solidFill>
                <a:effectLst/>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000" dirty="0" smtClean="0">
              <a:solidFill>
                <a:srgbClr val="000054"/>
              </a:solidFill>
              <a:effectLst/>
              <a:latin typeface="Times New Roman" panose="02020603050405020304" pitchFamily="18" charset="0"/>
              <a:ea typeface="楷体" panose="02010609060101010101" pitchFamily="49" charset="-122"/>
              <a:cs typeface="Times New Roman" panose="02020603050405020304" pitchFamily="18" charset="0"/>
            </a:endParaRPr>
          </a:p>
          <a:p>
            <a:pPr lvl="2">
              <a:buClr>
                <a:srgbClr val="000054"/>
              </a:buClr>
              <a:buFont typeface="Arial" panose="020B0604020202020204" pitchFamily="34" charset="0"/>
              <a:buChar char="•"/>
            </a:pPr>
            <a:r>
              <a:rPr lang="zh-CN" altLang="en-US" sz="2000" dirty="0" smtClean="0">
                <a:solidFill>
                  <a:srgbClr val="000054"/>
                </a:solidFill>
                <a:effectLst/>
                <a:latin typeface="Times New Roman" panose="02020603050405020304" pitchFamily="18" charset="0"/>
                <a:ea typeface="楷体" panose="02010609060101010101" pitchFamily="49" charset="-122"/>
                <a:cs typeface="Times New Roman" panose="02020603050405020304" pitchFamily="18" charset="0"/>
              </a:rPr>
              <a:t>办公室</a:t>
            </a:r>
            <a:r>
              <a:rPr lang="zh-CN" altLang="en-US" sz="2000" dirty="0">
                <a:solidFill>
                  <a:srgbClr val="000054"/>
                </a:solidFill>
                <a:effectLst/>
                <a:latin typeface="Times New Roman" panose="02020603050405020304" pitchFamily="18" charset="0"/>
                <a:ea typeface="楷体" panose="02010609060101010101" pitchFamily="49" charset="-122"/>
                <a:cs typeface="Times New Roman" panose="02020603050405020304" pitchFamily="18" charset="0"/>
              </a:rPr>
              <a:t>、楼内</a:t>
            </a:r>
          </a:p>
          <a:p>
            <a:pPr lvl="2">
              <a:buClr>
                <a:srgbClr val="000054"/>
              </a:buClr>
              <a:buFont typeface="Arial" panose="020B0604020202020204" pitchFamily="34" charset="0"/>
              <a:buChar char="•"/>
            </a:pPr>
            <a:r>
              <a:rPr lang="zh-CN" altLang="en-US" sz="2000" dirty="0">
                <a:solidFill>
                  <a:srgbClr val="000054"/>
                </a:solidFill>
                <a:effectLst/>
                <a:latin typeface="Times New Roman" panose="02020603050405020304" pitchFamily="18" charset="0"/>
                <a:ea typeface="楷体" panose="02010609060101010101" pitchFamily="49" charset="-122"/>
                <a:cs typeface="Times New Roman" panose="02020603050405020304" pitchFamily="18" charset="0"/>
              </a:rPr>
              <a:t>以广播型网络</a:t>
            </a:r>
            <a:r>
              <a:rPr lang="zh-CN" altLang="en-US" sz="2000" dirty="0" smtClean="0">
                <a:solidFill>
                  <a:srgbClr val="000054"/>
                </a:solidFill>
                <a:effectLst/>
                <a:latin typeface="Times New Roman" panose="02020603050405020304" pitchFamily="18" charset="0"/>
                <a:ea typeface="楷体" panose="02010609060101010101" pitchFamily="49" charset="-122"/>
                <a:cs typeface="Times New Roman" panose="02020603050405020304" pitchFamily="18" charset="0"/>
              </a:rPr>
              <a:t>为主</a:t>
            </a:r>
            <a:endParaRPr lang="en-US" altLang="zh-CN" sz="2000" dirty="0" smtClean="0">
              <a:solidFill>
                <a:srgbClr val="000054"/>
              </a:solidFill>
              <a:effectLst/>
              <a:latin typeface="Times New Roman" panose="02020603050405020304" pitchFamily="18" charset="0"/>
              <a:ea typeface="楷体" panose="02010609060101010101" pitchFamily="49" charset="-122"/>
              <a:cs typeface="Times New Roman" panose="02020603050405020304" pitchFamily="18" charset="0"/>
            </a:endParaRPr>
          </a:p>
          <a:p>
            <a:pPr marL="344487" lvl="1" indent="0">
              <a:buClr>
                <a:srgbClr val="000054"/>
              </a:buClr>
              <a:buNone/>
            </a:pPr>
            <a:endParaRPr lang="zh-CN" altLang="en-US" sz="1000" dirty="0" smtClean="0">
              <a:solidFill>
                <a:srgbClr val="000054"/>
              </a:solidFill>
              <a:effectLst/>
              <a:latin typeface="Times New Roman" panose="02020603050405020304" pitchFamily="18" charset="0"/>
              <a:ea typeface="楷体" panose="02010609060101010101" pitchFamily="49" charset="-122"/>
              <a:cs typeface="Times New Roman" panose="02020603050405020304" pitchFamily="18" charset="0"/>
            </a:endParaRPr>
          </a:p>
          <a:p>
            <a:pPr lvl="1">
              <a:buClr>
                <a:srgbClr val="000054"/>
              </a:buClr>
            </a:pPr>
            <a:r>
              <a:rPr lang="zh-CN" altLang="en-US" sz="2000" dirty="0" smtClean="0">
                <a:solidFill>
                  <a:srgbClr val="000054"/>
                </a:solidFill>
                <a:effectLst/>
                <a:latin typeface="Times New Roman" panose="02020603050405020304" pitchFamily="18" charset="0"/>
                <a:ea typeface="楷体" panose="02010609060101010101" pitchFamily="49" charset="-122"/>
                <a:cs typeface="Times New Roman" panose="02020603050405020304" pitchFamily="18" charset="0"/>
              </a:rPr>
              <a:t>广域网</a:t>
            </a:r>
            <a:r>
              <a:rPr lang="en-US" altLang="zh-CN" sz="2000" dirty="0">
                <a:solidFill>
                  <a:srgbClr val="000054"/>
                </a:solidFill>
                <a:effectLst/>
                <a:latin typeface="Times New Roman" panose="02020603050405020304" pitchFamily="18" charset="0"/>
                <a:ea typeface="楷体" panose="02010609060101010101" pitchFamily="49" charset="-122"/>
                <a:cs typeface="Times New Roman" panose="02020603050405020304" pitchFamily="18" charset="0"/>
              </a:rPr>
              <a:t>—WAN</a:t>
            </a:r>
          </a:p>
          <a:p>
            <a:pPr lvl="2">
              <a:buClr>
                <a:srgbClr val="000054"/>
              </a:buClr>
              <a:buFont typeface="Arial" panose="020B0604020202020204" pitchFamily="34" charset="0"/>
              <a:buChar char="•"/>
            </a:pPr>
            <a:r>
              <a:rPr lang="zh-CN" altLang="en-US" sz="2000" dirty="0">
                <a:solidFill>
                  <a:srgbClr val="000054"/>
                </a:solidFill>
                <a:effectLst/>
                <a:latin typeface="Times New Roman" panose="02020603050405020304" pitchFamily="18" charset="0"/>
                <a:ea typeface="楷体" panose="02010609060101010101" pitchFamily="49" charset="-122"/>
                <a:cs typeface="Times New Roman" panose="02020603050405020304" pitchFamily="18" charset="0"/>
              </a:rPr>
              <a:t>地理范围大（几十公里</a:t>
            </a:r>
            <a:r>
              <a:rPr lang="en-US" altLang="zh-CN" sz="2000" dirty="0">
                <a:solidFill>
                  <a:srgbClr val="000054"/>
                </a:solidFill>
                <a:effectLst/>
                <a:latin typeface="Times New Roman" panose="02020603050405020304" pitchFamily="18" charset="0"/>
                <a:ea typeface="楷体" panose="02010609060101010101" pitchFamily="49" charset="-122"/>
                <a:cs typeface="Times New Roman" panose="02020603050405020304" pitchFamily="18" charset="0"/>
              </a:rPr>
              <a:t>~</a:t>
            </a:r>
            <a:r>
              <a:rPr lang="zh-CN" altLang="en-US" sz="2000" dirty="0">
                <a:solidFill>
                  <a:srgbClr val="000054"/>
                </a:solidFill>
                <a:effectLst/>
                <a:latin typeface="Times New Roman" panose="02020603050405020304" pitchFamily="18" charset="0"/>
                <a:ea typeface="楷体" panose="02010609060101010101" pitchFamily="49" charset="-122"/>
                <a:cs typeface="Times New Roman" panose="02020603050405020304" pitchFamily="18" charset="0"/>
              </a:rPr>
              <a:t>上千公里）</a:t>
            </a:r>
          </a:p>
          <a:p>
            <a:pPr lvl="2">
              <a:buClr>
                <a:srgbClr val="000054"/>
              </a:buClr>
              <a:buFont typeface="Arial" panose="020B0604020202020204" pitchFamily="34" charset="0"/>
              <a:buChar char="•"/>
            </a:pPr>
            <a:r>
              <a:rPr lang="zh-CN" altLang="en-US" sz="2000" dirty="0">
                <a:solidFill>
                  <a:srgbClr val="000054"/>
                </a:solidFill>
                <a:effectLst/>
                <a:latin typeface="Times New Roman" panose="02020603050405020304" pitchFamily="18" charset="0"/>
                <a:ea typeface="楷体" panose="02010609060101010101" pitchFamily="49" charset="-122"/>
                <a:cs typeface="Times New Roman" panose="02020603050405020304" pitchFamily="18" charset="0"/>
              </a:rPr>
              <a:t>以点到点网络为主</a:t>
            </a:r>
            <a:endParaRPr lang="en-US" altLang="zh-CN" sz="2000" dirty="0">
              <a:solidFill>
                <a:srgbClr val="000054"/>
              </a:solidFill>
              <a:effectLst/>
              <a:latin typeface="Times New Roman" panose="02020603050405020304" pitchFamily="18" charset="0"/>
              <a:ea typeface="楷体" panose="02010609060101010101" pitchFamily="49" charset="-122"/>
              <a:cs typeface="Times New Roman" panose="02020603050405020304" pitchFamily="18" charset="0"/>
            </a:endParaRPr>
          </a:p>
          <a:p>
            <a:pPr lvl="1">
              <a:buClr>
                <a:srgbClr val="000054"/>
              </a:buClr>
            </a:pPr>
            <a:endParaRPr lang="en-US" altLang="zh-CN" sz="1000" dirty="0">
              <a:solidFill>
                <a:srgbClr val="000054"/>
              </a:solidFill>
              <a:effectLst/>
              <a:latin typeface="Times New Roman" panose="02020603050405020304" pitchFamily="18" charset="0"/>
              <a:ea typeface="楷体" panose="02010609060101010101" pitchFamily="49" charset="-122"/>
              <a:cs typeface="Times New Roman" panose="02020603050405020304" pitchFamily="18" charset="0"/>
            </a:endParaRPr>
          </a:p>
          <a:p>
            <a:pPr lvl="1">
              <a:buClr>
                <a:srgbClr val="000054"/>
              </a:buClr>
            </a:pPr>
            <a:r>
              <a:rPr lang="zh-CN" altLang="en-US" sz="2000" dirty="0">
                <a:solidFill>
                  <a:srgbClr val="000054"/>
                </a:solidFill>
                <a:effectLst/>
                <a:latin typeface="Times New Roman" panose="02020603050405020304" pitchFamily="18" charset="0"/>
                <a:ea typeface="楷体" panose="02010609060101010101" pitchFamily="49" charset="-122"/>
                <a:cs typeface="Times New Roman" panose="02020603050405020304" pitchFamily="18" charset="0"/>
              </a:rPr>
              <a:t>城域网</a:t>
            </a:r>
            <a:r>
              <a:rPr lang="en-US" altLang="zh-CN" sz="2000" dirty="0">
                <a:solidFill>
                  <a:srgbClr val="000054"/>
                </a:solidFill>
                <a:effectLst/>
                <a:latin typeface="Times New Roman" panose="02020603050405020304" pitchFamily="18" charset="0"/>
                <a:ea typeface="楷体" panose="02010609060101010101" pitchFamily="49" charset="-122"/>
                <a:cs typeface="Times New Roman" panose="02020603050405020304" pitchFamily="18" charset="0"/>
              </a:rPr>
              <a:t>—MAN</a:t>
            </a:r>
          </a:p>
          <a:p>
            <a:pPr lvl="2">
              <a:buClr>
                <a:srgbClr val="000054"/>
              </a:buClr>
              <a:buFont typeface="Arial" panose="020B0604020202020204" pitchFamily="34" charset="0"/>
              <a:buChar char="•"/>
            </a:pPr>
            <a:r>
              <a:rPr lang="zh-CN" altLang="en-US" sz="2000" dirty="0">
                <a:solidFill>
                  <a:srgbClr val="000054"/>
                </a:solidFill>
                <a:effectLst/>
                <a:latin typeface="Times New Roman" panose="02020603050405020304" pitchFamily="18" charset="0"/>
                <a:ea typeface="楷体" panose="02010609060101010101" pitchFamily="49" charset="-122"/>
                <a:cs typeface="Times New Roman" panose="02020603050405020304" pitchFamily="18" charset="0"/>
              </a:rPr>
              <a:t>地理范围较大（几公里</a:t>
            </a:r>
            <a:r>
              <a:rPr lang="en-US" altLang="zh-CN" sz="2000" dirty="0">
                <a:solidFill>
                  <a:srgbClr val="000054"/>
                </a:solidFill>
                <a:effectLst/>
                <a:latin typeface="Times New Roman" panose="02020603050405020304" pitchFamily="18" charset="0"/>
                <a:ea typeface="楷体" panose="02010609060101010101" pitchFamily="49" charset="-122"/>
                <a:cs typeface="Times New Roman" panose="02020603050405020304" pitchFamily="18" charset="0"/>
              </a:rPr>
              <a:t>~</a:t>
            </a:r>
            <a:r>
              <a:rPr lang="zh-CN" altLang="en-US" sz="2000" dirty="0">
                <a:solidFill>
                  <a:srgbClr val="000054"/>
                </a:solidFill>
                <a:effectLst/>
                <a:latin typeface="Times New Roman" panose="02020603050405020304" pitchFamily="18" charset="0"/>
                <a:ea typeface="楷体" panose="02010609060101010101" pitchFamily="49" charset="-122"/>
                <a:cs typeface="Times New Roman" panose="02020603050405020304" pitchFamily="18" charset="0"/>
              </a:rPr>
              <a:t>几十公里），覆盖城市</a:t>
            </a:r>
          </a:p>
          <a:p>
            <a:pPr lvl="2">
              <a:buClr>
                <a:srgbClr val="000054"/>
              </a:buClr>
              <a:buFont typeface="Arial" panose="020B0604020202020204" pitchFamily="34" charset="0"/>
              <a:buChar char="•"/>
            </a:pPr>
            <a:r>
              <a:rPr lang="zh-CN" altLang="en-US" sz="2000" dirty="0">
                <a:solidFill>
                  <a:srgbClr val="000054"/>
                </a:solidFill>
                <a:effectLst/>
                <a:latin typeface="Times New Roman" panose="02020603050405020304" pitchFamily="18" charset="0"/>
                <a:ea typeface="楷体" panose="02010609060101010101" pitchFamily="49" charset="-122"/>
                <a:cs typeface="Times New Roman" panose="02020603050405020304" pitchFamily="18" charset="0"/>
              </a:rPr>
              <a:t>以广播型和点到点网络混合</a:t>
            </a:r>
          </a:p>
        </p:txBody>
      </p:sp>
    </p:spTree>
    <p:extLst>
      <p:ext uri="{BB962C8B-B14F-4D97-AF65-F5344CB8AC3E}">
        <p14:creationId xmlns:p14="http://schemas.microsoft.com/office/powerpoint/2010/main" val="50336610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62054" y="110683"/>
            <a:ext cx="10515600" cy="485665"/>
          </a:xfrm>
        </p:spPr>
        <p:txBody>
          <a:bodyPr>
            <a:normAutofit/>
          </a:bodyPr>
          <a:lstStyle/>
          <a:p>
            <a:pPr algn="ctr"/>
            <a:r>
              <a:rPr lang="zh-CN" altLang="en-US" sz="2800"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互联网的结构</a:t>
            </a:r>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77960" y="3421559"/>
            <a:ext cx="4036101" cy="3273440"/>
          </a:xfrm>
        </p:spPr>
      </p:pic>
      <p:pic>
        <p:nvPicPr>
          <p:cNvPr id="5" name="内容占位符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92320" y="3425987"/>
            <a:ext cx="4030640" cy="3269012"/>
          </a:xfrm>
          <a:prstGeom prst="rect">
            <a:avLst/>
          </a:prstGeom>
        </p:spPr>
      </p:pic>
      <p:sp>
        <p:nvSpPr>
          <p:cNvPr id="3" name="文本框 2"/>
          <p:cNvSpPr txBox="1"/>
          <p:nvPr/>
        </p:nvSpPr>
        <p:spPr>
          <a:xfrm>
            <a:off x="1319916" y="555864"/>
            <a:ext cx="9223513" cy="2677656"/>
          </a:xfrm>
          <a:prstGeom prst="rect">
            <a:avLst/>
          </a:prstGeom>
          <a:noFill/>
        </p:spPr>
        <p:txBody>
          <a:bodyPr wrap="square" rtlCol="0">
            <a:spAutoFit/>
          </a:bodyPr>
          <a:lstStyle/>
          <a:p>
            <a:pPr marL="687387" lvl="1" indent="-342900" fontAlgn="base">
              <a:spcBef>
                <a:spcPct val="20000"/>
              </a:spcBef>
              <a:spcAft>
                <a:spcPct val="0"/>
              </a:spcAft>
              <a:buClr>
                <a:srgbClr val="000054"/>
              </a:buClr>
              <a:buSzPct val="70000"/>
              <a:buFont typeface="Wingdings" panose="05000000000000000000" pitchFamily="2" charset="2"/>
              <a:buChar char="n"/>
            </a:pPr>
            <a:r>
              <a:rPr lang="zh-CN" altLang="en-US" sz="2400" b="1" dirty="0">
                <a:solidFill>
                  <a:srgbClr val="000054"/>
                </a:solidFill>
                <a:latin typeface="楷体" panose="02010609060101010101" pitchFamily="49" charset="-122"/>
                <a:ea typeface="楷体" panose="02010609060101010101" pitchFamily="49" charset="-122"/>
              </a:rPr>
              <a:t>互联网是一个广域网、城域网和局域网的</a:t>
            </a:r>
            <a:r>
              <a:rPr lang="zh-CN" altLang="en-US" sz="2400" b="1" dirty="0" smtClean="0">
                <a:solidFill>
                  <a:srgbClr val="000054"/>
                </a:solidFill>
                <a:latin typeface="楷体" panose="02010609060101010101" pitchFamily="49" charset="-122"/>
                <a:ea typeface="楷体" panose="02010609060101010101" pitchFamily="49" charset="-122"/>
              </a:rPr>
              <a:t>互联网络</a:t>
            </a:r>
            <a:endParaRPr lang="en-US" altLang="zh-CN" sz="2400" b="1" dirty="0" smtClean="0">
              <a:solidFill>
                <a:srgbClr val="000054"/>
              </a:solidFill>
              <a:latin typeface="楷体" panose="02010609060101010101" pitchFamily="49" charset="-122"/>
              <a:ea typeface="楷体" panose="02010609060101010101" pitchFamily="49" charset="-122"/>
            </a:endParaRPr>
          </a:p>
          <a:p>
            <a:pPr marL="1149350" lvl="2" indent="-347663" fontAlgn="base">
              <a:spcBef>
                <a:spcPct val="20000"/>
              </a:spcBef>
              <a:spcAft>
                <a:spcPct val="0"/>
              </a:spcAft>
              <a:buClr>
                <a:srgbClr val="000054"/>
              </a:buClr>
              <a:buSzPct val="70000"/>
              <a:buFont typeface="Arial" panose="020B0604020202020204" pitchFamily="34" charset="0"/>
              <a:buChar char="•"/>
            </a:pPr>
            <a:r>
              <a:rPr lang="zh-CN" altLang="en-US" sz="2400" b="1" dirty="0">
                <a:solidFill>
                  <a:srgbClr val="000054"/>
                </a:solidFill>
                <a:latin typeface="Times New Roman" panose="02020603050405020304" pitchFamily="18" charset="0"/>
                <a:ea typeface="楷体" panose="02010609060101010101" pitchFamily="49" charset="-122"/>
                <a:cs typeface="Times New Roman" panose="02020603050405020304" pitchFamily="18" charset="0"/>
              </a:rPr>
              <a:t>层次复杂，结构不断变化的网际网络；</a:t>
            </a:r>
            <a:endParaRPr lang="en-US" altLang="zh-CN" sz="2400" b="1" dirty="0">
              <a:solidFill>
                <a:srgbClr val="000054"/>
              </a:solidFill>
              <a:latin typeface="Times New Roman" panose="02020603050405020304" pitchFamily="18" charset="0"/>
              <a:ea typeface="楷体" panose="02010609060101010101" pitchFamily="49" charset="-122"/>
              <a:cs typeface="Times New Roman" panose="02020603050405020304" pitchFamily="18" charset="0"/>
            </a:endParaRPr>
          </a:p>
          <a:p>
            <a:pPr marL="1149350" lvl="2" indent="-347663" fontAlgn="base">
              <a:spcBef>
                <a:spcPct val="20000"/>
              </a:spcBef>
              <a:spcAft>
                <a:spcPct val="0"/>
              </a:spcAft>
              <a:buClr>
                <a:srgbClr val="000054"/>
              </a:buClr>
              <a:buSzPct val="70000"/>
              <a:buFont typeface="Arial" panose="020B0604020202020204" pitchFamily="34" charset="0"/>
              <a:buChar char="•"/>
            </a:pPr>
            <a:r>
              <a:rPr lang="zh-CN" altLang="en-US" sz="2400" b="1" dirty="0">
                <a:solidFill>
                  <a:srgbClr val="000054"/>
                </a:solidFill>
                <a:latin typeface="Times New Roman" panose="02020603050405020304" pitchFamily="18" charset="0"/>
                <a:ea typeface="楷体" panose="02010609060101010101" pitchFamily="49" charset="-122"/>
                <a:cs typeface="Times New Roman" panose="02020603050405020304" pitchFamily="18" charset="0"/>
              </a:rPr>
              <a:t>用户计算机接入本地的校园网或企业网；</a:t>
            </a:r>
            <a:endParaRPr lang="en-US" altLang="zh-CN" sz="2400" b="1" dirty="0">
              <a:solidFill>
                <a:srgbClr val="000054"/>
              </a:solidFill>
              <a:latin typeface="Times New Roman" panose="02020603050405020304" pitchFamily="18" charset="0"/>
              <a:ea typeface="楷体" panose="02010609060101010101" pitchFamily="49" charset="-122"/>
              <a:cs typeface="Times New Roman" panose="02020603050405020304" pitchFamily="18" charset="0"/>
            </a:endParaRPr>
          </a:p>
          <a:p>
            <a:pPr marL="1149350" lvl="2" indent="-347663" fontAlgn="base">
              <a:spcBef>
                <a:spcPct val="20000"/>
              </a:spcBef>
              <a:spcAft>
                <a:spcPct val="0"/>
              </a:spcAft>
              <a:buClr>
                <a:srgbClr val="000054"/>
              </a:buClr>
              <a:buSzPct val="70000"/>
              <a:buFont typeface="Arial" panose="020B0604020202020204" pitchFamily="34" charset="0"/>
              <a:buChar char="•"/>
            </a:pPr>
            <a:r>
              <a:rPr lang="zh-CN" altLang="en-US" sz="2400" b="1" dirty="0">
                <a:solidFill>
                  <a:srgbClr val="000054"/>
                </a:solidFill>
                <a:latin typeface="Times New Roman" panose="02020603050405020304" pitchFamily="18" charset="0"/>
                <a:ea typeface="楷体" panose="02010609060101010101" pitchFamily="49" charset="-122"/>
                <a:cs typeface="Times New Roman" panose="02020603050405020304" pitchFamily="18" charset="0"/>
              </a:rPr>
              <a:t>企业网或校园网汇聚到作为地区主干网的城域网；</a:t>
            </a:r>
            <a:endParaRPr lang="en-US" altLang="zh-CN" sz="2400" b="1" dirty="0">
              <a:solidFill>
                <a:srgbClr val="000054"/>
              </a:solidFill>
              <a:latin typeface="Times New Roman" panose="02020603050405020304" pitchFamily="18" charset="0"/>
              <a:ea typeface="楷体" panose="02010609060101010101" pitchFamily="49" charset="-122"/>
              <a:cs typeface="Times New Roman" panose="02020603050405020304" pitchFamily="18" charset="0"/>
            </a:endParaRPr>
          </a:p>
          <a:p>
            <a:pPr marL="1149350" lvl="2" indent="-347663" fontAlgn="base">
              <a:spcBef>
                <a:spcPct val="20000"/>
              </a:spcBef>
              <a:spcAft>
                <a:spcPct val="0"/>
              </a:spcAft>
              <a:buClr>
                <a:srgbClr val="000054"/>
              </a:buClr>
              <a:buSzPct val="70000"/>
              <a:buFont typeface="Arial" panose="020B0604020202020204" pitchFamily="34" charset="0"/>
              <a:buChar char="•"/>
            </a:pPr>
            <a:r>
              <a:rPr lang="zh-CN" altLang="en-US" sz="2400" b="1" dirty="0">
                <a:solidFill>
                  <a:srgbClr val="000054"/>
                </a:solidFill>
                <a:latin typeface="Times New Roman" panose="02020603050405020304" pitchFamily="18" charset="0"/>
                <a:ea typeface="楷体" panose="02010609060101010101" pitchFamily="49" charset="-122"/>
                <a:cs typeface="Times New Roman" panose="02020603050405020304" pitchFamily="18" charset="0"/>
              </a:rPr>
              <a:t>地区主干网连接到国际或国家级主干网；</a:t>
            </a:r>
            <a:endParaRPr lang="en-US" altLang="zh-CN" sz="2400" b="1" dirty="0">
              <a:solidFill>
                <a:srgbClr val="000054"/>
              </a:solidFill>
              <a:latin typeface="Times New Roman" panose="02020603050405020304" pitchFamily="18" charset="0"/>
              <a:ea typeface="楷体" panose="02010609060101010101" pitchFamily="49" charset="-122"/>
              <a:cs typeface="Times New Roman" panose="02020603050405020304" pitchFamily="18" charset="0"/>
            </a:endParaRPr>
          </a:p>
          <a:p>
            <a:pPr marL="1149350" lvl="2" indent="-347663" fontAlgn="base">
              <a:spcBef>
                <a:spcPct val="20000"/>
              </a:spcBef>
              <a:spcAft>
                <a:spcPct val="0"/>
              </a:spcAft>
              <a:buClr>
                <a:srgbClr val="000054"/>
              </a:buClr>
              <a:buSzPct val="70000"/>
              <a:buFont typeface="Arial" panose="020B0604020202020204" pitchFamily="34" charset="0"/>
              <a:buChar char="•"/>
            </a:pPr>
            <a:r>
              <a:rPr lang="zh-CN" altLang="en-US" sz="2400" b="1" dirty="0">
                <a:solidFill>
                  <a:srgbClr val="000054"/>
                </a:solidFill>
                <a:latin typeface="Times New Roman" panose="02020603050405020304" pitchFamily="18" charset="0"/>
                <a:ea typeface="楷体" panose="02010609060101010101" pitchFamily="49" charset="-122"/>
                <a:cs typeface="Times New Roman" panose="02020603050405020304" pitchFamily="18" charset="0"/>
              </a:rPr>
              <a:t>国际或国家级主干网组成互联网的主干网。</a:t>
            </a:r>
          </a:p>
        </p:txBody>
      </p:sp>
      <p:cxnSp>
        <p:nvCxnSpPr>
          <p:cNvPr id="7" name="直接连接符 6"/>
          <p:cNvCxnSpPr/>
          <p:nvPr/>
        </p:nvCxnSpPr>
        <p:spPr>
          <a:xfrm>
            <a:off x="5184250" y="3991555"/>
            <a:ext cx="2806811" cy="7951"/>
          </a:xfrm>
          <a:prstGeom prst="line">
            <a:avLst/>
          </a:prstGeom>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43842102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6173" y="1050934"/>
            <a:ext cx="10058400" cy="858837"/>
          </a:xfrm>
        </p:spPr>
        <p:txBody>
          <a:bodyPr>
            <a:normAutofit/>
          </a:bodyPr>
          <a:lstStyle/>
          <a:p>
            <a:pPr algn="ctr"/>
            <a:r>
              <a:rPr lang="zh-CN" altLang="en-US" sz="2800" b="1" dirty="0">
                <a:solidFill>
                  <a:srgbClr val="002060"/>
                </a:solidFill>
                <a:latin typeface="楷体" panose="02010609060101010101" pitchFamily="49" charset="-122"/>
                <a:ea typeface="楷体" panose="02010609060101010101" pitchFamily="49" charset="-122"/>
              </a:rPr>
              <a:t>一些易混淆</a:t>
            </a:r>
            <a:r>
              <a:rPr lang="zh-CN" altLang="en-US" sz="2800" b="1" dirty="0" smtClean="0">
                <a:solidFill>
                  <a:srgbClr val="002060"/>
                </a:solidFill>
                <a:latin typeface="楷体" panose="02010609060101010101" pitchFamily="49" charset="-122"/>
                <a:ea typeface="楷体" panose="02010609060101010101" pitchFamily="49" charset="-122"/>
              </a:rPr>
              <a:t>的名词与概念</a:t>
            </a:r>
            <a:endParaRPr lang="zh-CN" altLang="en-US" sz="2800" b="1" dirty="0">
              <a:solidFill>
                <a:srgbClr val="002060"/>
              </a:solidFill>
              <a:latin typeface="楷体" panose="02010609060101010101" pitchFamily="49" charset="-122"/>
              <a:ea typeface="楷体" panose="02010609060101010101" pitchFamily="49" charset="-122"/>
            </a:endParaRPr>
          </a:p>
        </p:txBody>
      </p:sp>
      <p:sp>
        <p:nvSpPr>
          <p:cNvPr id="3" name="内容占位符 2"/>
          <p:cNvSpPr>
            <a:spLocks noGrp="1"/>
          </p:cNvSpPr>
          <p:nvPr>
            <p:ph idx="1"/>
          </p:nvPr>
        </p:nvSpPr>
        <p:spPr>
          <a:xfrm>
            <a:off x="250833" y="2198245"/>
            <a:ext cx="11523133" cy="1753191"/>
          </a:xfrm>
        </p:spPr>
        <p:txBody>
          <a:bodyPr/>
          <a:lstStyle/>
          <a:p>
            <a:pPr marL="687387" lvl="1" indent="-342900" fontAlgn="base">
              <a:lnSpc>
                <a:spcPct val="150000"/>
              </a:lnSpc>
              <a:spcBef>
                <a:spcPct val="20000"/>
              </a:spcBef>
              <a:spcAft>
                <a:spcPct val="0"/>
              </a:spcAft>
              <a:buClr>
                <a:srgbClr val="000054"/>
              </a:buClr>
              <a:buSzPct val="70000"/>
              <a:buFont typeface="Wingdings" panose="05000000000000000000" pitchFamily="2" charset="2"/>
              <a:buChar char="n"/>
            </a:pPr>
            <a:r>
              <a:rPr lang="zh-CN" altLang="en-US" b="1" dirty="0">
                <a:solidFill>
                  <a:srgbClr val="000054"/>
                </a:solidFill>
                <a:latin typeface="楷体" panose="02010609060101010101" pitchFamily="49" charset="-122"/>
                <a:ea typeface="楷体" panose="02010609060101010101" pitchFamily="49" charset="-122"/>
              </a:rPr>
              <a:t>计算机网络：一些相互连接的计算机的集合。</a:t>
            </a:r>
          </a:p>
          <a:p>
            <a:pPr marL="687387" lvl="1" indent="-342900" fontAlgn="base">
              <a:lnSpc>
                <a:spcPct val="150000"/>
              </a:lnSpc>
              <a:spcBef>
                <a:spcPct val="20000"/>
              </a:spcBef>
              <a:spcAft>
                <a:spcPct val="0"/>
              </a:spcAft>
              <a:buClr>
                <a:srgbClr val="000054"/>
              </a:buClr>
              <a:buSzPct val="70000"/>
              <a:buFont typeface="Wingdings" panose="05000000000000000000" pitchFamily="2" charset="2"/>
              <a:buChar char="n"/>
            </a:pPr>
            <a:r>
              <a:rPr lang="zh-CN" altLang="en-US" b="1" dirty="0">
                <a:solidFill>
                  <a:srgbClr val="000054"/>
                </a:solidFill>
                <a:latin typeface="楷体" panose="02010609060101010101" pitchFamily="49" charset="-122"/>
                <a:ea typeface="楷体" panose="02010609060101010101" pitchFamily="49" charset="-122"/>
              </a:rPr>
              <a:t>互连网：一些相互连接的计算机网络的集合（网络的网络）。</a:t>
            </a:r>
          </a:p>
          <a:p>
            <a:pPr marL="687387" lvl="1" indent="-342900" fontAlgn="base">
              <a:lnSpc>
                <a:spcPct val="150000"/>
              </a:lnSpc>
              <a:spcBef>
                <a:spcPct val="20000"/>
              </a:spcBef>
              <a:spcAft>
                <a:spcPct val="0"/>
              </a:spcAft>
              <a:buClr>
                <a:srgbClr val="000054"/>
              </a:buClr>
              <a:buSzPct val="70000"/>
              <a:buFont typeface="Wingdings" panose="05000000000000000000" pitchFamily="2" charset="2"/>
              <a:buChar char="n"/>
            </a:pPr>
            <a:r>
              <a:rPr lang="zh-CN" altLang="en-US" b="1" dirty="0">
                <a:solidFill>
                  <a:srgbClr val="000054"/>
                </a:solidFill>
                <a:latin typeface="楷体" panose="02010609060101010101" pitchFamily="49" charset="-122"/>
                <a:ea typeface="楷体" panose="02010609060101010101" pitchFamily="49" charset="-122"/>
              </a:rPr>
              <a:t>互联网：就是互连网的同义词。</a:t>
            </a:r>
          </a:p>
          <a:p>
            <a:endParaRPr lang="zh-CN" altLang="en-US" dirty="0"/>
          </a:p>
        </p:txBody>
      </p:sp>
      <p:grpSp>
        <p:nvGrpSpPr>
          <p:cNvPr id="4" name="组合 3"/>
          <p:cNvGrpSpPr/>
          <p:nvPr/>
        </p:nvGrpSpPr>
        <p:grpSpPr>
          <a:xfrm>
            <a:off x="1224500" y="4144204"/>
            <a:ext cx="9318928" cy="2542844"/>
            <a:chOff x="1224500" y="4144204"/>
            <a:chExt cx="9318928" cy="2542844"/>
          </a:xfrm>
        </p:grpSpPr>
        <p:sp>
          <p:nvSpPr>
            <p:cNvPr id="5" name="AutoShape 6"/>
            <p:cNvSpPr>
              <a:spLocks noChangeArrowheads="1"/>
            </p:cNvSpPr>
            <p:nvPr/>
          </p:nvSpPr>
          <p:spPr bwMode="auto">
            <a:xfrm>
              <a:off x="1224500" y="4144204"/>
              <a:ext cx="9318928" cy="2542844"/>
            </a:xfrm>
            <a:prstGeom prst="roundRect">
              <a:avLst>
                <a:gd name="adj" fmla="val 39259"/>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kumimoji="0" lang="zh-CN" altLang="zh-CN" sz="3200" b="1">
                <a:ea typeface="黑体" panose="02010609060101010101" pitchFamily="49" charset="-122"/>
              </a:endParaRPr>
            </a:p>
          </p:txBody>
        </p:sp>
        <p:sp>
          <p:nvSpPr>
            <p:cNvPr id="6" name="Line 7"/>
            <p:cNvSpPr>
              <a:spLocks noChangeShapeType="1"/>
            </p:cNvSpPr>
            <p:nvPr/>
          </p:nvSpPr>
          <p:spPr bwMode="auto">
            <a:xfrm flipV="1">
              <a:off x="3493038" y="4863342"/>
              <a:ext cx="1655762" cy="36036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 name="Line 8"/>
            <p:cNvSpPr>
              <a:spLocks noChangeShapeType="1"/>
            </p:cNvSpPr>
            <p:nvPr/>
          </p:nvSpPr>
          <p:spPr bwMode="auto">
            <a:xfrm>
              <a:off x="3275550" y="5368167"/>
              <a:ext cx="1368425" cy="57626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 name="Line 9"/>
            <p:cNvSpPr>
              <a:spLocks noChangeShapeType="1"/>
            </p:cNvSpPr>
            <p:nvPr/>
          </p:nvSpPr>
          <p:spPr bwMode="auto">
            <a:xfrm flipV="1">
              <a:off x="5148800" y="5799967"/>
              <a:ext cx="1943100" cy="7143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 name="Line 10"/>
            <p:cNvSpPr>
              <a:spLocks noChangeShapeType="1"/>
            </p:cNvSpPr>
            <p:nvPr/>
          </p:nvSpPr>
          <p:spPr bwMode="auto">
            <a:xfrm>
              <a:off x="6012400" y="4936367"/>
              <a:ext cx="1296988" cy="71913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 name="Line 11"/>
            <p:cNvSpPr>
              <a:spLocks noChangeShapeType="1"/>
            </p:cNvSpPr>
            <p:nvPr/>
          </p:nvSpPr>
          <p:spPr bwMode="auto">
            <a:xfrm flipH="1">
              <a:off x="4932900" y="4863342"/>
              <a:ext cx="719138" cy="100806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1" name="Group 12"/>
            <p:cNvGrpSpPr>
              <a:grpSpLocks/>
            </p:cNvGrpSpPr>
            <p:nvPr/>
          </p:nvGrpSpPr>
          <p:grpSpPr bwMode="auto">
            <a:xfrm>
              <a:off x="2196050" y="4791904"/>
              <a:ext cx="1655763" cy="935038"/>
              <a:chOff x="1565" y="3521"/>
              <a:chExt cx="1043" cy="589"/>
            </a:xfrm>
          </p:grpSpPr>
          <p:grpSp>
            <p:nvGrpSpPr>
              <p:cNvPr id="12" name="Group 13"/>
              <p:cNvGrpSpPr>
                <a:grpSpLocks/>
              </p:cNvGrpSpPr>
              <p:nvPr/>
            </p:nvGrpSpPr>
            <p:grpSpPr bwMode="auto">
              <a:xfrm>
                <a:off x="1565" y="3521"/>
                <a:ext cx="1043" cy="589"/>
                <a:chOff x="912" y="768"/>
                <a:chExt cx="2400" cy="1584"/>
              </a:xfrm>
            </p:grpSpPr>
            <p:sp>
              <p:nvSpPr>
                <p:cNvPr id="14" name="Oval 14"/>
                <p:cNvSpPr>
                  <a:spLocks noChangeArrowheads="1"/>
                </p:cNvSpPr>
                <p:nvPr/>
              </p:nvSpPr>
              <p:spPr bwMode="auto">
                <a:xfrm>
                  <a:off x="1751" y="799"/>
                  <a:ext cx="1026" cy="62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5" name="Oval 15"/>
                <p:cNvSpPr>
                  <a:spLocks noChangeArrowheads="1"/>
                </p:cNvSpPr>
                <p:nvPr/>
              </p:nvSpPr>
              <p:spPr bwMode="auto">
                <a:xfrm>
                  <a:off x="1172" y="972"/>
                  <a:ext cx="781"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6" name="Oval 16"/>
                <p:cNvSpPr>
                  <a:spLocks noChangeArrowheads="1"/>
                </p:cNvSpPr>
                <p:nvPr/>
              </p:nvSpPr>
              <p:spPr bwMode="auto">
                <a:xfrm>
                  <a:off x="926" y="1364"/>
                  <a:ext cx="521" cy="50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7" name="Oval 17"/>
                <p:cNvSpPr>
                  <a:spLocks noChangeArrowheads="1"/>
                </p:cNvSpPr>
                <p:nvPr/>
              </p:nvSpPr>
              <p:spPr bwMode="auto">
                <a:xfrm>
                  <a:off x="1085" y="1599"/>
                  <a:ext cx="796" cy="54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8" name="Oval 18"/>
                <p:cNvSpPr>
                  <a:spLocks noChangeArrowheads="1"/>
                </p:cNvSpPr>
                <p:nvPr/>
              </p:nvSpPr>
              <p:spPr bwMode="auto">
                <a:xfrm>
                  <a:off x="1664" y="1693"/>
                  <a:ext cx="1200" cy="65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9" name="Oval 19"/>
                <p:cNvSpPr>
                  <a:spLocks noChangeArrowheads="1"/>
                </p:cNvSpPr>
                <p:nvPr/>
              </p:nvSpPr>
              <p:spPr bwMode="auto">
                <a:xfrm>
                  <a:off x="2445" y="988"/>
                  <a:ext cx="751"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0" name="Oval 20"/>
                <p:cNvSpPr>
                  <a:spLocks noChangeArrowheads="1"/>
                </p:cNvSpPr>
                <p:nvPr/>
              </p:nvSpPr>
              <p:spPr bwMode="auto">
                <a:xfrm>
                  <a:off x="2560" y="1317"/>
                  <a:ext cx="752"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1" name="Oval 21"/>
                <p:cNvSpPr>
                  <a:spLocks noChangeArrowheads="1"/>
                </p:cNvSpPr>
                <p:nvPr/>
              </p:nvSpPr>
              <p:spPr bwMode="auto">
                <a:xfrm>
                  <a:off x="2488" y="1427"/>
                  <a:ext cx="752"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2" name="Oval 22"/>
                <p:cNvSpPr>
                  <a:spLocks noChangeArrowheads="1"/>
                </p:cNvSpPr>
                <p:nvPr/>
              </p:nvSpPr>
              <p:spPr bwMode="auto">
                <a:xfrm>
                  <a:off x="1360" y="1176"/>
                  <a:ext cx="1547"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23" name="Group 23"/>
                <p:cNvGrpSpPr>
                  <a:grpSpLocks/>
                </p:cNvGrpSpPr>
                <p:nvPr/>
              </p:nvGrpSpPr>
              <p:grpSpPr bwMode="auto">
                <a:xfrm>
                  <a:off x="912" y="768"/>
                  <a:ext cx="2386" cy="1553"/>
                  <a:chOff x="912" y="768"/>
                  <a:chExt cx="2386" cy="1553"/>
                </a:xfrm>
              </p:grpSpPr>
              <p:sp>
                <p:nvSpPr>
                  <p:cNvPr id="24" name="Oval 24"/>
                  <p:cNvSpPr>
                    <a:spLocks noChangeArrowheads="1"/>
                  </p:cNvSpPr>
                  <p:nvPr/>
                </p:nvSpPr>
                <p:spPr bwMode="auto">
                  <a:xfrm>
                    <a:off x="1736" y="768"/>
                    <a:ext cx="1027"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5" name="Oval 25"/>
                  <p:cNvSpPr>
                    <a:spLocks noChangeArrowheads="1"/>
                  </p:cNvSpPr>
                  <p:nvPr/>
                </p:nvSpPr>
                <p:spPr bwMode="auto">
                  <a:xfrm>
                    <a:off x="1158" y="941"/>
                    <a:ext cx="781"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6" name="Oval 26"/>
                  <p:cNvSpPr>
                    <a:spLocks noChangeArrowheads="1"/>
                  </p:cNvSpPr>
                  <p:nvPr/>
                </p:nvSpPr>
                <p:spPr bwMode="auto">
                  <a:xfrm>
                    <a:off x="912" y="1333"/>
                    <a:ext cx="520" cy="501"/>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7" name="Oval 27"/>
                  <p:cNvSpPr>
                    <a:spLocks noChangeArrowheads="1"/>
                  </p:cNvSpPr>
                  <p:nvPr/>
                </p:nvSpPr>
                <p:spPr bwMode="auto">
                  <a:xfrm>
                    <a:off x="1071" y="1568"/>
                    <a:ext cx="795" cy="54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8" name="Oval 28"/>
                  <p:cNvSpPr>
                    <a:spLocks noChangeArrowheads="1"/>
                  </p:cNvSpPr>
                  <p:nvPr/>
                </p:nvSpPr>
                <p:spPr bwMode="auto">
                  <a:xfrm>
                    <a:off x="1649" y="1662"/>
                    <a:ext cx="1200" cy="65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9" name="Oval 29"/>
                  <p:cNvSpPr>
                    <a:spLocks noChangeArrowheads="1"/>
                  </p:cNvSpPr>
                  <p:nvPr/>
                </p:nvSpPr>
                <p:spPr bwMode="auto">
                  <a:xfrm>
                    <a:off x="2430" y="95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0" name="Oval 30"/>
                  <p:cNvSpPr>
                    <a:spLocks noChangeArrowheads="1"/>
                  </p:cNvSpPr>
                  <p:nvPr/>
                </p:nvSpPr>
                <p:spPr bwMode="auto">
                  <a:xfrm>
                    <a:off x="2546" y="128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1" name="Oval 31"/>
                  <p:cNvSpPr>
                    <a:spLocks noChangeArrowheads="1"/>
                  </p:cNvSpPr>
                  <p:nvPr/>
                </p:nvSpPr>
                <p:spPr bwMode="auto">
                  <a:xfrm>
                    <a:off x="2473" y="1395"/>
                    <a:ext cx="752"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2" name="Oval 32"/>
                  <p:cNvSpPr>
                    <a:spLocks noChangeArrowheads="1"/>
                  </p:cNvSpPr>
                  <p:nvPr/>
                </p:nvSpPr>
                <p:spPr bwMode="auto">
                  <a:xfrm>
                    <a:off x="1346" y="1144"/>
                    <a:ext cx="1547"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sp>
            <p:nvSpPr>
              <p:cNvPr id="13" name="Text Box 33"/>
              <p:cNvSpPr txBox="1">
                <a:spLocks noChangeArrowheads="1"/>
              </p:cNvSpPr>
              <p:nvPr/>
            </p:nvSpPr>
            <p:spPr bwMode="auto">
              <a:xfrm>
                <a:off x="1646" y="3702"/>
                <a:ext cx="91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000">
                    <a:solidFill>
                      <a:srgbClr val="3333CC"/>
                    </a:solidFill>
                    <a:ea typeface="黑体" panose="02010609060101010101" pitchFamily="49" charset="-122"/>
                  </a:rPr>
                  <a:t>计算机网络</a:t>
                </a:r>
              </a:p>
            </p:txBody>
          </p:sp>
        </p:grpSp>
        <p:grpSp>
          <p:nvGrpSpPr>
            <p:cNvPr id="33" name="Group 34"/>
            <p:cNvGrpSpPr>
              <a:grpSpLocks/>
            </p:cNvGrpSpPr>
            <p:nvPr/>
          </p:nvGrpSpPr>
          <p:grpSpPr bwMode="auto">
            <a:xfrm>
              <a:off x="3924838" y="5485642"/>
              <a:ext cx="1655762" cy="935037"/>
              <a:chOff x="1565" y="3521"/>
              <a:chExt cx="1043" cy="589"/>
            </a:xfrm>
          </p:grpSpPr>
          <p:grpSp>
            <p:nvGrpSpPr>
              <p:cNvPr id="34" name="Group 35"/>
              <p:cNvGrpSpPr>
                <a:grpSpLocks/>
              </p:cNvGrpSpPr>
              <p:nvPr/>
            </p:nvGrpSpPr>
            <p:grpSpPr bwMode="auto">
              <a:xfrm>
                <a:off x="1565" y="3521"/>
                <a:ext cx="1043" cy="589"/>
                <a:chOff x="912" y="768"/>
                <a:chExt cx="2400" cy="1584"/>
              </a:xfrm>
            </p:grpSpPr>
            <p:sp>
              <p:nvSpPr>
                <p:cNvPr id="36" name="Oval 36"/>
                <p:cNvSpPr>
                  <a:spLocks noChangeArrowheads="1"/>
                </p:cNvSpPr>
                <p:nvPr/>
              </p:nvSpPr>
              <p:spPr bwMode="auto">
                <a:xfrm>
                  <a:off x="1751" y="799"/>
                  <a:ext cx="1026" cy="62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7" name="Oval 37"/>
                <p:cNvSpPr>
                  <a:spLocks noChangeArrowheads="1"/>
                </p:cNvSpPr>
                <p:nvPr/>
              </p:nvSpPr>
              <p:spPr bwMode="auto">
                <a:xfrm>
                  <a:off x="1172" y="972"/>
                  <a:ext cx="781"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8" name="Oval 38"/>
                <p:cNvSpPr>
                  <a:spLocks noChangeArrowheads="1"/>
                </p:cNvSpPr>
                <p:nvPr/>
              </p:nvSpPr>
              <p:spPr bwMode="auto">
                <a:xfrm>
                  <a:off x="926" y="1364"/>
                  <a:ext cx="521" cy="50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9" name="Oval 39"/>
                <p:cNvSpPr>
                  <a:spLocks noChangeArrowheads="1"/>
                </p:cNvSpPr>
                <p:nvPr/>
              </p:nvSpPr>
              <p:spPr bwMode="auto">
                <a:xfrm>
                  <a:off x="1085" y="1599"/>
                  <a:ext cx="796" cy="54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40" name="Oval 40"/>
                <p:cNvSpPr>
                  <a:spLocks noChangeArrowheads="1"/>
                </p:cNvSpPr>
                <p:nvPr/>
              </p:nvSpPr>
              <p:spPr bwMode="auto">
                <a:xfrm>
                  <a:off x="1664" y="1693"/>
                  <a:ext cx="1200" cy="65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41" name="Oval 41"/>
                <p:cNvSpPr>
                  <a:spLocks noChangeArrowheads="1"/>
                </p:cNvSpPr>
                <p:nvPr/>
              </p:nvSpPr>
              <p:spPr bwMode="auto">
                <a:xfrm>
                  <a:off x="2445" y="988"/>
                  <a:ext cx="751"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42" name="Oval 42"/>
                <p:cNvSpPr>
                  <a:spLocks noChangeArrowheads="1"/>
                </p:cNvSpPr>
                <p:nvPr/>
              </p:nvSpPr>
              <p:spPr bwMode="auto">
                <a:xfrm>
                  <a:off x="2560" y="1317"/>
                  <a:ext cx="752"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43" name="Oval 43"/>
                <p:cNvSpPr>
                  <a:spLocks noChangeArrowheads="1"/>
                </p:cNvSpPr>
                <p:nvPr/>
              </p:nvSpPr>
              <p:spPr bwMode="auto">
                <a:xfrm>
                  <a:off x="2488" y="1427"/>
                  <a:ext cx="752"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44" name="Oval 44"/>
                <p:cNvSpPr>
                  <a:spLocks noChangeArrowheads="1"/>
                </p:cNvSpPr>
                <p:nvPr/>
              </p:nvSpPr>
              <p:spPr bwMode="auto">
                <a:xfrm>
                  <a:off x="1360" y="1176"/>
                  <a:ext cx="1547"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45" name="Group 45"/>
                <p:cNvGrpSpPr>
                  <a:grpSpLocks/>
                </p:cNvGrpSpPr>
                <p:nvPr/>
              </p:nvGrpSpPr>
              <p:grpSpPr bwMode="auto">
                <a:xfrm>
                  <a:off x="912" y="768"/>
                  <a:ext cx="2386" cy="1553"/>
                  <a:chOff x="912" y="768"/>
                  <a:chExt cx="2386" cy="1553"/>
                </a:xfrm>
              </p:grpSpPr>
              <p:sp>
                <p:nvSpPr>
                  <p:cNvPr id="46" name="Oval 46"/>
                  <p:cNvSpPr>
                    <a:spLocks noChangeArrowheads="1"/>
                  </p:cNvSpPr>
                  <p:nvPr/>
                </p:nvSpPr>
                <p:spPr bwMode="auto">
                  <a:xfrm>
                    <a:off x="1736" y="768"/>
                    <a:ext cx="1027"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47" name="Oval 47"/>
                  <p:cNvSpPr>
                    <a:spLocks noChangeArrowheads="1"/>
                  </p:cNvSpPr>
                  <p:nvPr/>
                </p:nvSpPr>
                <p:spPr bwMode="auto">
                  <a:xfrm>
                    <a:off x="1158" y="941"/>
                    <a:ext cx="781"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48" name="Oval 48"/>
                  <p:cNvSpPr>
                    <a:spLocks noChangeArrowheads="1"/>
                  </p:cNvSpPr>
                  <p:nvPr/>
                </p:nvSpPr>
                <p:spPr bwMode="auto">
                  <a:xfrm>
                    <a:off x="912" y="1333"/>
                    <a:ext cx="520" cy="501"/>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49" name="Oval 49"/>
                  <p:cNvSpPr>
                    <a:spLocks noChangeArrowheads="1"/>
                  </p:cNvSpPr>
                  <p:nvPr/>
                </p:nvSpPr>
                <p:spPr bwMode="auto">
                  <a:xfrm>
                    <a:off x="1071" y="1568"/>
                    <a:ext cx="795" cy="54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50" name="Oval 50"/>
                  <p:cNvSpPr>
                    <a:spLocks noChangeArrowheads="1"/>
                  </p:cNvSpPr>
                  <p:nvPr/>
                </p:nvSpPr>
                <p:spPr bwMode="auto">
                  <a:xfrm>
                    <a:off x="1649" y="1662"/>
                    <a:ext cx="1200" cy="65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51" name="Oval 51"/>
                  <p:cNvSpPr>
                    <a:spLocks noChangeArrowheads="1"/>
                  </p:cNvSpPr>
                  <p:nvPr/>
                </p:nvSpPr>
                <p:spPr bwMode="auto">
                  <a:xfrm>
                    <a:off x="2430" y="95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52" name="Oval 52"/>
                  <p:cNvSpPr>
                    <a:spLocks noChangeArrowheads="1"/>
                  </p:cNvSpPr>
                  <p:nvPr/>
                </p:nvSpPr>
                <p:spPr bwMode="auto">
                  <a:xfrm>
                    <a:off x="2546" y="128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53" name="Oval 53"/>
                  <p:cNvSpPr>
                    <a:spLocks noChangeArrowheads="1"/>
                  </p:cNvSpPr>
                  <p:nvPr/>
                </p:nvSpPr>
                <p:spPr bwMode="auto">
                  <a:xfrm>
                    <a:off x="2473" y="1395"/>
                    <a:ext cx="752"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54" name="Oval 54"/>
                  <p:cNvSpPr>
                    <a:spLocks noChangeArrowheads="1"/>
                  </p:cNvSpPr>
                  <p:nvPr/>
                </p:nvSpPr>
                <p:spPr bwMode="auto">
                  <a:xfrm>
                    <a:off x="1346" y="1144"/>
                    <a:ext cx="1547"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sp>
            <p:nvSpPr>
              <p:cNvPr id="35" name="Text Box 55"/>
              <p:cNvSpPr txBox="1">
                <a:spLocks noChangeArrowheads="1"/>
              </p:cNvSpPr>
              <p:nvPr/>
            </p:nvSpPr>
            <p:spPr bwMode="auto">
              <a:xfrm>
                <a:off x="1646" y="3702"/>
                <a:ext cx="91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000">
                    <a:solidFill>
                      <a:srgbClr val="3333CC"/>
                    </a:solidFill>
                    <a:ea typeface="黑体" panose="02010609060101010101" pitchFamily="49" charset="-122"/>
                  </a:rPr>
                  <a:t>计算机网络</a:t>
                </a:r>
              </a:p>
            </p:txBody>
          </p:sp>
        </p:grpSp>
        <p:grpSp>
          <p:nvGrpSpPr>
            <p:cNvPr id="55" name="Group 56"/>
            <p:cNvGrpSpPr>
              <a:grpSpLocks/>
            </p:cNvGrpSpPr>
            <p:nvPr/>
          </p:nvGrpSpPr>
          <p:grpSpPr bwMode="auto">
            <a:xfrm>
              <a:off x="4788438" y="4287079"/>
              <a:ext cx="1655762" cy="935038"/>
              <a:chOff x="1565" y="3521"/>
              <a:chExt cx="1043" cy="589"/>
            </a:xfrm>
          </p:grpSpPr>
          <p:grpSp>
            <p:nvGrpSpPr>
              <p:cNvPr id="56" name="Group 57"/>
              <p:cNvGrpSpPr>
                <a:grpSpLocks/>
              </p:cNvGrpSpPr>
              <p:nvPr/>
            </p:nvGrpSpPr>
            <p:grpSpPr bwMode="auto">
              <a:xfrm>
                <a:off x="1565" y="3521"/>
                <a:ext cx="1043" cy="589"/>
                <a:chOff x="912" y="768"/>
                <a:chExt cx="2400" cy="1584"/>
              </a:xfrm>
            </p:grpSpPr>
            <p:sp>
              <p:nvSpPr>
                <p:cNvPr id="58" name="Oval 58"/>
                <p:cNvSpPr>
                  <a:spLocks noChangeArrowheads="1"/>
                </p:cNvSpPr>
                <p:nvPr/>
              </p:nvSpPr>
              <p:spPr bwMode="auto">
                <a:xfrm>
                  <a:off x="1751" y="799"/>
                  <a:ext cx="1026" cy="62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59" name="Oval 59"/>
                <p:cNvSpPr>
                  <a:spLocks noChangeArrowheads="1"/>
                </p:cNvSpPr>
                <p:nvPr/>
              </p:nvSpPr>
              <p:spPr bwMode="auto">
                <a:xfrm>
                  <a:off x="1172" y="972"/>
                  <a:ext cx="781"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0" name="Oval 60"/>
                <p:cNvSpPr>
                  <a:spLocks noChangeArrowheads="1"/>
                </p:cNvSpPr>
                <p:nvPr/>
              </p:nvSpPr>
              <p:spPr bwMode="auto">
                <a:xfrm>
                  <a:off x="926" y="1364"/>
                  <a:ext cx="521" cy="50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1" name="Oval 61"/>
                <p:cNvSpPr>
                  <a:spLocks noChangeArrowheads="1"/>
                </p:cNvSpPr>
                <p:nvPr/>
              </p:nvSpPr>
              <p:spPr bwMode="auto">
                <a:xfrm>
                  <a:off x="1085" y="1599"/>
                  <a:ext cx="796" cy="54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2" name="Oval 62"/>
                <p:cNvSpPr>
                  <a:spLocks noChangeArrowheads="1"/>
                </p:cNvSpPr>
                <p:nvPr/>
              </p:nvSpPr>
              <p:spPr bwMode="auto">
                <a:xfrm>
                  <a:off x="1664" y="1693"/>
                  <a:ext cx="1200" cy="65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3" name="Oval 63"/>
                <p:cNvSpPr>
                  <a:spLocks noChangeArrowheads="1"/>
                </p:cNvSpPr>
                <p:nvPr/>
              </p:nvSpPr>
              <p:spPr bwMode="auto">
                <a:xfrm>
                  <a:off x="2445" y="988"/>
                  <a:ext cx="751"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4" name="Oval 64"/>
                <p:cNvSpPr>
                  <a:spLocks noChangeArrowheads="1"/>
                </p:cNvSpPr>
                <p:nvPr/>
              </p:nvSpPr>
              <p:spPr bwMode="auto">
                <a:xfrm>
                  <a:off x="2560" y="1317"/>
                  <a:ext cx="752"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5" name="Oval 65"/>
                <p:cNvSpPr>
                  <a:spLocks noChangeArrowheads="1"/>
                </p:cNvSpPr>
                <p:nvPr/>
              </p:nvSpPr>
              <p:spPr bwMode="auto">
                <a:xfrm>
                  <a:off x="2488" y="1427"/>
                  <a:ext cx="752"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6" name="Oval 66"/>
                <p:cNvSpPr>
                  <a:spLocks noChangeArrowheads="1"/>
                </p:cNvSpPr>
                <p:nvPr/>
              </p:nvSpPr>
              <p:spPr bwMode="auto">
                <a:xfrm>
                  <a:off x="1360" y="1176"/>
                  <a:ext cx="1547"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67" name="Group 67"/>
                <p:cNvGrpSpPr>
                  <a:grpSpLocks/>
                </p:cNvGrpSpPr>
                <p:nvPr/>
              </p:nvGrpSpPr>
              <p:grpSpPr bwMode="auto">
                <a:xfrm>
                  <a:off x="912" y="768"/>
                  <a:ext cx="2386" cy="1553"/>
                  <a:chOff x="912" y="768"/>
                  <a:chExt cx="2386" cy="1553"/>
                </a:xfrm>
              </p:grpSpPr>
              <p:sp>
                <p:nvSpPr>
                  <p:cNvPr id="68" name="Oval 68"/>
                  <p:cNvSpPr>
                    <a:spLocks noChangeArrowheads="1"/>
                  </p:cNvSpPr>
                  <p:nvPr/>
                </p:nvSpPr>
                <p:spPr bwMode="auto">
                  <a:xfrm>
                    <a:off x="1736" y="768"/>
                    <a:ext cx="1027"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9" name="Oval 69"/>
                  <p:cNvSpPr>
                    <a:spLocks noChangeArrowheads="1"/>
                  </p:cNvSpPr>
                  <p:nvPr/>
                </p:nvSpPr>
                <p:spPr bwMode="auto">
                  <a:xfrm>
                    <a:off x="1158" y="941"/>
                    <a:ext cx="781"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70" name="Oval 70"/>
                  <p:cNvSpPr>
                    <a:spLocks noChangeArrowheads="1"/>
                  </p:cNvSpPr>
                  <p:nvPr/>
                </p:nvSpPr>
                <p:spPr bwMode="auto">
                  <a:xfrm>
                    <a:off x="912" y="1333"/>
                    <a:ext cx="520" cy="501"/>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71" name="Oval 71"/>
                  <p:cNvSpPr>
                    <a:spLocks noChangeArrowheads="1"/>
                  </p:cNvSpPr>
                  <p:nvPr/>
                </p:nvSpPr>
                <p:spPr bwMode="auto">
                  <a:xfrm>
                    <a:off x="1071" y="1568"/>
                    <a:ext cx="795" cy="54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72" name="Oval 72"/>
                  <p:cNvSpPr>
                    <a:spLocks noChangeArrowheads="1"/>
                  </p:cNvSpPr>
                  <p:nvPr/>
                </p:nvSpPr>
                <p:spPr bwMode="auto">
                  <a:xfrm>
                    <a:off x="1649" y="1662"/>
                    <a:ext cx="1200" cy="65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73" name="Oval 73"/>
                  <p:cNvSpPr>
                    <a:spLocks noChangeArrowheads="1"/>
                  </p:cNvSpPr>
                  <p:nvPr/>
                </p:nvSpPr>
                <p:spPr bwMode="auto">
                  <a:xfrm>
                    <a:off x="2430" y="95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74" name="Oval 74"/>
                  <p:cNvSpPr>
                    <a:spLocks noChangeArrowheads="1"/>
                  </p:cNvSpPr>
                  <p:nvPr/>
                </p:nvSpPr>
                <p:spPr bwMode="auto">
                  <a:xfrm>
                    <a:off x="2546" y="128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75" name="Oval 75"/>
                  <p:cNvSpPr>
                    <a:spLocks noChangeArrowheads="1"/>
                  </p:cNvSpPr>
                  <p:nvPr/>
                </p:nvSpPr>
                <p:spPr bwMode="auto">
                  <a:xfrm>
                    <a:off x="2473" y="1395"/>
                    <a:ext cx="752"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76" name="Oval 76"/>
                  <p:cNvSpPr>
                    <a:spLocks noChangeArrowheads="1"/>
                  </p:cNvSpPr>
                  <p:nvPr/>
                </p:nvSpPr>
                <p:spPr bwMode="auto">
                  <a:xfrm>
                    <a:off x="1346" y="1144"/>
                    <a:ext cx="1547"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sp>
            <p:nvSpPr>
              <p:cNvPr id="57" name="Text Box 77"/>
              <p:cNvSpPr txBox="1">
                <a:spLocks noChangeArrowheads="1"/>
              </p:cNvSpPr>
              <p:nvPr/>
            </p:nvSpPr>
            <p:spPr bwMode="auto">
              <a:xfrm>
                <a:off x="1646" y="3702"/>
                <a:ext cx="91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000">
                    <a:solidFill>
                      <a:srgbClr val="3333CC"/>
                    </a:solidFill>
                    <a:ea typeface="黑体" panose="02010609060101010101" pitchFamily="49" charset="-122"/>
                  </a:rPr>
                  <a:t>计算机网络</a:t>
                </a:r>
              </a:p>
            </p:txBody>
          </p:sp>
        </p:grpSp>
        <p:grpSp>
          <p:nvGrpSpPr>
            <p:cNvPr id="77" name="Group 78"/>
            <p:cNvGrpSpPr>
              <a:grpSpLocks/>
            </p:cNvGrpSpPr>
            <p:nvPr/>
          </p:nvGrpSpPr>
          <p:grpSpPr bwMode="auto">
            <a:xfrm>
              <a:off x="6733125" y="5296729"/>
              <a:ext cx="1655763" cy="935038"/>
              <a:chOff x="1565" y="3521"/>
              <a:chExt cx="1043" cy="589"/>
            </a:xfrm>
          </p:grpSpPr>
          <p:grpSp>
            <p:nvGrpSpPr>
              <p:cNvPr id="78" name="Group 79"/>
              <p:cNvGrpSpPr>
                <a:grpSpLocks/>
              </p:cNvGrpSpPr>
              <p:nvPr/>
            </p:nvGrpSpPr>
            <p:grpSpPr bwMode="auto">
              <a:xfrm>
                <a:off x="1565" y="3521"/>
                <a:ext cx="1043" cy="589"/>
                <a:chOff x="912" y="768"/>
                <a:chExt cx="2400" cy="1584"/>
              </a:xfrm>
            </p:grpSpPr>
            <p:sp>
              <p:nvSpPr>
                <p:cNvPr id="80" name="Oval 80"/>
                <p:cNvSpPr>
                  <a:spLocks noChangeArrowheads="1"/>
                </p:cNvSpPr>
                <p:nvPr/>
              </p:nvSpPr>
              <p:spPr bwMode="auto">
                <a:xfrm>
                  <a:off x="1751" y="799"/>
                  <a:ext cx="1026" cy="62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81" name="Oval 81"/>
                <p:cNvSpPr>
                  <a:spLocks noChangeArrowheads="1"/>
                </p:cNvSpPr>
                <p:nvPr/>
              </p:nvSpPr>
              <p:spPr bwMode="auto">
                <a:xfrm>
                  <a:off x="1172" y="972"/>
                  <a:ext cx="781"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82" name="Oval 82"/>
                <p:cNvSpPr>
                  <a:spLocks noChangeArrowheads="1"/>
                </p:cNvSpPr>
                <p:nvPr/>
              </p:nvSpPr>
              <p:spPr bwMode="auto">
                <a:xfrm>
                  <a:off x="926" y="1364"/>
                  <a:ext cx="521" cy="50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83" name="Oval 83"/>
                <p:cNvSpPr>
                  <a:spLocks noChangeArrowheads="1"/>
                </p:cNvSpPr>
                <p:nvPr/>
              </p:nvSpPr>
              <p:spPr bwMode="auto">
                <a:xfrm>
                  <a:off x="1085" y="1599"/>
                  <a:ext cx="796" cy="54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84" name="Oval 84"/>
                <p:cNvSpPr>
                  <a:spLocks noChangeArrowheads="1"/>
                </p:cNvSpPr>
                <p:nvPr/>
              </p:nvSpPr>
              <p:spPr bwMode="auto">
                <a:xfrm>
                  <a:off x="1664" y="1693"/>
                  <a:ext cx="1200" cy="65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85" name="Oval 85"/>
                <p:cNvSpPr>
                  <a:spLocks noChangeArrowheads="1"/>
                </p:cNvSpPr>
                <p:nvPr/>
              </p:nvSpPr>
              <p:spPr bwMode="auto">
                <a:xfrm>
                  <a:off x="2445" y="988"/>
                  <a:ext cx="751"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86" name="Oval 86"/>
                <p:cNvSpPr>
                  <a:spLocks noChangeArrowheads="1"/>
                </p:cNvSpPr>
                <p:nvPr/>
              </p:nvSpPr>
              <p:spPr bwMode="auto">
                <a:xfrm>
                  <a:off x="2560" y="1317"/>
                  <a:ext cx="752"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87" name="Oval 87"/>
                <p:cNvSpPr>
                  <a:spLocks noChangeArrowheads="1"/>
                </p:cNvSpPr>
                <p:nvPr/>
              </p:nvSpPr>
              <p:spPr bwMode="auto">
                <a:xfrm>
                  <a:off x="2488" y="1427"/>
                  <a:ext cx="752"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88" name="Oval 88"/>
                <p:cNvSpPr>
                  <a:spLocks noChangeArrowheads="1"/>
                </p:cNvSpPr>
                <p:nvPr/>
              </p:nvSpPr>
              <p:spPr bwMode="auto">
                <a:xfrm>
                  <a:off x="1360" y="1176"/>
                  <a:ext cx="1547"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89" name="Group 89"/>
                <p:cNvGrpSpPr>
                  <a:grpSpLocks/>
                </p:cNvGrpSpPr>
                <p:nvPr/>
              </p:nvGrpSpPr>
              <p:grpSpPr bwMode="auto">
                <a:xfrm>
                  <a:off x="912" y="768"/>
                  <a:ext cx="2386" cy="1553"/>
                  <a:chOff x="912" y="768"/>
                  <a:chExt cx="2386" cy="1553"/>
                </a:xfrm>
              </p:grpSpPr>
              <p:sp>
                <p:nvSpPr>
                  <p:cNvPr id="90" name="Oval 90"/>
                  <p:cNvSpPr>
                    <a:spLocks noChangeArrowheads="1"/>
                  </p:cNvSpPr>
                  <p:nvPr/>
                </p:nvSpPr>
                <p:spPr bwMode="auto">
                  <a:xfrm>
                    <a:off x="1736" y="768"/>
                    <a:ext cx="1027"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91" name="Oval 91"/>
                  <p:cNvSpPr>
                    <a:spLocks noChangeArrowheads="1"/>
                  </p:cNvSpPr>
                  <p:nvPr/>
                </p:nvSpPr>
                <p:spPr bwMode="auto">
                  <a:xfrm>
                    <a:off x="1158" y="941"/>
                    <a:ext cx="781" cy="62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92" name="Oval 92"/>
                  <p:cNvSpPr>
                    <a:spLocks noChangeArrowheads="1"/>
                  </p:cNvSpPr>
                  <p:nvPr/>
                </p:nvSpPr>
                <p:spPr bwMode="auto">
                  <a:xfrm>
                    <a:off x="912" y="1333"/>
                    <a:ext cx="520" cy="501"/>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93" name="Oval 93"/>
                  <p:cNvSpPr>
                    <a:spLocks noChangeArrowheads="1"/>
                  </p:cNvSpPr>
                  <p:nvPr/>
                </p:nvSpPr>
                <p:spPr bwMode="auto">
                  <a:xfrm>
                    <a:off x="1071" y="1568"/>
                    <a:ext cx="795" cy="54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94" name="Oval 94"/>
                  <p:cNvSpPr>
                    <a:spLocks noChangeArrowheads="1"/>
                  </p:cNvSpPr>
                  <p:nvPr/>
                </p:nvSpPr>
                <p:spPr bwMode="auto">
                  <a:xfrm>
                    <a:off x="1649" y="1662"/>
                    <a:ext cx="1200" cy="65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95" name="Oval 95"/>
                  <p:cNvSpPr>
                    <a:spLocks noChangeArrowheads="1"/>
                  </p:cNvSpPr>
                  <p:nvPr/>
                </p:nvSpPr>
                <p:spPr bwMode="auto">
                  <a:xfrm>
                    <a:off x="2430" y="95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96" name="Oval 96"/>
                  <p:cNvSpPr>
                    <a:spLocks noChangeArrowheads="1"/>
                  </p:cNvSpPr>
                  <p:nvPr/>
                </p:nvSpPr>
                <p:spPr bwMode="auto">
                  <a:xfrm>
                    <a:off x="2546" y="1286"/>
                    <a:ext cx="752" cy="48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97" name="Oval 97"/>
                  <p:cNvSpPr>
                    <a:spLocks noChangeArrowheads="1"/>
                  </p:cNvSpPr>
                  <p:nvPr/>
                </p:nvSpPr>
                <p:spPr bwMode="auto">
                  <a:xfrm>
                    <a:off x="2473" y="1395"/>
                    <a:ext cx="752"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98" name="Oval 98"/>
                  <p:cNvSpPr>
                    <a:spLocks noChangeArrowheads="1"/>
                  </p:cNvSpPr>
                  <p:nvPr/>
                </p:nvSpPr>
                <p:spPr bwMode="auto">
                  <a:xfrm>
                    <a:off x="1346" y="1144"/>
                    <a:ext cx="1547" cy="816"/>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sp>
            <p:nvSpPr>
              <p:cNvPr id="79" name="Text Box 99"/>
              <p:cNvSpPr txBox="1">
                <a:spLocks noChangeArrowheads="1"/>
              </p:cNvSpPr>
              <p:nvPr/>
            </p:nvSpPr>
            <p:spPr bwMode="auto">
              <a:xfrm>
                <a:off x="1646" y="3702"/>
                <a:ext cx="91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000">
                    <a:solidFill>
                      <a:srgbClr val="3333CC"/>
                    </a:solidFill>
                    <a:ea typeface="黑体" panose="02010609060101010101" pitchFamily="49" charset="-122"/>
                  </a:rPr>
                  <a:t>计算机网络</a:t>
                </a:r>
              </a:p>
            </p:txBody>
          </p:sp>
        </p:grpSp>
        <p:sp>
          <p:nvSpPr>
            <p:cNvPr id="99" name="Text Box 100"/>
            <p:cNvSpPr txBox="1">
              <a:spLocks noChangeArrowheads="1"/>
            </p:cNvSpPr>
            <p:nvPr/>
          </p:nvSpPr>
          <p:spPr bwMode="auto">
            <a:xfrm>
              <a:off x="6876000" y="4287079"/>
              <a:ext cx="305724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kumimoji="0" lang="zh-CN" altLang="en-US" sz="3200" dirty="0">
                  <a:effectLst>
                    <a:outerShdw blurRad="38100" dist="38100" dir="2700000" algn="tl">
                      <a:srgbClr val="FFFFFF"/>
                    </a:outerShdw>
                  </a:effectLst>
                  <a:ea typeface="黑体" panose="02010609060101010101" pitchFamily="49" charset="-122"/>
                </a:rPr>
                <a:t>互连</a:t>
              </a:r>
              <a:r>
                <a:rPr kumimoji="0" lang="zh-CN" altLang="en-US" sz="3200" dirty="0" smtClean="0">
                  <a:effectLst>
                    <a:outerShdw blurRad="38100" dist="38100" dir="2700000" algn="tl">
                      <a:srgbClr val="FFFFFF"/>
                    </a:outerShdw>
                  </a:effectLst>
                  <a:ea typeface="黑体" panose="02010609060101010101" pitchFamily="49" charset="-122"/>
                </a:rPr>
                <a:t>网，互联网</a:t>
              </a:r>
              <a:endParaRPr kumimoji="0" lang="zh-CN" altLang="en-US" sz="3200" dirty="0">
                <a:effectLst>
                  <a:outerShdw blurRad="38100" dist="38100" dir="2700000" algn="tl">
                    <a:srgbClr val="FFFFFF"/>
                  </a:outerShdw>
                </a:effectLst>
                <a:ea typeface="黑体" panose="02010609060101010101" pitchFamily="49" charset="-122"/>
              </a:endParaRPr>
            </a:p>
          </p:txBody>
        </p:sp>
      </p:grpSp>
      <p:sp>
        <p:nvSpPr>
          <p:cNvPr id="100" name="标题 1"/>
          <p:cNvSpPr txBox="1">
            <a:spLocks/>
          </p:cNvSpPr>
          <p:nvPr/>
        </p:nvSpPr>
        <p:spPr bwMode="auto">
          <a:xfrm>
            <a:off x="1452438" y="169946"/>
            <a:ext cx="10058400" cy="858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normAutofit/>
          </a:bodyPr>
          <a:lstStyle>
            <a:lvl1pPr algn="ctr" rtl="0" fontAlgn="base">
              <a:spcBef>
                <a:spcPct val="0"/>
              </a:spcBef>
              <a:spcAft>
                <a:spcPct val="0"/>
              </a:spcAft>
              <a:defRPr sz="4000" b="1" kern="1200">
                <a:solidFill>
                  <a:srgbClr val="FFFF00"/>
                </a:solidFill>
                <a:latin typeface="黑体" panose="02010609060101010101" pitchFamily="49" charset="-122"/>
                <a:ea typeface="黑体" panose="02010609060101010101" pitchFamily="49" charset="-122"/>
                <a:cs typeface="+mj-cs"/>
              </a:defRPr>
            </a:lvl1pPr>
            <a:lvl2pPr algn="l" rtl="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2pPr>
            <a:lvl3pPr algn="l" rtl="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3pPr>
            <a:lvl4pPr algn="l" rtl="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4pPr>
            <a:lvl5pPr algn="l" rtl="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5pPr>
            <a:lvl6pPr marL="457200" algn="l" rtl="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6pPr>
            <a:lvl7pPr marL="914400" algn="l" rtl="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7pPr>
            <a:lvl8pPr marL="1371600" algn="l" rtl="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8pPr>
            <a:lvl9pPr marL="1828800" algn="l" rtl="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9pPr>
          </a:lstStyle>
          <a:p>
            <a:r>
              <a:rPr lang="zh-CN" altLang="en-US" dirty="0"/>
              <a:t>计算机网络与互联网</a:t>
            </a:r>
          </a:p>
        </p:txBody>
      </p:sp>
    </p:spTree>
    <p:extLst>
      <p:ext uri="{BB962C8B-B14F-4D97-AF65-F5344CB8AC3E}">
        <p14:creationId xmlns:p14="http://schemas.microsoft.com/office/powerpoint/2010/main" val="227054982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69558" y="3008562"/>
            <a:ext cx="10058400" cy="858837"/>
          </a:xfrm>
        </p:spPr>
        <p:txBody>
          <a:bodyPr>
            <a:normAutofit/>
          </a:bodyPr>
          <a:lstStyle/>
          <a:p>
            <a:pPr algn="ctr"/>
            <a:r>
              <a:rPr lang="zh-CN" altLang="en-US" sz="4000" b="1" dirty="0" smtClean="0">
                <a:solidFill>
                  <a:srgbClr val="002060"/>
                </a:solidFill>
                <a:latin typeface="楷体" panose="02010609060101010101" pitchFamily="49" charset="-122"/>
                <a:ea typeface="楷体" panose="02010609060101010101" pitchFamily="49" charset="-122"/>
              </a:rPr>
              <a:t>网络中的协议与数据</a:t>
            </a:r>
            <a:endParaRPr lang="zh-CN" altLang="en-US" sz="4000" b="1" dirty="0">
              <a:solidFill>
                <a:srgbClr val="002060"/>
              </a:solidFill>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301853788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82093" y="2022601"/>
            <a:ext cx="10058400" cy="2541448"/>
          </a:xfrm>
        </p:spPr>
        <p:txBody>
          <a:bodyPr>
            <a:normAutofit/>
          </a:bodyPr>
          <a:lstStyle/>
          <a:p>
            <a:pPr algn="ctr"/>
            <a:r>
              <a:rPr lang="zh-CN" altLang="en-US" dirty="0" smtClean="0">
                <a:solidFill>
                  <a:srgbClr val="002060"/>
                </a:solidFill>
                <a:latin typeface="楷体" panose="02010609060101010101" pitchFamily="49" charset="-122"/>
                <a:ea typeface="楷体" panose="02010609060101010101" pitchFamily="49" charset="-122"/>
              </a:rPr>
              <a:t>计算机网络体系架构</a:t>
            </a:r>
            <a:r>
              <a:rPr lang="en-US" altLang="zh-CN" dirty="0" smtClean="0">
                <a:solidFill>
                  <a:srgbClr val="002060"/>
                </a:solidFill>
                <a:latin typeface="楷体" panose="02010609060101010101" pitchFamily="49" charset="-122"/>
                <a:ea typeface="楷体" panose="02010609060101010101" pitchFamily="49" charset="-122"/>
              </a:rPr>
              <a:t/>
            </a:r>
            <a:br>
              <a:rPr lang="en-US" altLang="zh-CN" dirty="0" smtClean="0">
                <a:solidFill>
                  <a:srgbClr val="002060"/>
                </a:solidFill>
                <a:latin typeface="楷体" panose="02010609060101010101" pitchFamily="49" charset="-122"/>
                <a:ea typeface="楷体" panose="02010609060101010101" pitchFamily="49" charset="-122"/>
              </a:rPr>
            </a:br>
            <a:r>
              <a:rPr lang="en-US" altLang="zh-CN" dirty="0" smtClean="0">
                <a:solidFill>
                  <a:srgbClr val="002060"/>
                </a:solidFill>
                <a:latin typeface="楷体" panose="02010609060101010101" pitchFamily="49" charset="-122"/>
                <a:ea typeface="楷体" panose="02010609060101010101" pitchFamily="49" charset="-122"/>
              </a:rPr>
              <a:t/>
            </a:r>
            <a:br>
              <a:rPr lang="en-US" altLang="zh-CN" dirty="0" smtClean="0">
                <a:solidFill>
                  <a:srgbClr val="002060"/>
                </a:solidFill>
                <a:latin typeface="楷体" panose="02010609060101010101" pitchFamily="49" charset="-122"/>
                <a:ea typeface="楷体" panose="02010609060101010101" pitchFamily="49" charset="-122"/>
              </a:rPr>
            </a:br>
            <a:r>
              <a:rPr lang="zh-CN" altLang="en-US" dirty="0" smtClean="0">
                <a:solidFill>
                  <a:srgbClr val="002060"/>
                </a:solidFill>
                <a:latin typeface="楷体" panose="02010609060101010101" pitchFamily="49" charset="-122"/>
                <a:ea typeface="楷体" panose="02010609060101010101" pitchFamily="49" charset="-122"/>
              </a:rPr>
              <a:t>参考</a:t>
            </a:r>
            <a:r>
              <a:rPr lang="zh-CN" altLang="en-US" sz="4000" b="1" dirty="0" smtClean="0">
                <a:solidFill>
                  <a:srgbClr val="002060"/>
                </a:solidFill>
                <a:latin typeface="楷体" panose="02010609060101010101" pitchFamily="49" charset="-122"/>
                <a:ea typeface="楷体" panose="02010609060101010101" pitchFamily="49" charset="-122"/>
              </a:rPr>
              <a:t>模型</a:t>
            </a:r>
            <a:endParaRPr lang="zh-CN" altLang="en-US" sz="4000" b="1" dirty="0">
              <a:solidFill>
                <a:srgbClr val="002060"/>
              </a:solidFill>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176548709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Rectangle 2"/>
          <p:cNvSpPr>
            <a:spLocks noGrp="1" noChangeArrowheads="1"/>
          </p:cNvSpPr>
          <p:nvPr>
            <p:ph type="title"/>
          </p:nvPr>
        </p:nvSpPr>
        <p:spPr>
          <a:xfrm>
            <a:off x="3582988" y="122239"/>
            <a:ext cx="6972300" cy="858837"/>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algn="ctr"/>
            <a:r>
              <a:rPr lang="zh-CN" altLang="en-US" dirty="0">
                <a:solidFill>
                  <a:schemeClr val="tx1"/>
                </a:solidFill>
                <a:latin typeface="黑体" panose="02010609060101010101" pitchFamily="49" charset="-122"/>
                <a:ea typeface="黑体" panose="02010609060101010101" pitchFamily="49" charset="-122"/>
              </a:rPr>
              <a:t>网络体系结构</a:t>
            </a:r>
            <a:r>
              <a:rPr lang="en-US" altLang="zh-CN" dirty="0">
                <a:solidFill>
                  <a:schemeClr val="tx1"/>
                </a:solidFill>
                <a:latin typeface="黑体" panose="02010609060101010101" pitchFamily="49" charset="-122"/>
                <a:ea typeface="黑体" panose="02010609060101010101" pitchFamily="49" charset="-122"/>
              </a:rPr>
              <a:t>——</a:t>
            </a:r>
            <a:r>
              <a:rPr lang="zh-CN" altLang="en-US" dirty="0">
                <a:solidFill>
                  <a:schemeClr val="tx1"/>
                </a:solidFill>
                <a:latin typeface="黑体" panose="02010609060101010101" pitchFamily="49" charset="-122"/>
                <a:ea typeface="黑体" panose="02010609060101010101" pitchFamily="49" charset="-122"/>
              </a:rPr>
              <a:t>参考模型</a:t>
            </a:r>
          </a:p>
        </p:txBody>
      </p:sp>
      <p:sp>
        <p:nvSpPr>
          <p:cNvPr id="353283" name="Rectangle 3"/>
          <p:cNvSpPr>
            <a:spLocks noGrp="1" noChangeArrowheads="1"/>
          </p:cNvSpPr>
          <p:nvPr>
            <p:ph type="body" idx="1"/>
          </p:nvPr>
        </p:nvSpPr>
        <p:spPr>
          <a:xfrm>
            <a:off x="0" y="1528282"/>
            <a:ext cx="8642350" cy="462757"/>
          </a:xfrm>
        </p:spPr>
        <p:txBody>
          <a:bodyPr/>
          <a:lstStyle/>
          <a:p>
            <a:pPr>
              <a:lnSpc>
                <a:spcPct val="90000"/>
              </a:lnSpc>
              <a:buClr>
                <a:schemeClr val="bg1"/>
              </a:buClr>
            </a:pPr>
            <a:r>
              <a:rPr lang="en-US" altLang="zh-CN" sz="2400" dirty="0" smtClean="0">
                <a:solidFill>
                  <a:schemeClr val="bg1"/>
                </a:solidFill>
                <a:effectLst/>
                <a:latin typeface="Times New Roman" panose="02020603050405020304" pitchFamily="18" charset="0"/>
                <a:ea typeface="楷体" panose="02010609060101010101" pitchFamily="49" charset="-122"/>
                <a:cs typeface="Times New Roman" panose="02020603050405020304" pitchFamily="18" charset="0"/>
              </a:rPr>
              <a:t>OSI</a:t>
            </a:r>
            <a:r>
              <a:rPr lang="zh-CN" altLang="en-US" sz="2400" dirty="0" smtClean="0">
                <a:solidFill>
                  <a:schemeClr val="bg1"/>
                </a:solidFill>
                <a:effectLst/>
                <a:latin typeface="Times New Roman" panose="02020603050405020304" pitchFamily="18" charset="0"/>
                <a:ea typeface="楷体" panose="02010609060101010101" pitchFamily="49" charset="-122"/>
                <a:cs typeface="Times New Roman" panose="02020603050405020304" pitchFamily="18" charset="0"/>
              </a:rPr>
              <a:t>参考模型：垂直</a:t>
            </a:r>
            <a:r>
              <a:rPr lang="zh-CN" altLang="en-US" sz="2400" dirty="0">
                <a:solidFill>
                  <a:schemeClr val="bg1"/>
                </a:solidFill>
                <a:effectLst/>
                <a:latin typeface="Times New Roman" panose="02020603050405020304" pitchFamily="18" charset="0"/>
                <a:ea typeface="楷体" panose="02010609060101010101" pitchFamily="49" charset="-122"/>
                <a:cs typeface="Times New Roman" panose="02020603050405020304" pitchFamily="18" charset="0"/>
              </a:rPr>
              <a:t>分层体系结构  七层结构</a:t>
            </a:r>
          </a:p>
        </p:txBody>
      </p:sp>
      <p:grpSp>
        <p:nvGrpSpPr>
          <p:cNvPr id="3" name="组合 2"/>
          <p:cNvGrpSpPr/>
          <p:nvPr/>
        </p:nvGrpSpPr>
        <p:grpSpPr>
          <a:xfrm>
            <a:off x="4611688" y="2046493"/>
            <a:ext cx="7380288" cy="4630533"/>
            <a:chOff x="4392613" y="2084593"/>
            <a:chExt cx="7380288" cy="4630533"/>
          </a:xfrm>
        </p:grpSpPr>
        <p:sp>
          <p:nvSpPr>
            <p:cNvPr id="353284" name="Rectangle 4"/>
            <p:cNvSpPr>
              <a:spLocks noChangeArrowheads="1"/>
            </p:cNvSpPr>
            <p:nvPr/>
          </p:nvSpPr>
          <p:spPr bwMode="auto">
            <a:xfrm>
              <a:off x="5292725" y="2573338"/>
              <a:ext cx="1511300" cy="457200"/>
            </a:xfrm>
            <a:prstGeom prst="rect">
              <a:avLst/>
            </a:prstGeom>
            <a:solidFill>
              <a:srgbClr val="CCFFFF"/>
            </a:solidFill>
            <a:ln w="19050" algn="ctr">
              <a:solidFill>
                <a:srgbClr val="000000"/>
              </a:solidFill>
              <a:miter lim="800000"/>
              <a:headEnd/>
              <a:tailEnd/>
            </a:ln>
            <a:effectLst>
              <a:outerShdw dist="107763" dir="18900000" algn="ctr" rotWithShape="0">
                <a:schemeClr val="bg2"/>
              </a:outerShdw>
            </a:effectLst>
          </p:spPr>
          <p:txBody>
            <a:bodyPr wrap="none" anchor="ctr"/>
            <a:lstStyle/>
            <a:p>
              <a:pPr algn="ctr" fontAlgn="base">
                <a:spcBef>
                  <a:spcPct val="0"/>
                </a:spcBef>
                <a:spcAft>
                  <a:spcPct val="0"/>
                </a:spcAft>
              </a:pPr>
              <a:r>
                <a:rPr lang="zh-CN" altLang="en-US" sz="2000" b="1">
                  <a:solidFill>
                    <a:srgbClr val="990000"/>
                  </a:solidFill>
                  <a:latin typeface="Garamond" panose="02020404030301010803" pitchFamily="18" charset="0"/>
                </a:rPr>
                <a:t>应用层</a:t>
              </a:r>
            </a:p>
          </p:txBody>
        </p:sp>
        <p:sp>
          <p:nvSpPr>
            <p:cNvPr id="353285" name="Rectangle 5"/>
            <p:cNvSpPr>
              <a:spLocks noChangeArrowheads="1"/>
            </p:cNvSpPr>
            <p:nvPr/>
          </p:nvSpPr>
          <p:spPr bwMode="auto">
            <a:xfrm>
              <a:off x="5260975" y="3206750"/>
              <a:ext cx="1511300" cy="457200"/>
            </a:xfrm>
            <a:prstGeom prst="rect">
              <a:avLst/>
            </a:prstGeom>
            <a:solidFill>
              <a:srgbClr val="CCFFFF"/>
            </a:solidFill>
            <a:ln w="19050" algn="ctr">
              <a:solidFill>
                <a:srgbClr val="000000"/>
              </a:solidFill>
              <a:miter lim="800000"/>
              <a:headEnd/>
              <a:tailEnd/>
            </a:ln>
            <a:effectLst>
              <a:outerShdw dist="107763" dir="18900000" algn="ctr" rotWithShape="0">
                <a:schemeClr val="bg2"/>
              </a:outerShdw>
            </a:effectLst>
          </p:spPr>
          <p:txBody>
            <a:bodyPr wrap="none" anchor="ctr"/>
            <a:lstStyle/>
            <a:p>
              <a:pPr algn="ctr" fontAlgn="base">
                <a:spcBef>
                  <a:spcPct val="0"/>
                </a:spcBef>
                <a:spcAft>
                  <a:spcPct val="0"/>
                </a:spcAft>
              </a:pPr>
              <a:r>
                <a:rPr lang="zh-CN" altLang="en-US" sz="2000" b="1">
                  <a:solidFill>
                    <a:srgbClr val="990000"/>
                  </a:solidFill>
                  <a:latin typeface="Garamond" panose="02020404030301010803" pitchFamily="18" charset="0"/>
                </a:rPr>
                <a:t>表示层</a:t>
              </a:r>
            </a:p>
          </p:txBody>
        </p:sp>
        <p:sp>
          <p:nvSpPr>
            <p:cNvPr id="353286" name="Rectangle 6"/>
            <p:cNvSpPr>
              <a:spLocks noChangeArrowheads="1"/>
            </p:cNvSpPr>
            <p:nvPr/>
          </p:nvSpPr>
          <p:spPr bwMode="auto">
            <a:xfrm>
              <a:off x="5260975" y="3740150"/>
              <a:ext cx="1511300" cy="457200"/>
            </a:xfrm>
            <a:prstGeom prst="rect">
              <a:avLst/>
            </a:prstGeom>
            <a:solidFill>
              <a:srgbClr val="CCFFFF"/>
            </a:solidFill>
            <a:ln w="19050" algn="ctr">
              <a:solidFill>
                <a:srgbClr val="000000"/>
              </a:solidFill>
              <a:miter lim="800000"/>
              <a:headEnd/>
              <a:tailEnd/>
            </a:ln>
            <a:effectLst>
              <a:outerShdw dist="107763" dir="18900000" algn="ctr" rotWithShape="0">
                <a:schemeClr val="bg2"/>
              </a:outerShdw>
            </a:effectLst>
          </p:spPr>
          <p:txBody>
            <a:bodyPr wrap="none" anchor="ctr"/>
            <a:lstStyle/>
            <a:p>
              <a:pPr algn="ctr" fontAlgn="base">
                <a:spcBef>
                  <a:spcPct val="0"/>
                </a:spcBef>
                <a:spcAft>
                  <a:spcPct val="0"/>
                </a:spcAft>
              </a:pPr>
              <a:r>
                <a:rPr lang="zh-CN" altLang="en-US" sz="2000" b="1">
                  <a:solidFill>
                    <a:srgbClr val="990000"/>
                  </a:solidFill>
                  <a:latin typeface="Garamond" panose="02020404030301010803" pitchFamily="18" charset="0"/>
                </a:rPr>
                <a:t>会话层</a:t>
              </a:r>
            </a:p>
          </p:txBody>
        </p:sp>
        <p:sp>
          <p:nvSpPr>
            <p:cNvPr id="353287" name="Rectangle 7"/>
            <p:cNvSpPr>
              <a:spLocks noChangeArrowheads="1"/>
            </p:cNvSpPr>
            <p:nvPr/>
          </p:nvSpPr>
          <p:spPr bwMode="auto">
            <a:xfrm>
              <a:off x="5260975" y="4273550"/>
              <a:ext cx="1543050" cy="457200"/>
            </a:xfrm>
            <a:prstGeom prst="rect">
              <a:avLst/>
            </a:prstGeom>
            <a:solidFill>
              <a:srgbClr val="CCFFFF"/>
            </a:solidFill>
            <a:ln w="19050" algn="ctr">
              <a:solidFill>
                <a:srgbClr val="000000"/>
              </a:solidFill>
              <a:miter lim="800000"/>
              <a:headEnd/>
              <a:tailEnd/>
            </a:ln>
            <a:effectLst>
              <a:outerShdw dist="107763" dir="18900000" algn="ctr" rotWithShape="0">
                <a:schemeClr val="bg2"/>
              </a:outerShdw>
            </a:effectLst>
          </p:spPr>
          <p:txBody>
            <a:bodyPr wrap="none" anchor="ctr"/>
            <a:lstStyle/>
            <a:p>
              <a:pPr algn="ctr" fontAlgn="base">
                <a:spcBef>
                  <a:spcPct val="0"/>
                </a:spcBef>
                <a:spcAft>
                  <a:spcPct val="0"/>
                </a:spcAft>
              </a:pPr>
              <a:r>
                <a:rPr lang="zh-CN" altLang="en-US" sz="2000" b="1">
                  <a:solidFill>
                    <a:srgbClr val="990000"/>
                  </a:solidFill>
                  <a:latin typeface="Garamond" panose="02020404030301010803" pitchFamily="18" charset="0"/>
                </a:rPr>
                <a:t>传输层</a:t>
              </a:r>
            </a:p>
          </p:txBody>
        </p:sp>
        <p:sp>
          <p:nvSpPr>
            <p:cNvPr id="353288" name="Rectangle 8"/>
            <p:cNvSpPr>
              <a:spLocks noChangeArrowheads="1"/>
            </p:cNvSpPr>
            <p:nvPr/>
          </p:nvSpPr>
          <p:spPr bwMode="auto">
            <a:xfrm>
              <a:off x="5260975" y="4806950"/>
              <a:ext cx="1511300" cy="457200"/>
            </a:xfrm>
            <a:prstGeom prst="rect">
              <a:avLst/>
            </a:prstGeom>
            <a:solidFill>
              <a:srgbClr val="CCFFFF"/>
            </a:solidFill>
            <a:ln w="19050" algn="ctr">
              <a:solidFill>
                <a:srgbClr val="000000"/>
              </a:solidFill>
              <a:miter lim="800000"/>
              <a:headEnd/>
              <a:tailEnd/>
            </a:ln>
            <a:effectLst>
              <a:outerShdw dist="107763" dir="18900000" algn="ctr" rotWithShape="0">
                <a:schemeClr val="bg2"/>
              </a:outerShdw>
            </a:effectLst>
          </p:spPr>
          <p:txBody>
            <a:bodyPr wrap="none" anchor="ctr"/>
            <a:lstStyle/>
            <a:p>
              <a:pPr algn="ctr" fontAlgn="base">
                <a:spcBef>
                  <a:spcPct val="0"/>
                </a:spcBef>
                <a:spcAft>
                  <a:spcPct val="0"/>
                </a:spcAft>
              </a:pPr>
              <a:r>
                <a:rPr lang="zh-CN" altLang="en-US" sz="2000" b="1">
                  <a:solidFill>
                    <a:srgbClr val="990000"/>
                  </a:solidFill>
                  <a:latin typeface="Garamond" panose="02020404030301010803" pitchFamily="18" charset="0"/>
                </a:rPr>
                <a:t>网络层</a:t>
              </a:r>
            </a:p>
          </p:txBody>
        </p:sp>
        <p:sp>
          <p:nvSpPr>
            <p:cNvPr id="353289" name="Rectangle 9"/>
            <p:cNvSpPr>
              <a:spLocks noChangeArrowheads="1"/>
            </p:cNvSpPr>
            <p:nvPr/>
          </p:nvSpPr>
          <p:spPr bwMode="auto">
            <a:xfrm>
              <a:off x="5260975" y="5340350"/>
              <a:ext cx="1511300" cy="457200"/>
            </a:xfrm>
            <a:prstGeom prst="rect">
              <a:avLst/>
            </a:prstGeom>
            <a:solidFill>
              <a:srgbClr val="CCFFFF"/>
            </a:solidFill>
            <a:ln w="19050" algn="ctr">
              <a:solidFill>
                <a:srgbClr val="000000"/>
              </a:solidFill>
              <a:miter lim="800000"/>
              <a:headEnd/>
              <a:tailEnd/>
            </a:ln>
            <a:effectLst>
              <a:outerShdw dist="107763" dir="18900000" algn="ctr" rotWithShape="0">
                <a:schemeClr val="bg2"/>
              </a:outerShdw>
            </a:effectLst>
          </p:spPr>
          <p:txBody>
            <a:bodyPr wrap="none" anchor="ctr"/>
            <a:lstStyle/>
            <a:p>
              <a:pPr algn="ctr" fontAlgn="base">
                <a:spcBef>
                  <a:spcPct val="0"/>
                </a:spcBef>
                <a:spcAft>
                  <a:spcPct val="0"/>
                </a:spcAft>
              </a:pPr>
              <a:r>
                <a:rPr lang="zh-CN" altLang="en-US" sz="2000" b="1">
                  <a:solidFill>
                    <a:srgbClr val="990000"/>
                  </a:solidFill>
                  <a:latin typeface="Garamond" panose="02020404030301010803" pitchFamily="18" charset="0"/>
                </a:rPr>
                <a:t>数据链路层</a:t>
              </a:r>
            </a:p>
          </p:txBody>
        </p:sp>
        <p:sp>
          <p:nvSpPr>
            <p:cNvPr id="353290" name="Rectangle 10"/>
            <p:cNvSpPr>
              <a:spLocks noChangeArrowheads="1"/>
            </p:cNvSpPr>
            <p:nvPr/>
          </p:nvSpPr>
          <p:spPr bwMode="auto">
            <a:xfrm>
              <a:off x="5260975" y="5873750"/>
              <a:ext cx="1511300" cy="457200"/>
            </a:xfrm>
            <a:prstGeom prst="rect">
              <a:avLst/>
            </a:prstGeom>
            <a:solidFill>
              <a:srgbClr val="CCFFFF"/>
            </a:solidFill>
            <a:ln w="19050" algn="ctr">
              <a:solidFill>
                <a:srgbClr val="000000"/>
              </a:solidFill>
              <a:miter lim="800000"/>
              <a:headEnd/>
              <a:tailEnd/>
            </a:ln>
            <a:effectLst>
              <a:outerShdw dist="107763" dir="18900000" algn="ctr" rotWithShape="0">
                <a:schemeClr val="bg2"/>
              </a:outerShdw>
            </a:effectLst>
          </p:spPr>
          <p:txBody>
            <a:bodyPr wrap="none" anchor="ctr"/>
            <a:lstStyle/>
            <a:p>
              <a:pPr algn="ctr" fontAlgn="base">
                <a:spcBef>
                  <a:spcPct val="0"/>
                </a:spcBef>
                <a:spcAft>
                  <a:spcPct val="0"/>
                </a:spcAft>
              </a:pPr>
              <a:r>
                <a:rPr lang="zh-CN" altLang="en-US" sz="2000" b="1">
                  <a:solidFill>
                    <a:srgbClr val="990000"/>
                  </a:solidFill>
                  <a:latin typeface="Garamond" panose="02020404030301010803" pitchFamily="18" charset="0"/>
                </a:rPr>
                <a:t>物理层</a:t>
              </a:r>
            </a:p>
          </p:txBody>
        </p:sp>
        <p:sp>
          <p:nvSpPr>
            <p:cNvPr id="353291" name="Rectangle 11"/>
            <p:cNvSpPr>
              <a:spLocks noChangeArrowheads="1"/>
            </p:cNvSpPr>
            <p:nvPr/>
          </p:nvSpPr>
          <p:spPr bwMode="auto">
            <a:xfrm>
              <a:off x="9366250" y="2673350"/>
              <a:ext cx="1511300" cy="457200"/>
            </a:xfrm>
            <a:prstGeom prst="rect">
              <a:avLst/>
            </a:prstGeom>
            <a:solidFill>
              <a:srgbClr val="CCFFFF"/>
            </a:solidFill>
            <a:ln w="19050" algn="ctr">
              <a:solidFill>
                <a:srgbClr val="000000"/>
              </a:solidFill>
              <a:miter lim="800000"/>
              <a:headEnd/>
              <a:tailEnd/>
            </a:ln>
            <a:effectLst>
              <a:outerShdw dist="107763" dir="18900000" algn="ctr" rotWithShape="0">
                <a:schemeClr val="bg2"/>
              </a:outerShdw>
            </a:effectLst>
          </p:spPr>
          <p:txBody>
            <a:bodyPr wrap="none" anchor="ctr"/>
            <a:lstStyle/>
            <a:p>
              <a:pPr algn="ctr" fontAlgn="base">
                <a:spcBef>
                  <a:spcPct val="0"/>
                </a:spcBef>
                <a:spcAft>
                  <a:spcPct val="0"/>
                </a:spcAft>
              </a:pPr>
              <a:r>
                <a:rPr lang="zh-CN" altLang="en-US" sz="2000" b="1">
                  <a:solidFill>
                    <a:srgbClr val="990000"/>
                  </a:solidFill>
                  <a:latin typeface="Garamond" panose="02020404030301010803" pitchFamily="18" charset="0"/>
                </a:rPr>
                <a:t>应用层</a:t>
              </a:r>
            </a:p>
          </p:txBody>
        </p:sp>
        <p:sp>
          <p:nvSpPr>
            <p:cNvPr id="353292" name="Rectangle 12"/>
            <p:cNvSpPr>
              <a:spLocks noChangeArrowheads="1"/>
            </p:cNvSpPr>
            <p:nvPr/>
          </p:nvSpPr>
          <p:spPr bwMode="auto">
            <a:xfrm>
              <a:off x="9366250" y="3206750"/>
              <a:ext cx="1511300" cy="457200"/>
            </a:xfrm>
            <a:prstGeom prst="rect">
              <a:avLst/>
            </a:prstGeom>
            <a:solidFill>
              <a:srgbClr val="CCFFFF"/>
            </a:solidFill>
            <a:ln w="19050" algn="ctr">
              <a:solidFill>
                <a:srgbClr val="000000"/>
              </a:solidFill>
              <a:miter lim="800000"/>
              <a:headEnd/>
              <a:tailEnd/>
            </a:ln>
            <a:effectLst>
              <a:outerShdw dist="107763" dir="18900000" algn="ctr" rotWithShape="0">
                <a:schemeClr val="bg2"/>
              </a:outerShdw>
            </a:effectLst>
          </p:spPr>
          <p:txBody>
            <a:bodyPr wrap="none" anchor="ctr"/>
            <a:lstStyle/>
            <a:p>
              <a:pPr algn="ctr" fontAlgn="base">
                <a:spcBef>
                  <a:spcPct val="0"/>
                </a:spcBef>
                <a:spcAft>
                  <a:spcPct val="0"/>
                </a:spcAft>
              </a:pPr>
              <a:r>
                <a:rPr lang="zh-CN" altLang="en-US" sz="2000" b="1">
                  <a:solidFill>
                    <a:srgbClr val="990000"/>
                  </a:solidFill>
                  <a:latin typeface="Garamond" panose="02020404030301010803" pitchFamily="18" charset="0"/>
                </a:rPr>
                <a:t>表示层</a:t>
              </a:r>
            </a:p>
          </p:txBody>
        </p:sp>
        <p:sp>
          <p:nvSpPr>
            <p:cNvPr id="353293" name="Rectangle 13"/>
            <p:cNvSpPr>
              <a:spLocks noChangeArrowheads="1"/>
            </p:cNvSpPr>
            <p:nvPr/>
          </p:nvSpPr>
          <p:spPr bwMode="auto">
            <a:xfrm>
              <a:off x="9366250" y="3740150"/>
              <a:ext cx="1511300" cy="457200"/>
            </a:xfrm>
            <a:prstGeom prst="rect">
              <a:avLst/>
            </a:prstGeom>
            <a:solidFill>
              <a:srgbClr val="CCFFFF"/>
            </a:solidFill>
            <a:ln w="19050" algn="ctr">
              <a:solidFill>
                <a:srgbClr val="000000"/>
              </a:solidFill>
              <a:miter lim="800000"/>
              <a:headEnd/>
              <a:tailEnd/>
            </a:ln>
            <a:effectLst>
              <a:outerShdw dist="107763" dir="18900000" algn="ctr" rotWithShape="0">
                <a:schemeClr val="bg2"/>
              </a:outerShdw>
            </a:effectLst>
          </p:spPr>
          <p:txBody>
            <a:bodyPr wrap="none" anchor="ctr"/>
            <a:lstStyle/>
            <a:p>
              <a:pPr algn="ctr" fontAlgn="base">
                <a:spcBef>
                  <a:spcPct val="0"/>
                </a:spcBef>
                <a:spcAft>
                  <a:spcPct val="0"/>
                </a:spcAft>
              </a:pPr>
              <a:r>
                <a:rPr lang="zh-CN" altLang="en-US" sz="2000" b="1">
                  <a:solidFill>
                    <a:srgbClr val="990000"/>
                  </a:solidFill>
                  <a:latin typeface="Garamond" panose="02020404030301010803" pitchFamily="18" charset="0"/>
                </a:rPr>
                <a:t>会话层</a:t>
              </a:r>
            </a:p>
          </p:txBody>
        </p:sp>
        <p:sp>
          <p:nvSpPr>
            <p:cNvPr id="353294" name="Rectangle 14"/>
            <p:cNvSpPr>
              <a:spLocks noChangeArrowheads="1"/>
            </p:cNvSpPr>
            <p:nvPr/>
          </p:nvSpPr>
          <p:spPr bwMode="auto">
            <a:xfrm>
              <a:off x="9366250" y="4273550"/>
              <a:ext cx="1511300" cy="457200"/>
            </a:xfrm>
            <a:prstGeom prst="rect">
              <a:avLst/>
            </a:prstGeom>
            <a:solidFill>
              <a:srgbClr val="CCFFFF"/>
            </a:solidFill>
            <a:ln w="19050" algn="ctr">
              <a:solidFill>
                <a:srgbClr val="000000"/>
              </a:solidFill>
              <a:miter lim="800000"/>
              <a:headEnd/>
              <a:tailEnd/>
            </a:ln>
            <a:effectLst>
              <a:outerShdw dist="107763" dir="18900000" algn="ctr" rotWithShape="0">
                <a:schemeClr val="bg2"/>
              </a:outerShdw>
            </a:effectLst>
          </p:spPr>
          <p:txBody>
            <a:bodyPr wrap="none" anchor="ctr"/>
            <a:lstStyle/>
            <a:p>
              <a:pPr algn="ctr" fontAlgn="base">
                <a:spcBef>
                  <a:spcPct val="0"/>
                </a:spcBef>
                <a:spcAft>
                  <a:spcPct val="0"/>
                </a:spcAft>
              </a:pPr>
              <a:r>
                <a:rPr lang="zh-CN" altLang="en-US" sz="2000" b="1">
                  <a:solidFill>
                    <a:srgbClr val="990000"/>
                  </a:solidFill>
                  <a:latin typeface="Garamond" panose="02020404030301010803" pitchFamily="18" charset="0"/>
                </a:rPr>
                <a:t>传输层</a:t>
              </a:r>
            </a:p>
          </p:txBody>
        </p:sp>
        <p:sp>
          <p:nvSpPr>
            <p:cNvPr id="353295" name="Rectangle 15"/>
            <p:cNvSpPr>
              <a:spLocks noChangeArrowheads="1"/>
            </p:cNvSpPr>
            <p:nvPr/>
          </p:nvSpPr>
          <p:spPr bwMode="auto">
            <a:xfrm>
              <a:off x="9366250" y="4806950"/>
              <a:ext cx="1511300" cy="457200"/>
            </a:xfrm>
            <a:prstGeom prst="rect">
              <a:avLst/>
            </a:prstGeom>
            <a:solidFill>
              <a:srgbClr val="CCFFFF"/>
            </a:solidFill>
            <a:ln w="19050" algn="ctr">
              <a:solidFill>
                <a:srgbClr val="000000"/>
              </a:solidFill>
              <a:miter lim="800000"/>
              <a:headEnd/>
              <a:tailEnd/>
            </a:ln>
            <a:effectLst>
              <a:outerShdw dist="107763" dir="18900000" algn="ctr" rotWithShape="0">
                <a:schemeClr val="bg2"/>
              </a:outerShdw>
            </a:effectLst>
          </p:spPr>
          <p:txBody>
            <a:bodyPr wrap="none" anchor="ctr"/>
            <a:lstStyle/>
            <a:p>
              <a:pPr algn="ctr" fontAlgn="base">
                <a:spcBef>
                  <a:spcPct val="0"/>
                </a:spcBef>
                <a:spcAft>
                  <a:spcPct val="0"/>
                </a:spcAft>
              </a:pPr>
              <a:r>
                <a:rPr lang="zh-CN" altLang="en-US" sz="2000" b="1">
                  <a:solidFill>
                    <a:srgbClr val="990000"/>
                  </a:solidFill>
                  <a:latin typeface="Garamond" panose="02020404030301010803" pitchFamily="18" charset="0"/>
                </a:rPr>
                <a:t>网络层</a:t>
              </a:r>
            </a:p>
          </p:txBody>
        </p:sp>
        <p:sp>
          <p:nvSpPr>
            <p:cNvPr id="353296" name="Rectangle 16"/>
            <p:cNvSpPr>
              <a:spLocks noChangeArrowheads="1"/>
            </p:cNvSpPr>
            <p:nvPr/>
          </p:nvSpPr>
          <p:spPr bwMode="auto">
            <a:xfrm>
              <a:off x="9366250" y="5340350"/>
              <a:ext cx="1511300" cy="457200"/>
            </a:xfrm>
            <a:prstGeom prst="rect">
              <a:avLst/>
            </a:prstGeom>
            <a:solidFill>
              <a:srgbClr val="CCFFFF"/>
            </a:solidFill>
            <a:ln w="19050" algn="ctr">
              <a:solidFill>
                <a:srgbClr val="000000"/>
              </a:solidFill>
              <a:miter lim="800000"/>
              <a:headEnd/>
              <a:tailEnd/>
            </a:ln>
            <a:effectLst>
              <a:outerShdw dist="107763" dir="18900000" algn="ctr" rotWithShape="0">
                <a:schemeClr val="bg2"/>
              </a:outerShdw>
            </a:effectLst>
          </p:spPr>
          <p:txBody>
            <a:bodyPr wrap="none" anchor="ctr"/>
            <a:lstStyle/>
            <a:p>
              <a:pPr algn="ctr" fontAlgn="base">
                <a:spcBef>
                  <a:spcPct val="0"/>
                </a:spcBef>
                <a:spcAft>
                  <a:spcPct val="0"/>
                </a:spcAft>
              </a:pPr>
              <a:r>
                <a:rPr lang="zh-CN" altLang="en-US" sz="2000" b="1">
                  <a:solidFill>
                    <a:srgbClr val="990000"/>
                  </a:solidFill>
                  <a:latin typeface="Garamond" panose="02020404030301010803" pitchFamily="18" charset="0"/>
                </a:rPr>
                <a:t>数据链路层</a:t>
              </a:r>
            </a:p>
          </p:txBody>
        </p:sp>
        <p:sp>
          <p:nvSpPr>
            <p:cNvPr id="353297" name="Rectangle 17"/>
            <p:cNvSpPr>
              <a:spLocks noChangeArrowheads="1"/>
            </p:cNvSpPr>
            <p:nvPr/>
          </p:nvSpPr>
          <p:spPr bwMode="auto">
            <a:xfrm>
              <a:off x="9366250" y="5873750"/>
              <a:ext cx="1511300" cy="457200"/>
            </a:xfrm>
            <a:prstGeom prst="rect">
              <a:avLst/>
            </a:prstGeom>
            <a:solidFill>
              <a:srgbClr val="CCFFFF"/>
            </a:solidFill>
            <a:ln w="19050" algn="ctr">
              <a:solidFill>
                <a:srgbClr val="000000"/>
              </a:solidFill>
              <a:miter lim="800000"/>
              <a:headEnd/>
              <a:tailEnd/>
            </a:ln>
            <a:effectLst>
              <a:outerShdw dist="107763" dir="18900000" algn="ctr" rotWithShape="0">
                <a:schemeClr val="bg2"/>
              </a:outerShdw>
            </a:effectLst>
          </p:spPr>
          <p:txBody>
            <a:bodyPr wrap="none" anchor="ctr"/>
            <a:lstStyle/>
            <a:p>
              <a:pPr algn="ctr" fontAlgn="base">
                <a:spcBef>
                  <a:spcPct val="0"/>
                </a:spcBef>
                <a:spcAft>
                  <a:spcPct val="0"/>
                </a:spcAft>
              </a:pPr>
              <a:r>
                <a:rPr lang="zh-CN" altLang="en-US" sz="2000" b="1">
                  <a:solidFill>
                    <a:srgbClr val="990000"/>
                  </a:solidFill>
                  <a:latin typeface="Garamond" panose="02020404030301010803" pitchFamily="18" charset="0"/>
                </a:rPr>
                <a:t>物理层</a:t>
              </a:r>
            </a:p>
          </p:txBody>
        </p:sp>
        <p:sp>
          <p:nvSpPr>
            <p:cNvPr id="353298" name="Rectangle 18"/>
            <p:cNvSpPr>
              <a:spLocks noChangeArrowheads="1"/>
            </p:cNvSpPr>
            <p:nvPr/>
          </p:nvSpPr>
          <p:spPr bwMode="auto">
            <a:xfrm>
              <a:off x="7326313" y="4806950"/>
              <a:ext cx="1511300" cy="457200"/>
            </a:xfrm>
            <a:prstGeom prst="rect">
              <a:avLst/>
            </a:prstGeom>
            <a:solidFill>
              <a:srgbClr val="CCFFFF"/>
            </a:solidFill>
            <a:ln w="19050" algn="ctr">
              <a:solidFill>
                <a:srgbClr val="000000"/>
              </a:solidFill>
              <a:miter lim="800000"/>
              <a:headEnd/>
              <a:tailEnd/>
            </a:ln>
            <a:effectLst>
              <a:outerShdw dist="107763" dir="18900000" algn="ctr" rotWithShape="0">
                <a:schemeClr val="bg2"/>
              </a:outerShdw>
            </a:effectLst>
          </p:spPr>
          <p:txBody>
            <a:bodyPr wrap="none" anchor="ctr"/>
            <a:lstStyle/>
            <a:p>
              <a:pPr algn="ctr" fontAlgn="base">
                <a:spcBef>
                  <a:spcPct val="0"/>
                </a:spcBef>
                <a:spcAft>
                  <a:spcPct val="0"/>
                </a:spcAft>
              </a:pPr>
              <a:r>
                <a:rPr lang="zh-CN" altLang="en-US" sz="2000" b="1">
                  <a:solidFill>
                    <a:srgbClr val="990000"/>
                  </a:solidFill>
                  <a:latin typeface="Garamond" panose="02020404030301010803" pitchFamily="18" charset="0"/>
                </a:rPr>
                <a:t>网络层</a:t>
              </a:r>
            </a:p>
          </p:txBody>
        </p:sp>
        <p:sp>
          <p:nvSpPr>
            <p:cNvPr id="353299" name="Rectangle 19"/>
            <p:cNvSpPr>
              <a:spLocks noChangeArrowheads="1"/>
            </p:cNvSpPr>
            <p:nvPr/>
          </p:nvSpPr>
          <p:spPr bwMode="auto">
            <a:xfrm>
              <a:off x="7326313" y="5340350"/>
              <a:ext cx="1511300" cy="457200"/>
            </a:xfrm>
            <a:prstGeom prst="rect">
              <a:avLst/>
            </a:prstGeom>
            <a:solidFill>
              <a:srgbClr val="CCFFFF"/>
            </a:solidFill>
            <a:ln w="19050" algn="ctr">
              <a:solidFill>
                <a:srgbClr val="000000"/>
              </a:solidFill>
              <a:miter lim="800000"/>
              <a:headEnd/>
              <a:tailEnd/>
            </a:ln>
            <a:effectLst>
              <a:outerShdw dist="107763" dir="18900000" algn="ctr" rotWithShape="0">
                <a:schemeClr val="bg2"/>
              </a:outerShdw>
            </a:effectLst>
          </p:spPr>
          <p:txBody>
            <a:bodyPr wrap="none" anchor="ctr"/>
            <a:lstStyle/>
            <a:p>
              <a:pPr algn="ctr" fontAlgn="base">
                <a:spcBef>
                  <a:spcPct val="0"/>
                </a:spcBef>
                <a:spcAft>
                  <a:spcPct val="0"/>
                </a:spcAft>
              </a:pPr>
              <a:r>
                <a:rPr lang="zh-CN" altLang="en-US" sz="2000" b="1">
                  <a:solidFill>
                    <a:srgbClr val="990000"/>
                  </a:solidFill>
                  <a:latin typeface="Garamond" panose="02020404030301010803" pitchFamily="18" charset="0"/>
                </a:rPr>
                <a:t>数据链路层</a:t>
              </a:r>
            </a:p>
          </p:txBody>
        </p:sp>
        <p:sp>
          <p:nvSpPr>
            <p:cNvPr id="353300" name="Rectangle 20"/>
            <p:cNvSpPr>
              <a:spLocks noChangeArrowheads="1"/>
            </p:cNvSpPr>
            <p:nvPr/>
          </p:nvSpPr>
          <p:spPr bwMode="auto">
            <a:xfrm>
              <a:off x="7326313" y="5873750"/>
              <a:ext cx="1511300" cy="457200"/>
            </a:xfrm>
            <a:prstGeom prst="rect">
              <a:avLst/>
            </a:prstGeom>
            <a:solidFill>
              <a:srgbClr val="CCFFFF"/>
            </a:solidFill>
            <a:ln w="19050" algn="ctr">
              <a:solidFill>
                <a:srgbClr val="000000"/>
              </a:solidFill>
              <a:miter lim="800000"/>
              <a:headEnd/>
              <a:tailEnd/>
            </a:ln>
            <a:effectLst>
              <a:outerShdw dist="107763" dir="18900000" algn="ctr" rotWithShape="0">
                <a:schemeClr val="bg2"/>
              </a:outerShdw>
            </a:effectLst>
          </p:spPr>
          <p:txBody>
            <a:bodyPr wrap="none" anchor="ctr"/>
            <a:lstStyle/>
            <a:p>
              <a:pPr algn="ctr" fontAlgn="base">
                <a:spcBef>
                  <a:spcPct val="0"/>
                </a:spcBef>
                <a:spcAft>
                  <a:spcPct val="0"/>
                </a:spcAft>
              </a:pPr>
              <a:r>
                <a:rPr lang="zh-CN" altLang="en-US" sz="2000" b="1">
                  <a:solidFill>
                    <a:srgbClr val="990000"/>
                  </a:solidFill>
                  <a:latin typeface="Garamond" panose="02020404030301010803" pitchFamily="18" charset="0"/>
                </a:rPr>
                <a:t>物理层</a:t>
              </a:r>
            </a:p>
          </p:txBody>
        </p:sp>
        <p:sp>
          <p:nvSpPr>
            <p:cNvPr id="353301" name="Rectangle 21"/>
            <p:cNvSpPr>
              <a:spLocks noChangeArrowheads="1"/>
            </p:cNvSpPr>
            <p:nvPr/>
          </p:nvSpPr>
          <p:spPr bwMode="auto">
            <a:xfrm>
              <a:off x="4392613" y="6330951"/>
              <a:ext cx="3321050" cy="384175"/>
            </a:xfrm>
            <a:prstGeom prst="rect">
              <a:avLst/>
            </a:prstGeom>
            <a:solidFill>
              <a:srgbClr val="969696"/>
            </a:solidFill>
            <a:ln w="19050" algn="ctr">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r>
                <a:rPr lang="zh-CN" altLang="en-US" sz="2000" b="1">
                  <a:solidFill>
                    <a:srgbClr val="000000"/>
                  </a:solidFill>
                  <a:latin typeface="Garamond" panose="02020404030301010803" pitchFamily="18" charset="0"/>
                </a:rPr>
                <a:t>通    信    介    质</a:t>
              </a:r>
            </a:p>
          </p:txBody>
        </p:sp>
        <p:sp>
          <p:nvSpPr>
            <p:cNvPr id="353302" name="Line 22"/>
            <p:cNvSpPr>
              <a:spLocks noChangeShapeType="1"/>
            </p:cNvSpPr>
            <p:nvPr/>
          </p:nvSpPr>
          <p:spPr bwMode="auto">
            <a:xfrm>
              <a:off x="6777038" y="4425950"/>
              <a:ext cx="2590800" cy="1588"/>
            </a:xfrm>
            <a:prstGeom prst="line">
              <a:avLst/>
            </a:prstGeom>
            <a:noFill/>
            <a:ln w="19050">
              <a:solidFill>
                <a:schemeClr val="bg1"/>
              </a:solidFill>
              <a:prstDash val="dash"/>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53303" name="Text Box 23"/>
            <p:cNvSpPr txBox="1">
              <a:spLocks noChangeArrowheads="1"/>
            </p:cNvSpPr>
            <p:nvPr/>
          </p:nvSpPr>
          <p:spPr bwMode="auto">
            <a:xfrm>
              <a:off x="7383464" y="4121151"/>
              <a:ext cx="133508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base">
                <a:spcBef>
                  <a:spcPct val="0"/>
                </a:spcBef>
                <a:spcAft>
                  <a:spcPct val="0"/>
                </a:spcAft>
              </a:pPr>
              <a:r>
                <a:rPr lang="zh-CN" altLang="en-US" b="1">
                  <a:solidFill>
                    <a:srgbClr val="000054"/>
                  </a:solidFill>
                  <a:latin typeface="Garamond" panose="02020404030301010803" pitchFamily="18" charset="0"/>
                </a:rPr>
                <a:t>传输层协议</a:t>
              </a:r>
              <a:endParaRPr lang="zh-CN" altLang="en-US" sz="2400" b="1">
                <a:solidFill>
                  <a:srgbClr val="000054"/>
                </a:solidFill>
                <a:effectLst>
                  <a:outerShdw blurRad="38100" dist="38100" dir="2700000" algn="tl">
                    <a:srgbClr val="000000"/>
                  </a:outerShdw>
                </a:effectLst>
              </a:endParaRPr>
            </a:p>
          </p:txBody>
        </p:sp>
        <p:sp>
          <p:nvSpPr>
            <p:cNvPr id="353304" name="Line 24"/>
            <p:cNvSpPr>
              <a:spLocks noChangeShapeType="1"/>
            </p:cNvSpPr>
            <p:nvPr/>
          </p:nvSpPr>
          <p:spPr bwMode="auto">
            <a:xfrm>
              <a:off x="6777038" y="3983039"/>
              <a:ext cx="2590800" cy="1587"/>
            </a:xfrm>
            <a:prstGeom prst="line">
              <a:avLst/>
            </a:prstGeom>
            <a:noFill/>
            <a:ln w="19050">
              <a:solidFill>
                <a:schemeClr val="bg1"/>
              </a:solidFill>
              <a:prstDash val="dash"/>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53305" name="Text Box 25"/>
            <p:cNvSpPr txBox="1">
              <a:spLocks noChangeArrowheads="1"/>
            </p:cNvSpPr>
            <p:nvPr/>
          </p:nvSpPr>
          <p:spPr bwMode="auto">
            <a:xfrm>
              <a:off x="7383464" y="3678238"/>
              <a:ext cx="133508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base">
                <a:spcBef>
                  <a:spcPct val="0"/>
                </a:spcBef>
                <a:spcAft>
                  <a:spcPct val="0"/>
                </a:spcAft>
              </a:pPr>
              <a:r>
                <a:rPr lang="zh-CN" altLang="en-US" b="1">
                  <a:solidFill>
                    <a:srgbClr val="000054"/>
                  </a:solidFill>
                  <a:latin typeface="Garamond" panose="02020404030301010803" pitchFamily="18" charset="0"/>
                </a:rPr>
                <a:t>会话层协议</a:t>
              </a:r>
              <a:endParaRPr lang="zh-CN" altLang="en-US" sz="2400" b="1">
                <a:solidFill>
                  <a:srgbClr val="000054"/>
                </a:solidFill>
                <a:effectLst>
                  <a:outerShdw blurRad="38100" dist="38100" dir="2700000" algn="tl">
                    <a:srgbClr val="000000"/>
                  </a:outerShdw>
                </a:effectLst>
              </a:endParaRPr>
            </a:p>
          </p:txBody>
        </p:sp>
        <p:sp>
          <p:nvSpPr>
            <p:cNvPr id="353306" name="Line 26"/>
            <p:cNvSpPr>
              <a:spLocks noChangeShapeType="1"/>
            </p:cNvSpPr>
            <p:nvPr/>
          </p:nvSpPr>
          <p:spPr bwMode="auto">
            <a:xfrm>
              <a:off x="6777038" y="3449639"/>
              <a:ext cx="2590800" cy="1587"/>
            </a:xfrm>
            <a:prstGeom prst="line">
              <a:avLst/>
            </a:prstGeom>
            <a:noFill/>
            <a:ln w="19050">
              <a:solidFill>
                <a:schemeClr val="bg1"/>
              </a:solidFill>
              <a:prstDash val="dash"/>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53307" name="Text Box 27"/>
            <p:cNvSpPr txBox="1">
              <a:spLocks noChangeArrowheads="1"/>
            </p:cNvSpPr>
            <p:nvPr/>
          </p:nvSpPr>
          <p:spPr bwMode="auto">
            <a:xfrm>
              <a:off x="7383464" y="3144838"/>
              <a:ext cx="133508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base">
                <a:spcBef>
                  <a:spcPct val="0"/>
                </a:spcBef>
                <a:spcAft>
                  <a:spcPct val="0"/>
                </a:spcAft>
              </a:pPr>
              <a:r>
                <a:rPr lang="zh-CN" altLang="en-US" b="1">
                  <a:solidFill>
                    <a:srgbClr val="000054"/>
                  </a:solidFill>
                  <a:latin typeface="Garamond" panose="02020404030301010803" pitchFamily="18" charset="0"/>
                </a:rPr>
                <a:t>表示层协议</a:t>
              </a:r>
              <a:endParaRPr lang="zh-CN" altLang="en-US" sz="2400" b="1">
                <a:solidFill>
                  <a:srgbClr val="000054"/>
                </a:solidFill>
                <a:effectLst>
                  <a:outerShdw blurRad="38100" dist="38100" dir="2700000" algn="tl">
                    <a:srgbClr val="000000"/>
                  </a:outerShdw>
                </a:effectLst>
              </a:endParaRPr>
            </a:p>
          </p:txBody>
        </p:sp>
        <p:sp>
          <p:nvSpPr>
            <p:cNvPr id="353308" name="Line 28"/>
            <p:cNvSpPr>
              <a:spLocks noChangeShapeType="1"/>
            </p:cNvSpPr>
            <p:nvPr/>
          </p:nvSpPr>
          <p:spPr bwMode="auto">
            <a:xfrm>
              <a:off x="6777038" y="2901950"/>
              <a:ext cx="2590800" cy="1588"/>
            </a:xfrm>
            <a:prstGeom prst="line">
              <a:avLst/>
            </a:prstGeom>
            <a:noFill/>
            <a:ln w="19050">
              <a:solidFill>
                <a:schemeClr val="bg1"/>
              </a:solidFill>
              <a:prstDash val="dash"/>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53309" name="Text Box 29"/>
            <p:cNvSpPr txBox="1">
              <a:spLocks noChangeArrowheads="1"/>
            </p:cNvSpPr>
            <p:nvPr/>
          </p:nvSpPr>
          <p:spPr bwMode="auto">
            <a:xfrm>
              <a:off x="7383464" y="2597151"/>
              <a:ext cx="133508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base">
                <a:spcBef>
                  <a:spcPct val="0"/>
                </a:spcBef>
                <a:spcAft>
                  <a:spcPct val="0"/>
                </a:spcAft>
              </a:pPr>
              <a:r>
                <a:rPr lang="zh-CN" altLang="en-US" b="1">
                  <a:solidFill>
                    <a:srgbClr val="000054"/>
                  </a:solidFill>
                  <a:latin typeface="Garamond" panose="02020404030301010803" pitchFamily="18" charset="0"/>
                </a:rPr>
                <a:t>应用层协议</a:t>
              </a:r>
              <a:endParaRPr lang="zh-CN" altLang="en-US" sz="2400" b="1">
                <a:solidFill>
                  <a:srgbClr val="000054"/>
                </a:solidFill>
                <a:effectLst>
                  <a:outerShdw blurRad="38100" dist="38100" dir="2700000" algn="tl">
                    <a:srgbClr val="000000"/>
                  </a:outerShdw>
                </a:effectLst>
              </a:endParaRPr>
            </a:p>
          </p:txBody>
        </p:sp>
        <p:sp>
          <p:nvSpPr>
            <p:cNvPr id="353310" name="Line 30"/>
            <p:cNvSpPr>
              <a:spLocks noChangeShapeType="1"/>
            </p:cNvSpPr>
            <p:nvPr/>
          </p:nvSpPr>
          <p:spPr bwMode="auto">
            <a:xfrm>
              <a:off x="6780214" y="5002214"/>
              <a:ext cx="503237" cy="1587"/>
            </a:xfrm>
            <a:prstGeom prst="line">
              <a:avLst/>
            </a:prstGeom>
            <a:noFill/>
            <a:ln w="19050">
              <a:solidFill>
                <a:schemeClr val="bg1"/>
              </a:solidFill>
              <a:prstDash val="dash"/>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53311" name="Line 31"/>
            <p:cNvSpPr>
              <a:spLocks noChangeShapeType="1"/>
            </p:cNvSpPr>
            <p:nvPr/>
          </p:nvSpPr>
          <p:spPr bwMode="auto">
            <a:xfrm>
              <a:off x="6780214" y="5578475"/>
              <a:ext cx="503237" cy="1588"/>
            </a:xfrm>
            <a:prstGeom prst="line">
              <a:avLst/>
            </a:prstGeom>
            <a:noFill/>
            <a:ln w="19050">
              <a:solidFill>
                <a:schemeClr val="bg1"/>
              </a:solidFill>
              <a:prstDash val="dash"/>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53312" name="Line 32"/>
            <p:cNvSpPr>
              <a:spLocks noChangeShapeType="1"/>
            </p:cNvSpPr>
            <p:nvPr/>
          </p:nvSpPr>
          <p:spPr bwMode="auto">
            <a:xfrm>
              <a:off x="6780214" y="6081714"/>
              <a:ext cx="503237" cy="1587"/>
            </a:xfrm>
            <a:prstGeom prst="line">
              <a:avLst/>
            </a:prstGeom>
            <a:noFill/>
            <a:ln w="19050">
              <a:solidFill>
                <a:schemeClr val="bg1"/>
              </a:solidFill>
              <a:prstDash val="dash"/>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53313" name="Line 33"/>
            <p:cNvSpPr>
              <a:spLocks noChangeShapeType="1"/>
            </p:cNvSpPr>
            <p:nvPr/>
          </p:nvSpPr>
          <p:spPr bwMode="auto">
            <a:xfrm>
              <a:off x="8861425" y="5002214"/>
              <a:ext cx="503238" cy="1587"/>
            </a:xfrm>
            <a:prstGeom prst="line">
              <a:avLst/>
            </a:prstGeom>
            <a:noFill/>
            <a:ln w="19050">
              <a:solidFill>
                <a:schemeClr val="bg1"/>
              </a:solidFill>
              <a:prstDash val="dash"/>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53314" name="Line 34"/>
            <p:cNvSpPr>
              <a:spLocks noChangeShapeType="1"/>
            </p:cNvSpPr>
            <p:nvPr/>
          </p:nvSpPr>
          <p:spPr bwMode="auto">
            <a:xfrm>
              <a:off x="8861425" y="5578475"/>
              <a:ext cx="503238" cy="1588"/>
            </a:xfrm>
            <a:prstGeom prst="line">
              <a:avLst/>
            </a:prstGeom>
            <a:noFill/>
            <a:ln w="19050">
              <a:solidFill>
                <a:schemeClr val="bg1"/>
              </a:solidFill>
              <a:prstDash val="dash"/>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53315" name="Line 35"/>
            <p:cNvSpPr>
              <a:spLocks noChangeShapeType="1"/>
            </p:cNvSpPr>
            <p:nvPr/>
          </p:nvSpPr>
          <p:spPr bwMode="auto">
            <a:xfrm>
              <a:off x="8861425" y="6081714"/>
              <a:ext cx="503238" cy="1587"/>
            </a:xfrm>
            <a:prstGeom prst="line">
              <a:avLst/>
            </a:prstGeom>
            <a:noFill/>
            <a:ln w="19050">
              <a:solidFill>
                <a:schemeClr val="bg1"/>
              </a:solidFill>
              <a:prstDash val="dash"/>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53316" name="Text Box 36"/>
            <p:cNvSpPr txBox="1">
              <a:spLocks noChangeArrowheads="1"/>
            </p:cNvSpPr>
            <p:nvPr/>
          </p:nvSpPr>
          <p:spPr bwMode="auto">
            <a:xfrm>
              <a:off x="4671825" y="2084593"/>
              <a:ext cx="219643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base">
                <a:spcBef>
                  <a:spcPct val="0"/>
                </a:spcBef>
                <a:spcAft>
                  <a:spcPct val="0"/>
                </a:spcAft>
              </a:pPr>
              <a:r>
                <a:rPr lang="zh-CN" altLang="en-US" b="1" dirty="0" smtClean="0">
                  <a:solidFill>
                    <a:srgbClr val="000054"/>
                  </a:solidFill>
                  <a:latin typeface="Garamond" panose="02020404030301010803" pitchFamily="18" charset="0"/>
                </a:rPr>
                <a:t>端系统（计算机）</a:t>
              </a:r>
              <a:r>
                <a:rPr lang="en-US" altLang="zh-CN" b="1" dirty="0" smtClean="0">
                  <a:solidFill>
                    <a:srgbClr val="000054"/>
                  </a:solidFill>
                  <a:latin typeface="Garamond" panose="02020404030301010803" pitchFamily="18" charset="0"/>
                </a:rPr>
                <a:t>A</a:t>
              </a:r>
              <a:endParaRPr lang="en-US" altLang="zh-CN" sz="2400" b="1" dirty="0">
                <a:solidFill>
                  <a:srgbClr val="000054"/>
                </a:solidFill>
                <a:effectLst>
                  <a:outerShdw blurRad="38100" dist="38100" dir="2700000" algn="tl">
                    <a:srgbClr val="000000"/>
                  </a:outerShdw>
                </a:effectLst>
              </a:endParaRPr>
            </a:p>
          </p:txBody>
        </p:sp>
        <p:sp>
          <p:nvSpPr>
            <p:cNvPr id="353317" name="Text Box 37"/>
            <p:cNvSpPr txBox="1">
              <a:spLocks noChangeArrowheads="1"/>
            </p:cNvSpPr>
            <p:nvPr/>
          </p:nvSpPr>
          <p:spPr bwMode="auto">
            <a:xfrm>
              <a:off x="9173804" y="2121191"/>
              <a:ext cx="229234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fontAlgn="base">
                <a:spcBef>
                  <a:spcPct val="0"/>
                </a:spcBef>
                <a:spcAft>
                  <a:spcPct val="0"/>
                </a:spcAft>
              </a:pPr>
              <a:r>
                <a:rPr lang="zh-CN" altLang="en-US" b="1" dirty="0" smtClean="0">
                  <a:solidFill>
                    <a:srgbClr val="000054"/>
                  </a:solidFill>
                  <a:latin typeface="Garamond" panose="02020404030301010803" pitchFamily="18" charset="0"/>
                </a:rPr>
                <a:t>端系统（计算机）</a:t>
              </a:r>
              <a:r>
                <a:rPr lang="en-US" altLang="zh-CN" b="1" dirty="0" smtClean="0">
                  <a:solidFill>
                    <a:srgbClr val="000054"/>
                  </a:solidFill>
                  <a:latin typeface="Garamond" panose="02020404030301010803" pitchFamily="18" charset="0"/>
                </a:rPr>
                <a:t>B</a:t>
              </a:r>
              <a:endParaRPr lang="en-US" altLang="zh-CN" sz="2400" b="1" dirty="0">
                <a:solidFill>
                  <a:srgbClr val="000054"/>
                </a:solidFill>
                <a:effectLst>
                  <a:outerShdw blurRad="38100" dist="38100" dir="2700000" algn="tl">
                    <a:srgbClr val="000000"/>
                  </a:outerShdw>
                </a:effectLst>
              </a:endParaRPr>
            </a:p>
          </p:txBody>
        </p:sp>
        <p:sp>
          <p:nvSpPr>
            <p:cNvPr id="353318" name="Text Box 38"/>
            <p:cNvSpPr txBox="1">
              <a:spLocks noChangeArrowheads="1"/>
            </p:cNvSpPr>
            <p:nvPr/>
          </p:nvSpPr>
          <p:spPr bwMode="auto">
            <a:xfrm>
              <a:off x="6855642" y="2112085"/>
              <a:ext cx="250902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base">
                <a:spcBef>
                  <a:spcPct val="0"/>
                </a:spcBef>
                <a:spcAft>
                  <a:spcPct val="0"/>
                </a:spcAft>
              </a:pPr>
              <a:r>
                <a:rPr lang="zh-CN" altLang="en-US" b="1" dirty="0">
                  <a:solidFill>
                    <a:srgbClr val="000054"/>
                  </a:solidFill>
                  <a:latin typeface="Garamond" panose="02020404030301010803" pitchFamily="18" charset="0"/>
                </a:rPr>
                <a:t>中继</a:t>
              </a:r>
              <a:r>
                <a:rPr lang="zh-CN" altLang="en-US" b="1" dirty="0" smtClean="0">
                  <a:solidFill>
                    <a:srgbClr val="000054"/>
                  </a:solidFill>
                  <a:latin typeface="Garamond" panose="02020404030301010803" pitchFamily="18" charset="0"/>
                </a:rPr>
                <a:t>系统（通信设备）</a:t>
              </a:r>
              <a:endParaRPr lang="zh-CN" altLang="en-US" sz="2400" b="1" dirty="0">
                <a:solidFill>
                  <a:srgbClr val="000054"/>
                </a:solidFill>
                <a:effectLst>
                  <a:outerShdw blurRad="38100" dist="38100" dir="2700000" algn="tl">
                    <a:srgbClr val="000000"/>
                  </a:outerShdw>
                </a:effectLst>
              </a:endParaRPr>
            </a:p>
          </p:txBody>
        </p:sp>
        <p:sp>
          <p:nvSpPr>
            <p:cNvPr id="353319" name="Rectangle 39"/>
            <p:cNvSpPr>
              <a:spLocks noChangeArrowheads="1"/>
            </p:cNvSpPr>
            <p:nvPr/>
          </p:nvSpPr>
          <p:spPr bwMode="auto">
            <a:xfrm>
              <a:off x="8507414" y="6330951"/>
              <a:ext cx="3265487" cy="384175"/>
            </a:xfrm>
            <a:prstGeom prst="rect">
              <a:avLst/>
            </a:prstGeom>
            <a:solidFill>
              <a:srgbClr val="969696"/>
            </a:solidFill>
            <a:ln w="19050" algn="ctr">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r>
                <a:rPr lang="zh-CN" altLang="en-US" sz="2000" b="1">
                  <a:solidFill>
                    <a:srgbClr val="000000"/>
                  </a:solidFill>
                  <a:latin typeface="Garamond" panose="02020404030301010803" pitchFamily="18" charset="0"/>
                </a:rPr>
                <a:t>通    信    介    质</a:t>
              </a:r>
              <a:endParaRPr lang="zh-CN" altLang="en-US" sz="2400" b="1">
                <a:solidFill>
                  <a:srgbClr val="FFFF66"/>
                </a:solidFill>
                <a:effectLst>
                  <a:outerShdw blurRad="38100" dist="38100" dir="2700000" algn="tl">
                    <a:srgbClr val="000000"/>
                  </a:outerShdw>
                </a:effectLst>
              </a:endParaRPr>
            </a:p>
          </p:txBody>
        </p:sp>
      </p:grpSp>
      <p:sp>
        <p:nvSpPr>
          <p:cNvPr id="2" name="文本框 1"/>
          <p:cNvSpPr txBox="1"/>
          <p:nvPr/>
        </p:nvSpPr>
        <p:spPr>
          <a:xfrm>
            <a:off x="162719" y="2340266"/>
            <a:ext cx="4603749" cy="4247317"/>
          </a:xfrm>
          <a:prstGeom prst="rect">
            <a:avLst/>
          </a:prstGeom>
          <a:noFill/>
        </p:spPr>
        <p:txBody>
          <a:bodyPr wrap="square" rtlCol="0">
            <a:spAutoFit/>
          </a:bodyPr>
          <a:lstStyle/>
          <a:p>
            <a:pPr marL="342900" lvl="0" indent="-342900" fontAlgn="base">
              <a:lnSpc>
                <a:spcPct val="150000"/>
              </a:lnSpc>
              <a:spcBef>
                <a:spcPct val="0"/>
              </a:spcBef>
              <a:spcAft>
                <a:spcPct val="0"/>
              </a:spcAft>
              <a:buFont typeface="Wingdings" panose="05000000000000000000" pitchFamily="2" charset="2"/>
              <a:buChar char=""/>
            </a:pPr>
            <a:r>
              <a:rPr kumimoji="1" lang="zh-CN" altLang="en-US" sz="2400" b="1" dirty="0">
                <a:solidFill>
                  <a:srgbClr val="002060"/>
                </a:solidFill>
                <a:latin typeface="楷体" panose="02010609060101010101" pitchFamily="49" charset="-122"/>
                <a:ea typeface="楷体" panose="02010609060101010101" pitchFamily="49" charset="-122"/>
              </a:rPr>
              <a:t>每一层包含一组协议，以及相应的语法、语义和交换规则；</a:t>
            </a:r>
          </a:p>
          <a:p>
            <a:pPr marL="342900" lvl="0" indent="-342900" fontAlgn="base">
              <a:lnSpc>
                <a:spcPct val="150000"/>
              </a:lnSpc>
              <a:spcBef>
                <a:spcPct val="0"/>
              </a:spcBef>
              <a:spcAft>
                <a:spcPct val="0"/>
              </a:spcAft>
              <a:buFont typeface="Wingdings" panose="05000000000000000000" pitchFamily="2" charset="2"/>
              <a:buChar char=""/>
            </a:pPr>
            <a:r>
              <a:rPr kumimoji="1" lang="zh-CN" altLang="en-US" sz="2400" b="1" dirty="0" smtClean="0">
                <a:solidFill>
                  <a:srgbClr val="002060"/>
                </a:solidFill>
                <a:latin typeface="楷体" panose="02010609060101010101" pitchFamily="49" charset="-122"/>
                <a:ea typeface="楷体" panose="02010609060101010101" pitchFamily="49" charset="-122"/>
              </a:rPr>
              <a:t>每</a:t>
            </a:r>
            <a:r>
              <a:rPr kumimoji="1" lang="zh-CN" altLang="en-US" sz="2400" b="1" dirty="0">
                <a:solidFill>
                  <a:srgbClr val="002060"/>
                </a:solidFill>
                <a:latin typeface="楷体" panose="02010609060101010101" pitchFamily="49" charset="-122"/>
                <a:ea typeface="楷体" panose="02010609060101010101" pitchFamily="49" charset="-122"/>
              </a:rPr>
              <a:t>层实现一组特定的通信功能，逻辑上相对独立；</a:t>
            </a:r>
          </a:p>
          <a:p>
            <a:pPr marL="342900" lvl="0" indent="-342900" fontAlgn="base">
              <a:lnSpc>
                <a:spcPct val="150000"/>
              </a:lnSpc>
              <a:spcBef>
                <a:spcPct val="0"/>
              </a:spcBef>
              <a:spcAft>
                <a:spcPct val="0"/>
              </a:spcAft>
              <a:buFont typeface="Wingdings" panose="05000000000000000000" pitchFamily="2" charset="2"/>
              <a:buChar char=""/>
            </a:pPr>
            <a:r>
              <a:rPr kumimoji="1" lang="zh-CN" altLang="en-US" sz="2400" b="1" dirty="0" smtClean="0">
                <a:solidFill>
                  <a:srgbClr val="002060"/>
                </a:solidFill>
                <a:latin typeface="楷体" panose="02010609060101010101" pitchFamily="49" charset="-122"/>
                <a:ea typeface="楷体" panose="02010609060101010101" pitchFamily="49" charset="-122"/>
              </a:rPr>
              <a:t>每</a:t>
            </a:r>
            <a:r>
              <a:rPr kumimoji="1" lang="zh-CN" altLang="en-US" sz="2400" b="1" dirty="0">
                <a:solidFill>
                  <a:srgbClr val="002060"/>
                </a:solidFill>
                <a:latin typeface="楷体" panose="02010609060101010101" pitchFamily="49" charset="-122"/>
                <a:ea typeface="楷体" panose="02010609060101010101" pitchFamily="49" charset="-122"/>
              </a:rPr>
              <a:t>一层代表着本层和底下所有各层的通信功能，并为上层提供通信服务</a:t>
            </a:r>
            <a:r>
              <a:rPr kumimoji="1" lang="zh-CN" altLang="en-US" dirty="0">
                <a:solidFill>
                  <a:srgbClr val="000000"/>
                </a:solidFill>
                <a:latin typeface="Times New Roman" panose="02020603050405020304" pitchFamily="18" charset="0"/>
                <a:ea typeface="宋体" panose="02010600030101010101" pitchFamily="2" charset="-122"/>
              </a:rPr>
              <a:t>。</a:t>
            </a:r>
          </a:p>
          <a:p>
            <a:pPr marL="285750" indent="-285750">
              <a:buFont typeface="Wingdings" panose="05000000000000000000" pitchFamily="2" charset="2"/>
              <a:buChar char=""/>
            </a:pPr>
            <a:endParaRPr lang="zh-CN" altLang="en-US" dirty="0"/>
          </a:p>
        </p:txBody>
      </p:sp>
    </p:spTree>
    <p:extLst>
      <p:ext uri="{BB962C8B-B14F-4D97-AF65-F5344CB8AC3E}">
        <p14:creationId xmlns:p14="http://schemas.microsoft.com/office/powerpoint/2010/main" val="282026696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2"/>
          <p:cNvSpPr>
            <a:spLocks noGrp="1"/>
          </p:cNvSpPr>
          <p:nvPr>
            <p:ph type="title"/>
          </p:nvPr>
        </p:nvSpPr>
        <p:spPr>
          <a:xfrm>
            <a:off x="1595562" y="176005"/>
            <a:ext cx="10058400" cy="858837"/>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r>
              <a:rPr lang="en-US" altLang="zh-CN" dirty="0">
                <a:solidFill>
                  <a:schemeClr val="tx1"/>
                </a:solidFill>
                <a:latin typeface="Times New Roman" panose="02020603050405020304" pitchFamily="18" charset="0"/>
                <a:cs typeface="Times New Roman" panose="02020603050405020304" pitchFamily="18" charset="0"/>
              </a:rPr>
              <a:t>OSI</a:t>
            </a:r>
            <a:r>
              <a:rPr lang="zh-CN" altLang="en-US" dirty="0">
                <a:solidFill>
                  <a:schemeClr val="tx1"/>
                </a:solidFill>
                <a:latin typeface="Times New Roman" panose="02020603050405020304" pitchFamily="18" charset="0"/>
                <a:cs typeface="Times New Roman" panose="02020603050405020304" pitchFamily="18" charset="0"/>
              </a:rPr>
              <a:t>参考模型各层功能</a:t>
            </a:r>
          </a:p>
        </p:txBody>
      </p:sp>
      <p:sp>
        <p:nvSpPr>
          <p:cNvPr id="3" name="内容占位符 2"/>
          <p:cNvSpPr>
            <a:spLocks noGrp="1"/>
          </p:cNvSpPr>
          <p:nvPr>
            <p:ph idx="4294967295"/>
          </p:nvPr>
        </p:nvSpPr>
        <p:spPr>
          <a:xfrm>
            <a:off x="145968" y="1168223"/>
            <a:ext cx="9339938" cy="2960828"/>
          </a:xfrm>
        </p:spPr>
        <p:txBody>
          <a:bodyPr/>
          <a:lstStyle/>
          <a:p>
            <a:pPr marL="687387" lvl="1" indent="-342900">
              <a:lnSpc>
                <a:spcPct val="150000"/>
              </a:lnSpc>
              <a:buClr>
                <a:srgbClr val="000054"/>
              </a:buClr>
              <a:buFont typeface="Wingdings" panose="05000000000000000000" pitchFamily="2" charset="2"/>
              <a:buChar char="n"/>
            </a:pPr>
            <a:r>
              <a:rPr lang="zh-CN" altLang="en-US" sz="2400" dirty="0">
                <a:solidFill>
                  <a:srgbClr val="000054"/>
                </a:solidFill>
                <a:effectLst/>
                <a:latin typeface="楷体" panose="02010609060101010101" pitchFamily="49" charset="-122"/>
                <a:ea typeface="楷体" panose="02010609060101010101" pitchFamily="49" charset="-122"/>
              </a:rPr>
              <a:t>物理层将信号放到线路</a:t>
            </a:r>
            <a:r>
              <a:rPr lang="zh-CN" altLang="en-US" sz="2400" dirty="0" smtClean="0">
                <a:solidFill>
                  <a:srgbClr val="000054"/>
                </a:solidFill>
                <a:effectLst/>
                <a:latin typeface="楷体" panose="02010609060101010101" pitchFamily="49" charset="-122"/>
                <a:ea typeface="楷体" panose="02010609060101010101" pitchFamily="49" charset="-122"/>
              </a:rPr>
              <a:t>上；</a:t>
            </a:r>
            <a:endParaRPr lang="en-US" altLang="zh-CN" sz="2400" dirty="0">
              <a:solidFill>
                <a:srgbClr val="000054"/>
              </a:solidFill>
              <a:effectLst/>
              <a:latin typeface="楷体" panose="02010609060101010101" pitchFamily="49" charset="-122"/>
              <a:ea typeface="楷体" panose="02010609060101010101" pitchFamily="49" charset="-122"/>
            </a:endParaRPr>
          </a:p>
          <a:p>
            <a:pPr marL="687387" lvl="1" indent="-342900">
              <a:lnSpc>
                <a:spcPct val="150000"/>
              </a:lnSpc>
              <a:buClr>
                <a:srgbClr val="000054"/>
              </a:buClr>
              <a:buFont typeface="Wingdings" panose="05000000000000000000" pitchFamily="2" charset="2"/>
              <a:buChar char="n"/>
            </a:pPr>
            <a:r>
              <a:rPr lang="zh-CN" altLang="en-US" sz="2400" dirty="0">
                <a:solidFill>
                  <a:srgbClr val="000054"/>
                </a:solidFill>
                <a:effectLst/>
                <a:latin typeface="楷体" panose="02010609060101010101" pitchFamily="49" charset="-122"/>
                <a:ea typeface="楷体" panose="02010609060101010101" pitchFamily="49" charset="-122"/>
              </a:rPr>
              <a:t>链路层控制线路对端正确接收</a:t>
            </a:r>
            <a:r>
              <a:rPr lang="zh-CN" altLang="en-US" sz="2400" dirty="0" smtClean="0">
                <a:solidFill>
                  <a:srgbClr val="000054"/>
                </a:solidFill>
                <a:effectLst/>
                <a:latin typeface="楷体" panose="02010609060101010101" pitchFamily="49" charset="-122"/>
                <a:ea typeface="楷体" panose="02010609060101010101" pitchFamily="49" charset="-122"/>
              </a:rPr>
              <a:t>数据</a:t>
            </a:r>
            <a:r>
              <a:rPr lang="zh-CN" altLang="en-US" sz="2400" dirty="0">
                <a:solidFill>
                  <a:srgbClr val="000054"/>
                </a:solidFill>
                <a:effectLst/>
                <a:latin typeface="楷体" panose="02010609060101010101" pitchFamily="49" charset="-122"/>
                <a:ea typeface="楷体" panose="02010609060101010101" pitchFamily="49" charset="-122"/>
              </a:rPr>
              <a:t>；</a:t>
            </a:r>
            <a:endParaRPr lang="en-US" altLang="zh-CN" sz="2400" dirty="0">
              <a:solidFill>
                <a:srgbClr val="000054"/>
              </a:solidFill>
              <a:effectLst/>
              <a:latin typeface="楷体" panose="02010609060101010101" pitchFamily="49" charset="-122"/>
              <a:ea typeface="楷体" panose="02010609060101010101" pitchFamily="49" charset="-122"/>
            </a:endParaRPr>
          </a:p>
          <a:p>
            <a:pPr marL="687387" lvl="1" indent="-342900">
              <a:lnSpc>
                <a:spcPct val="150000"/>
              </a:lnSpc>
              <a:buClr>
                <a:srgbClr val="000054"/>
              </a:buClr>
              <a:buFont typeface="Wingdings" panose="05000000000000000000" pitchFamily="2" charset="2"/>
              <a:buChar char="n"/>
            </a:pPr>
            <a:r>
              <a:rPr lang="zh-CN" altLang="en-US" sz="2400" dirty="0">
                <a:solidFill>
                  <a:srgbClr val="000054"/>
                </a:solidFill>
                <a:effectLst/>
                <a:latin typeface="楷体" panose="02010609060101010101" pitchFamily="49" charset="-122"/>
                <a:ea typeface="楷体" panose="02010609060101010101" pitchFamily="49" charset="-122"/>
              </a:rPr>
              <a:t>网络层控制究竟是该送给哪个相邻</a:t>
            </a:r>
            <a:r>
              <a:rPr lang="zh-CN" altLang="en-US" sz="2400" dirty="0" smtClean="0">
                <a:solidFill>
                  <a:srgbClr val="000054"/>
                </a:solidFill>
                <a:effectLst/>
                <a:latin typeface="楷体" panose="02010609060101010101" pitchFamily="49" charset="-122"/>
                <a:ea typeface="楷体" panose="02010609060101010101" pitchFamily="49" charset="-122"/>
              </a:rPr>
              <a:t>节点；</a:t>
            </a:r>
            <a:endParaRPr lang="en-US" altLang="zh-CN" sz="2400" dirty="0">
              <a:solidFill>
                <a:srgbClr val="000054"/>
              </a:solidFill>
              <a:effectLst/>
              <a:latin typeface="楷体" panose="02010609060101010101" pitchFamily="49" charset="-122"/>
              <a:ea typeface="楷体" panose="02010609060101010101" pitchFamily="49" charset="-122"/>
            </a:endParaRPr>
          </a:p>
          <a:p>
            <a:pPr marL="687387" lvl="1" indent="-342900">
              <a:lnSpc>
                <a:spcPct val="150000"/>
              </a:lnSpc>
              <a:buClr>
                <a:srgbClr val="000054"/>
              </a:buClr>
              <a:buFont typeface="Wingdings" panose="05000000000000000000" pitchFamily="2" charset="2"/>
              <a:buChar char="n"/>
            </a:pPr>
            <a:r>
              <a:rPr lang="zh-CN" altLang="en-US" sz="2400" dirty="0">
                <a:solidFill>
                  <a:srgbClr val="000054"/>
                </a:solidFill>
                <a:effectLst/>
                <a:latin typeface="楷体" panose="02010609060101010101" pitchFamily="49" charset="-122"/>
                <a:ea typeface="楷体" panose="02010609060101010101" pitchFamily="49" charset="-122"/>
              </a:rPr>
              <a:t>传输层控制源端和目的端的通信，以解决穿越网络过程中出现的丢包、乱序等</a:t>
            </a:r>
            <a:r>
              <a:rPr lang="zh-CN" altLang="en-US" sz="2400" dirty="0" smtClean="0">
                <a:solidFill>
                  <a:srgbClr val="000054"/>
                </a:solidFill>
                <a:effectLst/>
                <a:latin typeface="楷体" panose="02010609060101010101" pitchFamily="49" charset="-122"/>
                <a:ea typeface="楷体" panose="02010609060101010101" pitchFamily="49" charset="-122"/>
              </a:rPr>
              <a:t>问题。</a:t>
            </a:r>
            <a:endParaRPr lang="zh-CN" altLang="en-US" sz="2400" dirty="0">
              <a:solidFill>
                <a:srgbClr val="000054"/>
              </a:solidFill>
              <a:effectLst/>
              <a:latin typeface="楷体" panose="02010609060101010101" pitchFamily="49" charset="-122"/>
              <a:ea typeface="楷体" panose="02010609060101010101" pitchFamily="49" charset="-122"/>
            </a:endParaRPr>
          </a:p>
        </p:txBody>
      </p:sp>
      <p:grpSp>
        <p:nvGrpSpPr>
          <p:cNvPr id="162" name="组合 161"/>
          <p:cNvGrpSpPr/>
          <p:nvPr/>
        </p:nvGrpSpPr>
        <p:grpSpPr>
          <a:xfrm>
            <a:off x="9381779" y="1616513"/>
            <a:ext cx="2494059" cy="4141788"/>
            <a:chOff x="9159902" y="1807884"/>
            <a:chExt cx="2494059" cy="4141788"/>
          </a:xfrm>
        </p:grpSpPr>
        <p:sp>
          <p:nvSpPr>
            <p:cNvPr id="4" name="Rectangle 4"/>
            <p:cNvSpPr>
              <a:spLocks noChangeArrowheads="1"/>
            </p:cNvSpPr>
            <p:nvPr/>
          </p:nvSpPr>
          <p:spPr bwMode="auto">
            <a:xfrm>
              <a:off x="9609042" y="1807884"/>
              <a:ext cx="1511300" cy="457200"/>
            </a:xfrm>
            <a:prstGeom prst="rect">
              <a:avLst/>
            </a:prstGeom>
            <a:solidFill>
              <a:srgbClr val="CCFFFF"/>
            </a:solidFill>
            <a:ln w="19050" algn="ctr">
              <a:solidFill>
                <a:srgbClr val="000000"/>
              </a:solidFill>
              <a:miter lim="800000"/>
              <a:headEnd/>
              <a:tailEnd/>
            </a:ln>
            <a:effectLst>
              <a:outerShdw dist="107763" dir="18900000" algn="ctr" rotWithShape="0">
                <a:schemeClr val="bg2"/>
              </a:outerShdw>
            </a:effectLst>
          </p:spPr>
          <p:txBody>
            <a:bodyPr wrap="none" anchor="ctr"/>
            <a:lstStyle/>
            <a:p>
              <a:pPr algn="ctr" fontAlgn="base">
                <a:spcBef>
                  <a:spcPct val="0"/>
                </a:spcBef>
                <a:spcAft>
                  <a:spcPct val="0"/>
                </a:spcAft>
              </a:pPr>
              <a:r>
                <a:rPr lang="zh-CN" altLang="en-US" sz="2000" b="1">
                  <a:solidFill>
                    <a:srgbClr val="990000"/>
                  </a:solidFill>
                  <a:latin typeface="Garamond" panose="02020404030301010803" pitchFamily="18" charset="0"/>
                </a:rPr>
                <a:t>应用层</a:t>
              </a:r>
            </a:p>
          </p:txBody>
        </p:sp>
        <p:sp>
          <p:nvSpPr>
            <p:cNvPr id="5" name="Rectangle 5"/>
            <p:cNvSpPr>
              <a:spLocks noChangeArrowheads="1"/>
            </p:cNvSpPr>
            <p:nvPr/>
          </p:nvSpPr>
          <p:spPr bwMode="auto">
            <a:xfrm>
              <a:off x="9577292" y="2441296"/>
              <a:ext cx="1511300" cy="457200"/>
            </a:xfrm>
            <a:prstGeom prst="rect">
              <a:avLst/>
            </a:prstGeom>
            <a:solidFill>
              <a:srgbClr val="CCFFFF"/>
            </a:solidFill>
            <a:ln w="19050" algn="ctr">
              <a:solidFill>
                <a:srgbClr val="000000"/>
              </a:solidFill>
              <a:miter lim="800000"/>
              <a:headEnd/>
              <a:tailEnd/>
            </a:ln>
            <a:effectLst>
              <a:outerShdw dist="107763" dir="18900000" algn="ctr" rotWithShape="0">
                <a:schemeClr val="bg2"/>
              </a:outerShdw>
            </a:effectLst>
          </p:spPr>
          <p:txBody>
            <a:bodyPr wrap="none" anchor="ctr"/>
            <a:lstStyle/>
            <a:p>
              <a:pPr algn="ctr" fontAlgn="base">
                <a:spcBef>
                  <a:spcPct val="0"/>
                </a:spcBef>
                <a:spcAft>
                  <a:spcPct val="0"/>
                </a:spcAft>
              </a:pPr>
              <a:r>
                <a:rPr lang="zh-CN" altLang="en-US" sz="2000" b="1">
                  <a:solidFill>
                    <a:srgbClr val="990000"/>
                  </a:solidFill>
                  <a:latin typeface="Garamond" panose="02020404030301010803" pitchFamily="18" charset="0"/>
                </a:rPr>
                <a:t>表示层</a:t>
              </a:r>
            </a:p>
          </p:txBody>
        </p:sp>
        <p:sp>
          <p:nvSpPr>
            <p:cNvPr id="6" name="Rectangle 6"/>
            <p:cNvSpPr>
              <a:spLocks noChangeArrowheads="1"/>
            </p:cNvSpPr>
            <p:nvPr/>
          </p:nvSpPr>
          <p:spPr bwMode="auto">
            <a:xfrm>
              <a:off x="9577292" y="2974696"/>
              <a:ext cx="1511300" cy="457200"/>
            </a:xfrm>
            <a:prstGeom prst="rect">
              <a:avLst/>
            </a:prstGeom>
            <a:solidFill>
              <a:srgbClr val="CCFFFF"/>
            </a:solidFill>
            <a:ln w="19050" algn="ctr">
              <a:solidFill>
                <a:srgbClr val="000000"/>
              </a:solidFill>
              <a:miter lim="800000"/>
              <a:headEnd/>
              <a:tailEnd/>
            </a:ln>
            <a:effectLst>
              <a:outerShdw dist="107763" dir="18900000" algn="ctr" rotWithShape="0">
                <a:schemeClr val="bg2"/>
              </a:outerShdw>
            </a:effectLst>
          </p:spPr>
          <p:txBody>
            <a:bodyPr wrap="none" anchor="ctr"/>
            <a:lstStyle/>
            <a:p>
              <a:pPr algn="ctr" fontAlgn="base">
                <a:spcBef>
                  <a:spcPct val="0"/>
                </a:spcBef>
                <a:spcAft>
                  <a:spcPct val="0"/>
                </a:spcAft>
              </a:pPr>
              <a:r>
                <a:rPr lang="zh-CN" altLang="en-US" sz="2000" b="1">
                  <a:solidFill>
                    <a:srgbClr val="990000"/>
                  </a:solidFill>
                  <a:latin typeface="Garamond" panose="02020404030301010803" pitchFamily="18" charset="0"/>
                </a:rPr>
                <a:t>会话层</a:t>
              </a:r>
            </a:p>
          </p:txBody>
        </p:sp>
        <p:sp>
          <p:nvSpPr>
            <p:cNvPr id="7" name="Rectangle 7"/>
            <p:cNvSpPr>
              <a:spLocks noChangeArrowheads="1"/>
            </p:cNvSpPr>
            <p:nvPr/>
          </p:nvSpPr>
          <p:spPr bwMode="auto">
            <a:xfrm>
              <a:off x="9577292" y="3508096"/>
              <a:ext cx="1543050" cy="457200"/>
            </a:xfrm>
            <a:prstGeom prst="rect">
              <a:avLst/>
            </a:prstGeom>
            <a:solidFill>
              <a:srgbClr val="CCFFFF"/>
            </a:solidFill>
            <a:ln w="19050" algn="ctr">
              <a:solidFill>
                <a:srgbClr val="000000"/>
              </a:solidFill>
              <a:miter lim="800000"/>
              <a:headEnd/>
              <a:tailEnd/>
            </a:ln>
            <a:effectLst>
              <a:outerShdw dist="107763" dir="18900000" algn="ctr" rotWithShape="0">
                <a:schemeClr val="bg2"/>
              </a:outerShdw>
            </a:effectLst>
          </p:spPr>
          <p:txBody>
            <a:bodyPr wrap="none" anchor="ctr"/>
            <a:lstStyle/>
            <a:p>
              <a:pPr algn="ctr" fontAlgn="base">
                <a:spcBef>
                  <a:spcPct val="0"/>
                </a:spcBef>
                <a:spcAft>
                  <a:spcPct val="0"/>
                </a:spcAft>
              </a:pPr>
              <a:r>
                <a:rPr lang="zh-CN" altLang="en-US" sz="2000" b="1">
                  <a:solidFill>
                    <a:srgbClr val="990000"/>
                  </a:solidFill>
                  <a:latin typeface="Garamond" panose="02020404030301010803" pitchFamily="18" charset="0"/>
                </a:rPr>
                <a:t>传输层</a:t>
              </a:r>
            </a:p>
          </p:txBody>
        </p:sp>
        <p:sp>
          <p:nvSpPr>
            <p:cNvPr id="8" name="Rectangle 8"/>
            <p:cNvSpPr>
              <a:spLocks noChangeArrowheads="1"/>
            </p:cNvSpPr>
            <p:nvPr/>
          </p:nvSpPr>
          <p:spPr bwMode="auto">
            <a:xfrm>
              <a:off x="9577292" y="4041496"/>
              <a:ext cx="1511300" cy="457200"/>
            </a:xfrm>
            <a:prstGeom prst="rect">
              <a:avLst/>
            </a:prstGeom>
            <a:solidFill>
              <a:srgbClr val="CCFFFF"/>
            </a:solidFill>
            <a:ln w="19050" algn="ctr">
              <a:solidFill>
                <a:srgbClr val="000000"/>
              </a:solidFill>
              <a:miter lim="800000"/>
              <a:headEnd/>
              <a:tailEnd/>
            </a:ln>
            <a:effectLst>
              <a:outerShdw dist="107763" dir="18900000" algn="ctr" rotWithShape="0">
                <a:schemeClr val="bg2"/>
              </a:outerShdw>
            </a:effectLst>
          </p:spPr>
          <p:txBody>
            <a:bodyPr wrap="none" anchor="ctr"/>
            <a:lstStyle/>
            <a:p>
              <a:pPr algn="ctr" fontAlgn="base">
                <a:spcBef>
                  <a:spcPct val="0"/>
                </a:spcBef>
                <a:spcAft>
                  <a:spcPct val="0"/>
                </a:spcAft>
              </a:pPr>
              <a:r>
                <a:rPr lang="zh-CN" altLang="en-US" sz="2000" b="1">
                  <a:solidFill>
                    <a:srgbClr val="990000"/>
                  </a:solidFill>
                  <a:latin typeface="Garamond" panose="02020404030301010803" pitchFamily="18" charset="0"/>
                </a:rPr>
                <a:t>网络层</a:t>
              </a:r>
            </a:p>
          </p:txBody>
        </p:sp>
        <p:sp>
          <p:nvSpPr>
            <p:cNvPr id="9" name="Rectangle 9"/>
            <p:cNvSpPr>
              <a:spLocks noChangeArrowheads="1"/>
            </p:cNvSpPr>
            <p:nvPr/>
          </p:nvSpPr>
          <p:spPr bwMode="auto">
            <a:xfrm>
              <a:off x="9577292" y="4574896"/>
              <a:ext cx="1511300" cy="457200"/>
            </a:xfrm>
            <a:prstGeom prst="rect">
              <a:avLst/>
            </a:prstGeom>
            <a:solidFill>
              <a:srgbClr val="CCFFFF"/>
            </a:solidFill>
            <a:ln w="19050" algn="ctr">
              <a:solidFill>
                <a:srgbClr val="000000"/>
              </a:solidFill>
              <a:miter lim="800000"/>
              <a:headEnd/>
              <a:tailEnd/>
            </a:ln>
            <a:effectLst>
              <a:outerShdw dist="107763" dir="18900000" algn="ctr" rotWithShape="0">
                <a:schemeClr val="bg2"/>
              </a:outerShdw>
            </a:effectLst>
          </p:spPr>
          <p:txBody>
            <a:bodyPr wrap="none" anchor="ctr"/>
            <a:lstStyle/>
            <a:p>
              <a:pPr algn="ctr" fontAlgn="base">
                <a:spcBef>
                  <a:spcPct val="0"/>
                </a:spcBef>
                <a:spcAft>
                  <a:spcPct val="0"/>
                </a:spcAft>
              </a:pPr>
              <a:r>
                <a:rPr lang="zh-CN" altLang="en-US" sz="2000" b="1">
                  <a:solidFill>
                    <a:srgbClr val="990000"/>
                  </a:solidFill>
                  <a:latin typeface="Garamond" panose="02020404030301010803" pitchFamily="18" charset="0"/>
                </a:rPr>
                <a:t>数据链路层</a:t>
              </a:r>
            </a:p>
          </p:txBody>
        </p:sp>
        <p:sp>
          <p:nvSpPr>
            <p:cNvPr id="10" name="Rectangle 10"/>
            <p:cNvSpPr>
              <a:spLocks noChangeArrowheads="1"/>
            </p:cNvSpPr>
            <p:nvPr/>
          </p:nvSpPr>
          <p:spPr bwMode="auto">
            <a:xfrm>
              <a:off x="9577292" y="5108296"/>
              <a:ext cx="1511300" cy="457200"/>
            </a:xfrm>
            <a:prstGeom prst="rect">
              <a:avLst/>
            </a:prstGeom>
            <a:solidFill>
              <a:srgbClr val="CCFFFF"/>
            </a:solidFill>
            <a:ln w="19050" algn="ctr">
              <a:solidFill>
                <a:srgbClr val="000000"/>
              </a:solidFill>
              <a:miter lim="800000"/>
              <a:headEnd/>
              <a:tailEnd/>
            </a:ln>
            <a:effectLst>
              <a:outerShdw dist="107763" dir="18900000" algn="ctr" rotWithShape="0">
                <a:schemeClr val="bg2"/>
              </a:outerShdw>
            </a:effectLst>
          </p:spPr>
          <p:txBody>
            <a:bodyPr wrap="none" anchor="ctr"/>
            <a:lstStyle/>
            <a:p>
              <a:pPr algn="ctr" fontAlgn="base">
                <a:spcBef>
                  <a:spcPct val="0"/>
                </a:spcBef>
                <a:spcAft>
                  <a:spcPct val="0"/>
                </a:spcAft>
              </a:pPr>
              <a:r>
                <a:rPr lang="zh-CN" altLang="en-US" sz="2000" b="1">
                  <a:solidFill>
                    <a:srgbClr val="990000"/>
                  </a:solidFill>
                  <a:latin typeface="Garamond" panose="02020404030301010803" pitchFamily="18" charset="0"/>
                </a:rPr>
                <a:t>物理层</a:t>
              </a:r>
            </a:p>
          </p:txBody>
        </p:sp>
        <p:sp>
          <p:nvSpPr>
            <p:cNvPr id="11" name="Rectangle 21"/>
            <p:cNvSpPr>
              <a:spLocks noChangeArrowheads="1"/>
            </p:cNvSpPr>
            <p:nvPr/>
          </p:nvSpPr>
          <p:spPr bwMode="auto">
            <a:xfrm>
              <a:off x="9159902" y="5565497"/>
              <a:ext cx="2494059" cy="384175"/>
            </a:xfrm>
            <a:prstGeom prst="rect">
              <a:avLst/>
            </a:prstGeom>
            <a:solidFill>
              <a:srgbClr val="969696"/>
            </a:solidFill>
            <a:ln w="19050" algn="ctr">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r>
                <a:rPr lang="zh-CN" altLang="en-US" sz="2000" b="1">
                  <a:solidFill>
                    <a:srgbClr val="000000"/>
                  </a:solidFill>
                  <a:latin typeface="Garamond" panose="02020404030301010803" pitchFamily="18" charset="0"/>
                </a:rPr>
                <a:t>通    信    介    质</a:t>
              </a:r>
            </a:p>
          </p:txBody>
        </p:sp>
      </p:grpSp>
      <p:grpSp>
        <p:nvGrpSpPr>
          <p:cNvPr id="163" name="组合 162"/>
          <p:cNvGrpSpPr/>
          <p:nvPr/>
        </p:nvGrpSpPr>
        <p:grpSpPr>
          <a:xfrm>
            <a:off x="2736332" y="4180104"/>
            <a:ext cx="6227763" cy="2590800"/>
            <a:chOff x="1008307" y="4189134"/>
            <a:chExt cx="6227763" cy="2590800"/>
          </a:xfrm>
        </p:grpSpPr>
        <p:sp>
          <p:nvSpPr>
            <p:cNvPr id="14" name="Line 4"/>
            <p:cNvSpPr>
              <a:spLocks noChangeShapeType="1"/>
            </p:cNvSpPr>
            <p:nvPr/>
          </p:nvSpPr>
          <p:spPr bwMode="auto">
            <a:xfrm>
              <a:off x="3743570" y="4781272"/>
              <a:ext cx="360362" cy="1008063"/>
            </a:xfrm>
            <a:prstGeom prst="line">
              <a:avLst/>
            </a:prstGeom>
            <a:noFill/>
            <a:ln w="5715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15" name="Line 5"/>
            <p:cNvSpPr>
              <a:spLocks noChangeShapeType="1"/>
            </p:cNvSpPr>
            <p:nvPr/>
          </p:nvSpPr>
          <p:spPr bwMode="auto">
            <a:xfrm>
              <a:off x="1440108" y="5140047"/>
              <a:ext cx="576263" cy="358775"/>
            </a:xfrm>
            <a:prstGeom prst="line">
              <a:avLst/>
            </a:prstGeom>
            <a:noFill/>
            <a:ln w="3810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16" name="Line 6"/>
            <p:cNvSpPr>
              <a:spLocks noChangeShapeType="1"/>
            </p:cNvSpPr>
            <p:nvPr/>
          </p:nvSpPr>
          <p:spPr bwMode="auto">
            <a:xfrm flipH="1">
              <a:off x="4175371" y="5284509"/>
              <a:ext cx="1512887" cy="792162"/>
            </a:xfrm>
            <a:prstGeom prst="line">
              <a:avLst/>
            </a:prstGeom>
            <a:noFill/>
            <a:ln w="5715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17" name="Line 7"/>
            <p:cNvSpPr>
              <a:spLocks noChangeShapeType="1"/>
            </p:cNvSpPr>
            <p:nvPr/>
          </p:nvSpPr>
          <p:spPr bwMode="auto">
            <a:xfrm flipH="1">
              <a:off x="1368670" y="5716309"/>
              <a:ext cx="647700" cy="215900"/>
            </a:xfrm>
            <a:prstGeom prst="line">
              <a:avLst/>
            </a:prstGeom>
            <a:noFill/>
            <a:ln w="3810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18" name="Line 8"/>
            <p:cNvSpPr>
              <a:spLocks noChangeShapeType="1"/>
            </p:cNvSpPr>
            <p:nvPr/>
          </p:nvSpPr>
          <p:spPr bwMode="auto">
            <a:xfrm>
              <a:off x="2591045" y="5644872"/>
              <a:ext cx="1225550" cy="360363"/>
            </a:xfrm>
            <a:prstGeom prst="line">
              <a:avLst/>
            </a:prstGeom>
            <a:noFill/>
            <a:ln w="5715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grpSp>
          <p:nvGrpSpPr>
            <p:cNvPr id="19" name="Group 9"/>
            <p:cNvGrpSpPr>
              <a:grpSpLocks/>
            </p:cNvGrpSpPr>
            <p:nvPr/>
          </p:nvGrpSpPr>
          <p:grpSpPr bwMode="auto">
            <a:xfrm>
              <a:off x="1008307" y="5716309"/>
              <a:ext cx="539750" cy="520700"/>
              <a:chOff x="3477" y="2698"/>
              <a:chExt cx="1445" cy="1307"/>
            </a:xfrm>
          </p:grpSpPr>
          <p:sp>
            <p:nvSpPr>
              <p:cNvPr id="20" name="Rectangle 10"/>
              <p:cNvSpPr>
                <a:spLocks noChangeArrowheads="1"/>
              </p:cNvSpPr>
              <p:nvPr/>
            </p:nvSpPr>
            <p:spPr bwMode="auto">
              <a:xfrm>
                <a:off x="3477" y="3574"/>
                <a:ext cx="1307" cy="241"/>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21" name="Rectangle 11"/>
              <p:cNvSpPr>
                <a:spLocks noChangeArrowheads="1"/>
              </p:cNvSpPr>
              <p:nvPr/>
            </p:nvSpPr>
            <p:spPr bwMode="auto">
              <a:xfrm>
                <a:off x="3480" y="3577"/>
                <a:ext cx="1301" cy="235"/>
              </a:xfrm>
              <a:prstGeom prst="rect">
                <a:avLst/>
              </a:prstGeom>
              <a:solidFill>
                <a:srgbClr val="B7B79D"/>
              </a:solidFill>
              <a:ln w="11113">
                <a:solidFill>
                  <a:srgbClr val="494936"/>
                </a:solidFill>
                <a:miter lim="800000"/>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22" name="Freeform 12"/>
              <p:cNvSpPr>
                <a:spLocks/>
              </p:cNvSpPr>
              <p:nvPr/>
            </p:nvSpPr>
            <p:spPr bwMode="auto">
              <a:xfrm>
                <a:off x="3477" y="3443"/>
                <a:ext cx="1445" cy="131"/>
              </a:xfrm>
              <a:custGeom>
                <a:avLst/>
                <a:gdLst>
                  <a:gd name="T0" fmla="*/ 0 w 1445"/>
                  <a:gd name="T1" fmla="*/ 131 h 131"/>
                  <a:gd name="T2" fmla="*/ 138 w 1445"/>
                  <a:gd name="T3" fmla="*/ 0 h 131"/>
                  <a:gd name="T4" fmla="*/ 1445 w 1445"/>
                  <a:gd name="T5" fmla="*/ 0 h 131"/>
                  <a:gd name="T6" fmla="*/ 1307 w 1445"/>
                  <a:gd name="T7" fmla="*/ 131 h 131"/>
                  <a:gd name="T8" fmla="*/ 0 w 1445"/>
                  <a:gd name="T9" fmla="*/ 131 h 131"/>
                </a:gdLst>
                <a:ahLst/>
                <a:cxnLst>
                  <a:cxn ang="0">
                    <a:pos x="T0" y="T1"/>
                  </a:cxn>
                  <a:cxn ang="0">
                    <a:pos x="T2" y="T3"/>
                  </a:cxn>
                  <a:cxn ang="0">
                    <a:pos x="T4" y="T5"/>
                  </a:cxn>
                  <a:cxn ang="0">
                    <a:pos x="T6" y="T7"/>
                  </a:cxn>
                  <a:cxn ang="0">
                    <a:pos x="T8" y="T9"/>
                  </a:cxn>
                </a:cxnLst>
                <a:rect l="0" t="0" r="r" b="b"/>
                <a:pathLst>
                  <a:path w="1445" h="131">
                    <a:moveTo>
                      <a:pt x="0" y="131"/>
                    </a:moveTo>
                    <a:lnTo>
                      <a:pt x="138" y="0"/>
                    </a:lnTo>
                    <a:lnTo>
                      <a:pt x="1445" y="0"/>
                    </a:lnTo>
                    <a:lnTo>
                      <a:pt x="1307" y="131"/>
                    </a:lnTo>
                    <a:lnTo>
                      <a:pt x="0" y="13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23" name="Freeform 13"/>
              <p:cNvSpPr>
                <a:spLocks/>
              </p:cNvSpPr>
              <p:nvPr/>
            </p:nvSpPr>
            <p:spPr bwMode="auto">
              <a:xfrm>
                <a:off x="3477" y="3443"/>
                <a:ext cx="1445" cy="131"/>
              </a:xfrm>
              <a:custGeom>
                <a:avLst/>
                <a:gdLst>
                  <a:gd name="T0" fmla="*/ 0 w 1445"/>
                  <a:gd name="T1" fmla="*/ 131 h 131"/>
                  <a:gd name="T2" fmla="*/ 138 w 1445"/>
                  <a:gd name="T3" fmla="*/ 0 h 131"/>
                  <a:gd name="T4" fmla="*/ 1445 w 1445"/>
                  <a:gd name="T5" fmla="*/ 0 h 131"/>
                  <a:gd name="T6" fmla="*/ 1307 w 1445"/>
                  <a:gd name="T7" fmla="*/ 131 h 131"/>
                  <a:gd name="T8" fmla="*/ 0 w 1445"/>
                  <a:gd name="T9" fmla="*/ 131 h 131"/>
                </a:gdLst>
                <a:ahLst/>
                <a:cxnLst>
                  <a:cxn ang="0">
                    <a:pos x="T0" y="T1"/>
                  </a:cxn>
                  <a:cxn ang="0">
                    <a:pos x="T2" y="T3"/>
                  </a:cxn>
                  <a:cxn ang="0">
                    <a:pos x="T4" y="T5"/>
                  </a:cxn>
                  <a:cxn ang="0">
                    <a:pos x="T6" y="T7"/>
                  </a:cxn>
                  <a:cxn ang="0">
                    <a:pos x="T8" y="T9"/>
                  </a:cxn>
                </a:cxnLst>
                <a:rect l="0" t="0" r="r" b="b"/>
                <a:pathLst>
                  <a:path w="1445" h="131">
                    <a:moveTo>
                      <a:pt x="0" y="131"/>
                    </a:moveTo>
                    <a:lnTo>
                      <a:pt x="138" y="0"/>
                    </a:lnTo>
                    <a:lnTo>
                      <a:pt x="1445" y="0"/>
                    </a:lnTo>
                    <a:lnTo>
                      <a:pt x="1307" y="131"/>
                    </a:lnTo>
                    <a:lnTo>
                      <a:pt x="0" y="131"/>
                    </a:lnTo>
                    <a:close/>
                  </a:path>
                </a:pathLst>
              </a:custGeom>
              <a:solidFill>
                <a:srgbClr val="C9C9B6"/>
              </a:solidFill>
              <a:ln w="11113">
                <a:solidFill>
                  <a:srgbClr val="494936"/>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24" name="Line 14"/>
              <p:cNvSpPr>
                <a:spLocks noChangeShapeType="1"/>
              </p:cNvSpPr>
              <p:nvPr/>
            </p:nvSpPr>
            <p:spPr bwMode="auto">
              <a:xfrm flipH="1">
                <a:off x="4397" y="3684"/>
                <a:ext cx="314" cy="1"/>
              </a:xfrm>
              <a:prstGeom prst="line">
                <a:avLst/>
              </a:prstGeom>
              <a:noFill/>
              <a:ln w="349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25" name="Freeform 15"/>
              <p:cNvSpPr>
                <a:spLocks/>
              </p:cNvSpPr>
              <p:nvPr/>
            </p:nvSpPr>
            <p:spPr bwMode="auto">
              <a:xfrm>
                <a:off x="4784" y="3443"/>
                <a:ext cx="138" cy="372"/>
              </a:xfrm>
              <a:custGeom>
                <a:avLst/>
                <a:gdLst>
                  <a:gd name="T0" fmla="*/ 0 w 138"/>
                  <a:gd name="T1" fmla="*/ 372 h 372"/>
                  <a:gd name="T2" fmla="*/ 138 w 138"/>
                  <a:gd name="T3" fmla="*/ 234 h 372"/>
                  <a:gd name="T4" fmla="*/ 138 w 138"/>
                  <a:gd name="T5" fmla="*/ 0 h 372"/>
                  <a:gd name="T6" fmla="*/ 0 w 138"/>
                  <a:gd name="T7" fmla="*/ 131 h 372"/>
                  <a:gd name="T8" fmla="*/ 0 w 138"/>
                  <a:gd name="T9" fmla="*/ 372 h 372"/>
                </a:gdLst>
                <a:ahLst/>
                <a:cxnLst>
                  <a:cxn ang="0">
                    <a:pos x="T0" y="T1"/>
                  </a:cxn>
                  <a:cxn ang="0">
                    <a:pos x="T2" y="T3"/>
                  </a:cxn>
                  <a:cxn ang="0">
                    <a:pos x="T4" y="T5"/>
                  </a:cxn>
                  <a:cxn ang="0">
                    <a:pos x="T6" y="T7"/>
                  </a:cxn>
                  <a:cxn ang="0">
                    <a:pos x="T8" y="T9"/>
                  </a:cxn>
                </a:cxnLst>
                <a:rect l="0" t="0" r="r" b="b"/>
                <a:pathLst>
                  <a:path w="138" h="372">
                    <a:moveTo>
                      <a:pt x="0" y="372"/>
                    </a:moveTo>
                    <a:lnTo>
                      <a:pt x="138" y="234"/>
                    </a:lnTo>
                    <a:lnTo>
                      <a:pt x="138" y="0"/>
                    </a:lnTo>
                    <a:lnTo>
                      <a:pt x="0" y="131"/>
                    </a:lnTo>
                    <a:lnTo>
                      <a:pt x="0" y="372"/>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26" name="Freeform 16"/>
              <p:cNvSpPr>
                <a:spLocks/>
              </p:cNvSpPr>
              <p:nvPr/>
            </p:nvSpPr>
            <p:spPr bwMode="auto">
              <a:xfrm>
                <a:off x="4784" y="3443"/>
                <a:ext cx="138" cy="372"/>
              </a:xfrm>
              <a:custGeom>
                <a:avLst/>
                <a:gdLst>
                  <a:gd name="T0" fmla="*/ 0 w 138"/>
                  <a:gd name="T1" fmla="*/ 372 h 372"/>
                  <a:gd name="T2" fmla="*/ 138 w 138"/>
                  <a:gd name="T3" fmla="*/ 234 h 372"/>
                  <a:gd name="T4" fmla="*/ 138 w 138"/>
                  <a:gd name="T5" fmla="*/ 0 h 372"/>
                  <a:gd name="T6" fmla="*/ 0 w 138"/>
                  <a:gd name="T7" fmla="*/ 131 h 372"/>
                  <a:gd name="T8" fmla="*/ 0 w 138"/>
                  <a:gd name="T9" fmla="*/ 372 h 372"/>
                </a:gdLst>
                <a:ahLst/>
                <a:cxnLst>
                  <a:cxn ang="0">
                    <a:pos x="T0" y="T1"/>
                  </a:cxn>
                  <a:cxn ang="0">
                    <a:pos x="T2" y="T3"/>
                  </a:cxn>
                  <a:cxn ang="0">
                    <a:pos x="T4" y="T5"/>
                  </a:cxn>
                  <a:cxn ang="0">
                    <a:pos x="T6" y="T7"/>
                  </a:cxn>
                  <a:cxn ang="0">
                    <a:pos x="T8" y="T9"/>
                  </a:cxn>
                </a:cxnLst>
                <a:rect l="0" t="0" r="r" b="b"/>
                <a:pathLst>
                  <a:path w="138" h="372">
                    <a:moveTo>
                      <a:pt x="0" y="372"/>
                    </a:moveTo>
                    <a:lnTo>
                      <a:pt x="138" y="234"/>
                    </a:lnTo>
                    <a:lnTo>
                      <a:pt x="138" y="0"/>
                    </a:lnTo>
                    <a:lnTo>
                      <a:pt x="0" y="131"/>
                    </a:lnTo>
                    <a:lnTo>
                      <a:pt x="0" y="372"/>
                    </a:lnTo>
                    <a:close/>
                  </a:path>
                </a:pathLst>
              </a:custGeom>
              <a:solidFill>
                <a:srgbClr val="7A7A5A"/>
              </a:solidFill>
              <a:ln w="11113">
                <a:solidFill>
                  <a:srgbClr val="494936"/>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27" name="Freeform 17"/>
              <p:cNvSpPr>
                <a:spLocks/>
              </p:cNvSpPr>
              <p:nvPr/>
            </p:nvSpPr>
            <p:spPr bwMode="auto">
              <a:xfrm>
                <a:off x="3484" y="3786"/>
                <a:ext cx="1154" cy="183"/>
              </a:xfrm>
              <a:custGeom>
                <a:avLst/>
                <a:gdLst>
                  <a:gd name="T0" fmla="*/ 0 w 1154"/>
                  <a:gd name="T1" fmla="*/ 183 h 183"/>
                  <a:gd name="T2" fmla="*/ 146 w 1154"/>
                  <a:gd name="T3" fmla="*/ 0 h 183"/>
                  <a:gd name="T4" fmla="*/ 1154 w 1154"/>
                  <a:gd name="T5" fmla="*/ 0 h 183"/>
                  <a:gd name="T6" fmla="*/ 1008 w 1154"/>
                  <a:gd name="T7" fmla="*/ 183 h 183"/>
                  <a:gd name="T8" fmla="*/ 0 w 1154"/>
                  <a:gd name="T9" fmla="*/ 183 h 183"/>
                </a:gdLst>
                <a:ahLst/>
                <a:cxnLst>
                  <a:cxn ang="0">
                    <a:pos x="T0" y="T1"/>
                  </a:cxn>
                  <a:cxn ang="0">
                    <a:pos x="T2" y="T3"/>
                  </a:cxn>
                  <a:cxn ang="0">
                    <a:pos x="T4" y="T5"/>
                  </a:cxn>
                  <a:cxn ang="0">
                    <a:pos x="T6" y="T7"/>
                  </a:cxn>
                  <a:cxn ang="0">
                    <a:pos x="T8" y="T9"/>
                  </a:cxn>
                </a:cxnLst>
                <a:rect l="0" t="0" r="r" b="b"/>
                <a:pathLst>
                  <a:path w="1154" h="183">
                    <a:moveTo>
                      <a:pt x="0" y="183"/>
                    </a:moveTo>
                    <a:lnTo>
                      <a:pt x="146" y="0"/>
                    </a:lnTo>
                    <a:lnTo>
                      <a:pt x="1154" y="0"/>
                    </a:lnTo>
                    <a:lnTo>
                      <a:pt x="1008" y="183"/>
                    </a:lnTo>
                    <a:lnTo>
                      <a:pt x="0" y="18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28" name="Freeform 18"/>
              <p:cNvSpPr>
                <a:spLocks/>
              </p:cNvSpPr>
              <p:nvPr/>
            </p:nvSpPr>
            <p:spPr bwMode="auto">
              <a:xfrm>
                <a:off x="3484" y="3786"/>
                <a:ext cx="1154" cy="183"/>
              </a:xfrm>
              <a:custGeom>
                <a:avLst/>
                <a:gdLst>
                  <a:gd name="T0" fmla="*/ 0 w 1154"/>
                  <a:gd name="T1" fmla="*/ 183 h 183"/>
                  <a:gd name="T2" fmla="*/ 146 w 1154"/>
                  <a:gd name="T3" fmla="*/ 0 h 183"/>
                  <a:gd name="T4" fmla="*/ 1154 w 1154"/>
                  <a:gd name="T5" fmla="*/ 0 h 183"/>
                  <a:gd name="T6" fmla="*/ 1008 w 1154"/>
                  <a:gd name="T7" fmla="*/ 183 h 183"/>
                  <a:gd name="T8" fmla="*/ 0 w 1154"/>
                  <a:gd name="T9" fmla="*/ 183 h 183"/>
                </a:gdLst>
                <a:ahLst/>
                <a:cxnLst>
                  <a:cxn ang="0">
                    <a:pos x="T0" y="T1"/>
                  </a:cxn>
                  <a:cxn ang="0">
                    <a:pos x="T2" y="T3"/>
                  </a:cxn>
                  <a:cxn ang="0">
                    <a:pos x="T4" y="T5"/>
                  </a:cxn>
                  <a:cxn ang="0">
                    <a:pos x="T6" y="T7"/>
                  </a:cxn>
                  <a:cxn ang="0">
                    <a:pos x="T8" y="T9"/>
                  </a:cxn>
                </a:cxnLst>
                <a:rect l="0" t="0" r="r" b="b"/>
                <a:pathLst>
                  <a:path w="1154" h="183">
                    <a:moveTo>
                      <a:pt x="0" y="183"/>
                    </a:moveTo>
                    <a:lnTo>
                      <a:pt x="146" y="0"/>
                    </a:lnTo>
                    <a:lnTo>
                      <a:pt x="1154" y="0"/>
                    </a:lnTo>
                    <a:lnTo>
                      <a:pt x="1008" y="183"/>
                    </a:lnTo>
                    <a:lnTo>
                      <a:pt x="0" y="183"/>
                    </a:lnTo>
                    <a:close/>
                  </a:path>
                </a:pathLst>
              </a:custGeom>
              <a:solidFill>
                <a:srgbClr val="C9C9B6"/>
              </a:solidFill>
              <a:ln w="11113">
                <a:solidFill>
                  <a:srgbClr val="494936"/>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29" name="Freeform 19"/>
              <p:cNvSpPr>
                <a:spLocks/>
              </p:cNvSpPr>
              <p:nvPr/>
            </p:nvSpPr>
            <p:spPr bwMode="auto">
              <a:xfrm>
                <a:off x="4492" y="3786"/>
                <a:ext cx="146" cy="219"/>
              </a:xfrm>
              <a:custGeom>
                <a:avLst/>
                <a:gdLst>
                  <a:gd name="T0" fmla="*/ 0 w 146"/>
                  <a:gd name="T1" fmla="*/ 219 h 219"/>
                  <a:gd name="T2" fmla="*/ 146 w 146"/>
                  <a:gd name="T3" fmla="*/ 66 h 219"/>
                  <a:gd name="T4" fmla="*/ 146 w 146"/>
                  <a:gd name="T5" fmla="*/ 0 h 219"/>
                  <a:gd name="T6" fmla="*/ 0 w 146"/>
                  <a:gd name="T7" fmla="*/ 183 h 219"/>
                  <a:gd name="T8" fmla="*/ 0 w 146"/>
                  <a:gd name="T9" fmla="*/ 219 h 219"/>
                </a:gdLst>
                <a:ahLst/>
                <a:cxnLst>
                  <a:cxn ang="0">
                    <a:pos x="T0" y="T1"/>
                  </a:cxn>
                  <a:cxn ang="0">
                    <a:pos x="T2" y="T3"/>
                  </a:cxn>
                  <a:cxn ang="0">
                    <a:pos x="T4" y="T5"/>
                  </a:cxn>
                  <a:cxn ang="0">
                    <a:pos x="T6" y="T7"/>
                  </a:cxn>
                  <a:cxn ang="0">
                    <a:pos x="T8" y="T9"/>
                  </a:cxn>
                </a:cxnLst>
                <a:rect l="0" t="0" r="r" b="b"/>
                <a:pathLst>
                  <a:path w="146" h="219">
                    <a:moveTo>
                      <a:pt x="0" y="219"/>
                    </a:moveTo>
                    <a:lnTo>
                      <a:pt x="146" y="66"/>
                    </a:lnTo>
                    <a:lnTo>
                      <a:pt x="146" y="0"/>
                    </a:lnTo>
                    <a:lnTo>
                      <a:pt x="0" y="183"/>
                    </a:lnTo>
                    <a:lnTo>
                      <a:pt x="0" y="219"/>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0" name="Freeform 20"/>
              <p:cNvSpPr>
                <a:spLocks/>
              </p:cNvSpPr>
              <p:nvPr/>
            </p:nvSpPr>
            <p:spPr bwMode="auto">
              <a:xfrm>
                <a:off x="4492" y="3786"/>
                <a:ext cx="146" cy="219"/>
              </a:xfrm>
              <a:custGeom>
                <a:avLst/>
                <a:gdLst>
                  <a:gd name="T0" fmla="*/ 0 w 146"/>
                  <a:gd name="T1" fmla="*/ 219 h 219"/>
                  <a:gd name="T2" fmla="*/ 146 w 146"/>
                  <a:gd name="T3" fmla="*/ 66 h 219"/>
                  <a:gd name="T4" fmla="*/ 146 w 146"/>
                  <a:gd name="T5" fmla="*/ 0 h 219"/>
                  <a:gd name="T6" fmla="*/ 0 w 146"/>
                  <a:gd name="T7" fmla="*/ 183 h 219"/>
                  <a:gd name="T8" fmla="*/ 0 w 146"/>
                  <a:gd name="T9" fmla="*/ 219 h 219"/>
                </a:gdLst>
                <a:ahLst/>
                <a:cxnLst>
                  <a:cxn ang="0">
                    <a:pos x="T0" y="T1"/>
                  </a:cxn>
                  <a:cxn ang="0">
                    <a:pos x="T2" y="T3"/>
                  </a:cxn>
                  <a:cxn ang="0">
                    <a:pos x="T4" y="T5"/>
                  </a:cxn>
                  <a:cxn ang="0">
                    <a:pos x="T6" y="T7"/>
                  </a:cxn>
                  <a:cxn ang="0">
                    <a:pos x="T8" y="T9"/>
                  </a:cxn>
                </a:cxnLst>
                <a:rect l="0" t="0" r="r" b="b"/>
                <a:pathLst>
                  <a:path w="146" h="219">
                    <a:moveTo>
                      <a:pt x="0" y="219"/>
                    </a:moveTo>
                    <a:lnTo>
                      <a:pt x="146" y="66"/>
                    </a:lnTo>
                    <a:lnTo>
                      <a:pt x="146" y="0"/>
                    </a:lnTo>
                    <a:lnTo>
                      <a:pt x="0" y="183"/>
                    </a:lnTo>
                    <a:lnTo>
                      <a:pt x="0" y="219"/>
                    </a:lnTo>
                    <a:close/>
                  </a:path>
                </a:pathLst>
              </a:custGeom>
              <a:solidFill>
                <a:srgbClr val="7A7A5A"/>
              </a:solidFill>
              <a:ln w="11113">
                <a:solidFill>
                  <a:srgbClr val="494936"/>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1" name="Rectangle 21"/>
              <p:cNvSpPr>
                <a:spLocks noChangeArrowheads="1"/>
              </p:cNvSpPr>
              <p:nvPr/>
            </p:nvSpPr>
            <p:spPr bwMode="auto">
              <a:xfrm>
                <a:off x="3484" y="3969"/>
                <a:ext cx="1008" cy="36"/>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2" name="Rectangle 22"/>
              <p:cNvSpPr>
                <a:spLocks noChangeArrowheads="1"/>
              </p:cNvSpPr>
              <p:nvPr/>
            </p:nvSpPr>
            <p:spPr bwMode="auto">
              <a:xfrm>
                <a:off x="3487" y="3972"/>
                <a:ext cx="1002" cy="30"/>
              </a:xfrm>
              <a:prstGeom prst="rect">
                <a:avLst/>
              </a:prstGeom>
              <a:solidFill>
                <a:srgbClr val="B7B79D"/>
              </a:solidFill>
              <a:ln w="11113">
                <a:solidFill>
                  <a:srgbClr val="494936"/>
                </a:solidFill>
                <a:miter lim="800000"/>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3" name="Freeform 23"/>
              <p:cNvSpPr>
                <a:spLocks/>
              </p:cNvSpPr>
              <p:nvPr/>
            </p:nvSpPr>
            <p:spPr bwMode="auto">
              <a:xfrm>
                <a:off x="3674" y="3443"/>
                <a:ext cx="1037" cy="102"/>
              </a:xfrm>
              <a:custGeom>
                <a:avLst/>
                <a:gdLst>
                  <a:gd name="T0" fmla="*/ 0 w 1037"/>
                  <a:gd name="T1" fmla="*/ 102 h 102"/>
                  <a:gd name="T2" fmla="*/ 109 w 1037"/>
                  <a:gd name="T3" fmla="*/ 0 h 102"/>
                  <a:gd name="T4" fmla="*/ 1037 w 1037"/>
                  <a:gd name="T5" fmla="*/ 0 h 102"/>
                  <a:gd name="T6" fmla="*/ 934 w 1037"/>
                  <a:gd name="T7" fmla="*/ 102 h 102"/>
                  <a:gd name="T8" fmla="*/ 0 w 1037"/>
                  <a:gd name="T9" fmla="*/ 102 h 102"/>
                </a:gdLst>
                <a:ahLst/>
                <a:cxnLst>
                  <a:cxn ang="0">
                    <a:pos x="T0" y="T1"/>
                  </a:cxn>
                  <a:cxn ang="0">
                    <a:pos x="T2" y="T3"/>
                  </a:cxn>
                  <a:cxn ang="0">
                    <a:pos x="T4" y="T5"/>
                  </a:cxn>
                  <a:cxn ang="0">
                    <a:pos x="T6" y="T7"/>
                  </a:cxn>
                  <a:cxn ang="0">
                    <a:pos x="T8" y="T9"/>
                  </a:cxn>
                </a:cxnLst>
                <a:rect l="0" t="0" r="r" b="b"/>
                <a:pathLst>
                  <a:path w="1037" h="102">
                    <a:moveTo>
                      <a:pt x="0" y="102"/>
                    </a:moveTo>
                    <a:lnTo>
                      <a:pt x="109" y="0"/>
                    </a:lnTo>
                    <a:lnTo>
                      <a:pt x="1037" y="0"/>
                    </a:lnTo>
                    <a:lnTo>
                      <a:pt x="934" y="102"/>
                    </a:lnTo>
                    <a:lnTo>
                      <a:pt x="0" y="10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4" name="Freeform 24"/>
              <p:cNvSpPr>
                <a:spLocks/>
              </p:cNvSpPr>
              <p:nvPr/>
            </p:nvSpPr>
            <p:spPr bwMode="auto">
              <a:xfrm>
                <a:off x="3674" y="3443"/>
                <a:ext cx="1037" cy="102"/>
              </a:xfrm>
              <a:custGeom>
                <a:avLst/>
                <a:gdLst>
                  <a:gd name="T0" fmla="*/ 0 w 1037"/>
                  <a:gd name="T1" fmla="*/ 102 h 102"/>
                  <a:gd name="T2" fmla="*/ 109 w 1037"/>
                  <a:gd name="T3" fmla="*/ 0 h 102"/>
                  <a:gd name="T4" fmla="*/ 1037 w 1037"/>
                  <a:gd name="T5" fmla="*/ 0 h 102"/>
                  <a:gd name="T6" fmla="*/ 934 w 1037"/>
                  <a:gd name="T7" fmla="*/ 102 h 102"/>
                  <a:gd name="T8" fmla="*/ 0 w 1037"/>
                  <a:gd name="T9" fmla="*/ 102 h 102"/>
                </a:gdLst>
                <a:ahLst/>
                <a:cxnLst>
                  <a:cxn ang="0">
                    <a:pos x="T0" y="T1"/>
                  </a:cxn>
                  <a:cxn ang="0">
                    <a:pos x="T2" y="T3"/>
                  </a:cxn>
                  <a:cxn ang="0">
                    <a:pos x="T4" y="T5"/>
                  </a:cxn>
                  <a:cxn ang="0">
                    <a:pos x="T6" y="T7"/>
                  </a:cxn>
                  <a:cxn ang="0">
                    <a:pos x="T8" y="T9"/>
                  </a:cxn>
                </a:cxnLst>
                <a:rect l="0" t="0" r="r" b="b"/>
                <a:pathLst>
                  <a:path w="1037" h="102">
                    <a:moveTo>
                      <a:pt x="0" y="102"/>
                    </a:moveTo>
                    <a:lnTo>
                      <a:pt x="109" y="0"/>
                    </a:lnTo>
                    <a:lnTo>
                      <a:pt x="1037" y="0"/>
                    </a:lnTo>
                    <a:lnTo>
                      <a:pt x="934" y="102"/>
                    </a:lnTo>
                    <a:lnTo>
                      <a:pt x="0" y="102"/>
                    </a:lnTo>
                    <a:close/>
                  </a:path>
                </a:pathLst>
              </a:custGeom>
              <a:solidFill>
                <a:srgbClr val="000000"/>
              </a:solidFill>
              <a:ln w="11113">
                <a:solidFill>
                  <a:srgbClr val="000000"/>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5" name="Freeform 25"/>
              <p:cNvSpPr>
                <a:spLocks/>
              </p:cNvSpPr>
              <p:nvPr/>
            </p:nvSpPr>
            <p:spPr bwMode="auto">
              <a:xfrm>
                <a:off x="3666" y="2698"/>
                <a:ext cx="1030" cy="95"/>
              </a:xfrm>
              <a:custGeom>
                <a:avLst/>
                <a:gdLst>
                  <a:gd name="T0" fmla="*/ 0 w 1030"/>
                  <a:gd name="T1" fmla="*/ 95 h 95"/>
                  <a:gd name="T2" fmla="*/ 103 w 1030"/>
                  <a:gd name="T3" fmla="*/ 0 h 95"/>
                  <a:gd name="T4" fmla="*/ 1030 w 1030"/>
                  <a:gd name="T5" fmla="*/ 0 h 95"/>
                  <a:gd name="T6" fmla="*/ 928 w 1030"/>
                  <a:gd name="T7" fmla="*/ 95 h 95"/>
                  <a:gd name="T8" fmla="*/ 0 w 1030"/>
                  <a:gd name="T9" fmla="*/ 95 h 95"/>
                </a:gdLst>
                <a:ahLst/>
                <a:cxnLst>
                  <a:cxn ang="0">
                    <a:pos x="T0" y="T1"/>
                  </a:cxn>
                  <a:cxn ang="0">
                    <a:pos x="T2" y="T3"/>
                  </a:cxn>
                  <a:cxn ang="0">
                    <a:pos x="T4" y="T5"/>
                  </a:cxn>
                  <a:cxn ang="0">
                    <a:pos x="T6" y="T7"/>
                  </a:cxn>
                  <a:cxn ang="0">
                    <a:pos x="T8" y="T9"/>
                  </a:cxn>
                </a:cxnLst>
                <a:rect l="0" t="0" r="r" b="b"/>
                <a:pathLst>
                  <a:path w="1030" h="95">
                    <a:moveTo>
                      <a:pt x="0" y="95"/>
                    </a:moveTo>
                    <a:lnTo>
                      <a:pt x="103" y="0"/>
                    </a:lnTo>
                    <a:lnTo>
                      <a:pt x="1030" y="0"/>
                    </a:lnTo>
                    <a:lnTo>
                      <a:pt x="928" y="95"/>
                    </a:lnTo>
                    <a:lnTo>
                      <a:pt x="0" y="9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 name="Freeform 26"/>
              <p:cNvSpPr>
                <a:spLocks/>
              </p:cNvSpPr>
              <p:nvPr/>
            </p:nvSpPr>
            <p:spPr bwMode="auto">
              <a:xfrm>
                <a:off x="3666" y="2698"/>
                <a:ext cx="1030" cy="95"/>
              </a:xfrm>
              <a:custGeom>
                <a:avLst/>
                <a:gdLst>
                  <a:gd name="T0" fmla="*/ 0 w 1030"/>
                  <a:gd name="T1" fmla="*/ 95 h 95"/>
                  <a:gd name="T2" fmla="*/ 103 w 1030"/>
                  <a:gd name="T3" fmla="*/ 0 h 95"/>
                  <a:gd name="T4" fmla="*/ 1030 w 1030"/>
                  <a:gd name="T5" fmla="*/ 0 h 95"/>
                  <a:gd name="T6" fmla="*/ 928 w 1030"/>
                  <a:gd name="T7" fmla="*/ 95 h 95"/>
                  <a:gd name="T8" fmla="*/ 0 w 1030"/>
                  <a:gd name="T9" fmla="*/ 95 h 95"/>
                </a:gdLst>
                <a:ahLst/>
                <a:cxnLst>
                  <a:cxn ang="0">
                    <a:pos x="T0" y="T1"/>
                  </a:cxn>
                  <a:cxn ang="0">
                    <a:pos x="T2" y="T3"/>
                  </a:cxn>
                  <a:cxn ang="0">
                    <a:pos x="T4" y="T5"/>
                  </a:cxn>
                  <a:cxn ang="0">
                    <a:pos x="T6" y="T7"/>
                  </a:cxn>
                  <a:cxn ang="0">
                    <a:pos x="T8" y="T9"/>
                  </a:cxn>
                </a:cxnLst>
                <a:rect l="0" t="0" r="r" b="b"/>
                <a:pathLst>
                  <a:path w="1030" h="95">
                    <a:moveTo>
                      <a:pt x="0" y="95"/>
                    </a:moveTo>
                    <a:lnTo>
                      <a:pt x="103" y="0"/>
                    </a:lnTo>
                    <a:lnTo>
                      <a:pt x="1030" y="0"/>
                    </a:lnTo>
                    <a:lnTo>
                      <a:pt x="928" y="95"/>
                    </a:lnTo>
                    <a:lnTo>
                      <a:pt x="0" y="95"/>
                    </a:lnTo>
                    <a:close/>
                  </a:path>
                </a:pathLst>
              </a:custGeom>
              <a:solidFill>
                <a:srgbClr val="C9C9B6"/>
              </a:solidFill>
              <a:ln w="11113">
                <a:solidFill>
                  <a:srgbClr val="494936"/>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7" name="Rectangle 27"/>
              <p:cNvSpPr>
                <a:spLocks noChangeArrowheads="1"/>
              </p:cNvSpPr>
              <p:nvPr/>
            </p:nvSpPr>
            <p:spPr bwMode="auto">
              <a:xfrm>
                <a:off x="3669" y="2796"/>
                <a:ext cx="929" cy="732"/>
              </a:xfrm>
              <a:prstGeom prst="rect">
                <a:avLst/>
              </a:prstGeom>
              <a:solidFill>
                <a:srgbClr val="B7B79D"/>
              </a:solidFill>
              <a:ln w="11113">
                <a:solidFill>
                  <a:srgbClr val="494936"/>
                </a:solidFill>
                <a:miter lim="800000"/>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8" name="Rectangle 28"/>
              <p:cNvSpPr>
                <a:spLocks noChangeArrowheads="1"/>
              </p:cNvSpPr>
              <p:nvPr/>
            </p:nvSpPr>
            <p:spPr bwMode="auto">
              <a:xfrm>
                <a:off x="3750" y="2891"/>
                <a:ext cx="768" cy="564"/>
              </a:xfrm>
              <a:prstGeom prst="rect">
                <a:avLst/>
              </a:prstGeom>
              <a:solidFill>
                <a:srgbClr val="FFFFFF"/>
              </a:solidFill>
              <a:ln w="11113">
                <a:solidFill>
                  <a:srgbClr val="494936"/>
                </a:solidFill>
                <a:miter lim="800000"/>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9" name="Freeform 29"/>
              <p:cNvSpPr>
                <a:spLocks/>
              </p:cNvSpPr>
              <p:nvPr/>
            </p:nvSpPr>
            <p:spPr bwMode="auto">
              <a:xfrm>
                <a:off x="4594" y="2698"/>
                <a:ext cx="102" cy="825"/>
              </a:xfrm>
              <a:custGeom>
                <a:avLst/>
                <a:gdLst>
                  <a:gd name="T0" fmla="*/ 0 w 102"/>
                  <a:gd name="T1" fmla="*/ 825 h 825"/>
                  <a:gd name="T2" fmla="*/ 102 w 102"/>
                  <a:gd name="T3" fmla="*/ 723 h 825"/>
                  <a:gd name="T4" fmla="*/ 102 w 102"/>
                  <a:gd name="T5" fmla="*/ 0 h 825"/>
                  <a:gd name="T6" fmla="*/ 0 w 102"/>
                  <a:gd name="T7" fmla="*/ 95 h 825"/>
                  <a:gd name="T8" fmla="*/ 0 w 102"/>
                  <a:gd name="T9" fmla="*/ 825 h 825"/>
                </a:gdLst>
                <a:ahLst/>
                <a:cxnLst>
                  <a:cxn ang="0">
                    <a:pos x="T0" y="T1"/>
                  </a:cxn>
                  <a:cxn ang="0">
                    <a:pos x="T2" y="T3"/>
                  </a:cxn>
                  <a:cxn ang="0">
                    <a:pos x="T4" y="T5"/>
                  </a:cxn>
                  <a:cxn ang="0">
                    <a:pos x="T6" y="T7"/>
                  </a:cxn>
                  <a:cxn ang="0">
                    <a:pos x="T8" y="T9"/>
                  </a:cxn>
                </a:cxnLst>
                <a:rect l="0" t="0" r="r" b="b"/>
                <a:pathLst>
                  <a:path w="102" h="825">
                    <a:moveTo>
                      <a:pt x="0" y="825"/>
                    </a:moveTo>
                    <a:lnTo>
                      <a:pt x="102" y="723"/>
                    </a:lnTo>
                    <a:lnTo>
                      <a:pt x="102" y="0"/>
                    </a:lnTo>
                    <a:lnTo>
                      <a:pt x="0" y="95"/>
                    </a:lnTo>
                    <a:lnTo>
                      <a:pt x="0" y="82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40" name="Freeform 30"/>
              <p:cNvSpPr>
                <a:spLocks/>
              </p:cNvSpPr>
              <p:nvPr/>
            </p:nvSpPr>
            <p:spPr bwMode="auto">
              <a:xfrm>
                <a:off x="4594" y="2698"/>
                <a:ext cx="102" cy="825"/>
              </a:xfrm>
              <a:custGeom>
                <a:avLst/>
                <a:gdLst>
                  <a:gd name="T0" fmla="*/ 0 w 102"/>
                  <a:gd name="T1" fmla="*/ 825 h 825"/>
                  <a:gd name="T2" fmla="*/ 102 w 102"/>
                  <a:gd name="T3" fmla="*/ 723 h 825"/>
                  <a:gd name="T4" fmla="*/ 102 w 102"/>
                  <a:gd name="T5" fmla="*/ 0 h 825"/>
                  <a:gd name="T6" fmla="*/ 0 w 102"/>
                  <a:gd name="T7" fmla="*/ 95 h 825"/>
                  <a:gd name="T8" fmla="*/ 0 w 102"/>
                  <a:gd name="T9" fmla="*/ 825 h 825"/>
                </a:gdLst>
                <a:ahLst/>
                <a:cxnLst>
                  <a:cxn ang="0">
                    <a:pos x="T0" y="T1"/>
                  </a:cxn>
                  <a:cxn ang="0">
                    <a:pos x="T2" y="T3"/>
                  </a:cxn>
                  <a:cxn ang="0">
                    <a:pos x="T4" y="T5"/>
                  </a:cxn>
                  <a:cxn ang="0">
                    <a:pos x="T6" y="T7"/>
                  </a:cxn>
                  <a:cxn ang="0">
                    <a:pos x="T8" y="T9"/>
                  </a:cxn>
                </a:cxnLst>
                <a:rect l="0" t="0" r="r" b="b"/>
                <a:pathLst>
                  <a:path w="102" h="825">
                    <a:moveTo>
                      <a:pt x="0" y="825"/>
                    </a:moveTo>
                    <a:lnTo>
                      <a:pt x="102" y="723"/>
                    </a:lnTo>
                    <a:lnTo>
                      <a:pt x="102" y="0"/>
                    </a:lnTo>
                    <a:lnTo>
                      <a:pt x="0" y="95"/>
                    </a:lnTo>
                    <a:lnTo>
                      <a:pt x="0" y="825"/>
                    </a:lnTo>
                    <a:close/>
                  </a:path>
                </a:pathLst>
              </a:custGeom>
              <a:solidFill>
                <a:srgbClr val="7A7A5A"/>
              </a:solidFill>
              <a:ln w="11113">
                <a:solidFill>
                  <a:srgbClr val="494936"/>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grpSp>
        <p:sp>
          <p:nvSpPr>
            <p:cNvPr id="41" name="Line 31"/>
            <p:cNvSpPr>
              <a:spLocks noChangeShapeType="1"/>
            </p:cNvSpPr>
            <p:nvPr/>
          </p:nvSpPr>
          <p:spPr bwMode="auto">
            <a:xfrm>
              <a:off x="4175371" y="4708246"/>
              <a:ext cx="1584325" cy="431800"/>
            </a:xfrm>
            <a:prstGeom prst="line">
              <a:avLst/>
            </a:prstGeom>
            <a:noFill/>
            <a:ln w="5715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42" name="Line 32"/>
            <p:cNvSpPr>
              <a:spLocks noChangeShapeType="1"/>
            </p:cNvSpPr>
            <p:nvPr/>
          </p:nvSpPr>
          <p:spPr bwMode="auto">
            <a:xfrm flipV="1">
              <a:off x="2664070" y="4708247"/>
              <a:ext cx="863600" cy="792163"/>
            </a:xfrm>
            <a:prstGeom prst="line">
              <a:avLst/>
            </a:prstGeom>
            <a:noFill/>
            <a:ln w="5715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pic>
          <p:nvPicPr>
            <p:cNvPr id="43" name="Picture 3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3970" y="5355947"/>
              <a:ext cx="944562"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4" name="Picture 3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83208" y="4330422"/>
              <a:ext cx="944563"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5" name="Line 35"/>
            <p:cNvSpPr>
              <a:spLocks noChangeShapeType="1"/>
            </p:cNvSpPr>
            <p:nvPr/>
          </p:nvSpPr>
          <p:spPr bwMode="auto">
            <a:xfrm flipH="1">
              <a:off x="6372470" y="4620934"/>
              <a:ext cx="144462" cy="360362"/>
            </a:xfrm>
            <a:prstGeom prst="line">
              <a:avLst/>
            </a:prstGeom>
            <a:noFill/>
            <a:ln w="3810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46" name="Line 36"/>
            <p:cNvSpPr>
              <a:spLocks noChangeShapeType="1"/>
            </p:cNvSpPr>
            <p:nvPr/>
          </p:nvSpPr>
          <p:spPr bwMode="auto">
            <a:xfrm flipH="1" flipV="1">
              <a:off x="6408982" y="5195609"/>
              <a:ext cx="431800" cy="144462"/>
            </a:xfrm>
            <a:prstGeom prst="line">
              <a:avLst/>
            </a:prstGeom>
            <a:noFill/>
            <a:ln w="3810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grpSp>
          <p:nvGrpSpPr>
            <p:cNvPr id="47" name="Group 37"/>
            <p:cNvGrpSpPr>
              <a:grpSpLocks/>
            </p:cNvGrpSpPr>
            <p:nvPr/>
          </p:nvGrpSpPr>
          <p:grpSpPr bwMode="auto">
            <a:xfrm>
              <a:off x="6335957" y="4189134"/>
              <a:ext cx="539750" cy="520700"/>
              <a:chOff x="3477" y="2698"/>
              <a:chExt cx="1445" cy="1307"/>
            </a:xfrm>
          </p:grpSpPr>
          <p:sp>
            <p:nvSpPr>
              <p:cNvPr id="48" name="Rectangle 38"/>
              <p:cNvSpPr>
                <a:spLocks noChangeArrowheads="1"/>
              </p:cNvSpPr>
              <p:nvPr/>
            </p:nvSpPr>
            <p:spPr bwMode="auto">
              <a:xfrm>
                <a:off x="3477" y="3574"/>
                <a:ext cx="1307" cy="241"/>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49" name="Rectangle 39"/>
              <p:cNvSpPr>
                <a:spLocks noChangeArrowheads="1"/>
              </p:cNvSpPr>
              <p:nvPr/>
            </p:nvSpPr>
            <p:spPr bwMode="auto">
              <a:xfrm>
                <a:off x="3480" y="3577"/>
                <a:ext cx="1301" cy="235"/>
              </a:xfrm>
              <a:prstGeom prst="rect">
                <a:avLst/>
              </a:prstGeom>
              <a:solidFill>
                <a:srgbClr val="B7B79D"/>
              </a:solidFill>
              <a:ln w="11113">
                <a:solidFill>
                  <a:srgbClr val="494936"/>
                </a:solidFill>
                <a:miter lim="800000"/>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50" name="Freeform 40"/>
              <p:cNvSpPr>
                <a:spLocks/>
              </p:cNvSpPr>
              <p:nvPr/>
            </p:nvSpPr>
            <p:spPr bwMode="auto">
              <a:xfrm>
                <a:off x="3477" y="3443"/>
                <a:ext cx="1445" cy="131"/>
              </a:xfrm>
              <a:custGeom>
                <a:avLst/>
                <a:gdLst>
                  <a:gd name="T0" fmla="*/ 0 w 1445"/>
                  <a:gd name="T1" fmla="*/ 131 h 131"/>
                  <a:gd name="T2" fmla="*/ 138 w 1445"/>
                  <a:gd name="T3" fmla="*/ 0 h 131"/>
                  <a:gd name="T4" fmla="*/ 1445 w 1445"/>
                  <a:gd name="T5" fmla="*/ 0 h 131"/>
                  <a:gd name="T6" fmla="*/ 1307 w 1445"/>
                  <a:gd name="T7" fmla="*/ 131 h 131"/>
                  <a:gd name="T8" fmla="*/ 0 w 1445"/>
                  <a:gd name="T9" fmla="*/ 131 h 131"/>
                </a:gdLst>
                <a:ahLst/>
                <a:cxnLst>
                  <a:cxn ang="0">
                    <a:pos x="T0" y="T1"/>
                  </a:cxn>
                  <a:cxn ang="0">
                    <a:pos x="T2" y="T3"/>
                  </a:cxn>
                  <a:cxn ang="0">
                    <a:pos x="T4" y="T5"/>
                  </a:cxn>
                  <a:cxn ang="0">
                    <a:pos x="T6" y="T7"/>
                  </a:cxn>
                  <a:cxn ang="0">
                    <a:pos x="T8" y="T9"/>
                  </a:cxn>
                </a:cxnLst>
                <a:rect l="0" t="0" r="r" b="b"/>
                <a:pathLst>
                  <a:path w="1445" h="131">
                    <a:moveTo>
                      <a:pt x="0" y="131"/>
                    </a:moveTo>
                    <a:lnTo>
                      <a:pt x="138" y="0"/>
                    </a:lnTo>
                    <a:lnTo>
                      <a:pt x="1445" y="0"/>
                    </a:lnTo>
                    <a:lnTo>
                      <a:pt x="1307" y="131"/>
                    </a:lnTo>
                    <a:lnTo>
                      <a:pt x="0" y="13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51" name="Freeform 41"/>
              <p:cNvSpPr>
                <a:spLocks/>
              </p:cNvSpPr>
              <p:nvPr/>
            </p:nvSpPr>
            <p:spPr bwMode="auto">
              <a:xfrm>
                <a:off x="3477" y="3443"/>
                <a:ext cx="1445" cy="131"/>
              </a:xfrm>
              <a:custGeom>
                <a:avLst/>
                <a:gdLst>
                  <a:gd name="T0" fmla="*/ 0 w 1445"/>
                  <a:gd name="T1" fmla="*/ 131 h 131"/>
                  <a:gd name="T2" fmla="*/ 138 w 1445"/>
                  <a:gd name="T3" fmla="*/ 0 h 131"/>
                  <a:gd name="T4" fmla="*/ 1445 w 1445"/>
                  <a:gd name="T5" fmla="*/ 0 h 131"/>
                  <a:gd name="T6" fmla="*/ 1307 w 1445"/>
                  <a:gd name="T7" fmla="*/ 131 h 131"/>
                  <a:gd name="T8" fmla="*/ 0 w 1445"/>
                  <a:gd name="T9" fmla="*/ 131 h 131"/>
                </a:gdLst>
                <a:ahLst/>
                <a:cxnLst>
                  <a:cxn ang="0">
                    <a:pos x="T0" y="T1"/>
                  </a:cxn>
                  <a:cxn ang="0">
                    <a:pos x="T2" y="T3"/>
                  </a:cxn>
                  <a:cxn ang="0">
                    <a:pos x="T4" y="T5"/>
                  </a:cxn>
                  <a:cxn ang="0">
                    <a:pos x="T6" y="T7"/>
                  </a:cxn>
                  <a:cxn ang="0">
                    <a:pos x="T8" y="T9"/>
                  </a:cxn>
                </a:cxnLst>
                <a:rect l="0" t="0" r="r" b="b"/>
                <a:pathLst>
                  <a:path w="1445" h="131">
                    <a:moveTo>
                      <a:pt x="0" y="131"/>
                    </a:moveTo>
                    <a:lnTo>
                      <a:pt x="138" y="0"/>
                    </a:lnTo>
                    <a:lnTo>
                      <a:pt x="1445" y="0"/>
                    </a:lnTo>
                    <a:lnTo>
                      <a:pt x="1307" y="131"/>
                    </a:lnTo>
                    <a:lnTo>
                      <a:pt x="0" y="131"/>
                    </a:lnTo>
                    <a:close/>
                  </a:path>
                </a:pathLst>
              </a:custGeom>
              <a:solidFill>
                <a:srgbClr val="C9C9B6"/>
              </a:solidFill>
              <a:ln w="11113">
                <a:solidFill>
                  <a:srgbClr val="494936"/>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52" name="Line 42"/>
              <p:cNvSpPr>
                <a:spLocks noChangeShapeType="1"/>
              </p:cNvSpPr>
              <p:nvPr/>
            </p:nvSpPr>
            <p:spPr bwMode="auto">
              <a:xfrm flipH="1">
                <a:off x="4397" y="3684"/>
                <a:ext cx="314" cy="1"/>
              </a:xfrm>
              <a:prstGeom prst="line">
                <a:avLst/>
              </a:prstGeom>
              <a:noFill/>
              <a:ln w="349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53" name="Freeform 43"/>
              <p:cNvSpPr>
                <a:spLocks/>
              </p:cNvSpPr>
              <p:nvPr/>
            </p:nvSpPr>
            <p:spPr bwMode="auto">
              <a:xfrm>
                <a:off x="4784" y="3443"/>
                <a:ext cx="138" cy="372"/>
              </a:xfrm>
              <a:custGeom>
                <a:avLst/>
                <a:gdLst>
                  <a:gd name="T0" fmla="*/ 0 w 138"/>
                  <a:gd name="T1" fmla="*/ 372 h 372"/>
                  <a:gd name="T2" fmla="*/ 138 w 138"/>
                  <a:gd name="T3" fmla="*/ 234 h 372"/>
                  <a:gd name="T4" fmla="*/ 138 w 138"/>
                  <a:gd name="T5" fmla="*/ 0 h 372"/>
                  <a:gd name="T6" fmla="*/ 0 w 138"/>
                  <a:gd name="T7" fmla="*/ 131 h 372"/>
                  <a:gd name="T8" fmla="*/ 0 w 138"/>
                  <a:gd name="T9" fmla="*/ 372 h 372"/>
                </a:gdLst>
                <a:ahLst/>
                <a:cxnLst>
                  <a:cxn ang="0">
                    <a:pos x="T0" y="T1"/>
                  </a:cxn>
                  <a:cxn ang="0">
                    <a:pos x="T2" y="T3"/>
                  </a:cxn>
                  <a:cxn ang="0">
                    <a:pos x="T4" y="T5"/>
                  </a:cxn>
                  <a:cxn ang="0">
                    <a:pos x="T6" y="T7"/>
                  </a:cxn>
                  <a:cxn ang="0">
                    <a:pos x="T8" y="T9"/>
                  </a:cxn>
                </a:cxnLst>
                <a:rect l="0" t="0" r="r" b="b"/>
                <a:pathLst>
                  <a:path w="138" h="372">
                    <a:moveTo>
                      <a:pt x="0" y="372"/>
                    </a:moveTo>
                    <a:lnTo>
                      <a:pt x="138" y="234"/>
                    </a:lnTo>
                    <a:lnTo>
                      <a:pt x="138" y="0"/>
                    </a:lnTo>
                    <a:lnTo>
                      <a:pt x="0" y="131"/>
                    </a:lnTo>
                    <a:lnTo>
                      <a:pt x="0" y="372"/>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54" name="Freeform 44"/>
              <p:cNvSpPr>
                <a:spLocks/>
              </p:cNvSpPr>
              <p:nvPr/>
            </p:nvSpPr>
            <p:spPr bwMode="auto">
              <a:xfrm>
                <a:off x="4784" y="3443"/>
                <a:ext cx="138" cy="372"/>
              </a:xfrm>
              <a:custGeom>
                <a:avLst/>
                <a:gdLst>
                  <a:gd name="T0" fmla="*/ 0 w 138"/>
                  <a:gd name="T1" fmla="*/ 372 h 372"/>
                  <a:gd name="T2" fmla="*/ 138 w 138"/>
                  <a:gd name="T3" fmla="*/ 234 h 372"/>
                  <a:gd name="T4" fmla="*/ 138 w 138"/>
                  <a:gd name="T5" fmla="*/ 0 h 372"/>
                  <a:gd name="T6" fmla="*/ 0 w 138"/>
                  <a:gd name="T7" fmla="*/ 131 h 372"/>
                  <a:gd name="T8" fmla="*/ 0 w 138"/>
                  <a:gd name="T9" fmla="*/ 372 h 372"/>
                </a:gdLst>
                <a:ahLst/>
                <a:cxnLst>
                  <a:cxn ang="0">
                    <a:pos x="T0" y="T1"/>
                  </a:cxn>
                  <a:cxn ang="0">
                    <a:pos x="T2" y="T3"/>
                  </a:cxn>
                  <a:cxn ang="0">
                    <a:pos x="T4" y="T5"/>
                  </a:cxn>
                  <a:cxn ang="0">
                    <a:pos x="T6" y="T7"/>
                  </a:cxn>
                  <a:cxn ang="0">
                    <a:pos x="T8" y="T9"/>
                  </a:cxn>
                </a:cxnLst>
                <a:rect l="0" t="0" r="r" b="b"/>
                <a:pathLst>
                  <a:path w="138" h="372">
                    <a:moveTo>
                      <a:pt x="0" y="372"/>
                    </a:moveTo>
                    <a:lnTo>
                      <a:pt x="138" y="234"/>
                    </a:lnTo>
                    <a:lnTo>
                      <a:pt x="138" y="0"/>
                    </a:lnTo>
                    <a:lnTo>
                      <a:pt x="0" y="131"/>
                    </a:lnTo>
                    <a:lnTo>
                      <a:pt x="0" y="372"/>
                    </a:lnTo>
                    <a:close/>
                  </a:path>
                </a:pathLst>
              </a:custGeom>
              <a:solidFill>
                <a:srgbClr val="7A7A5A"/>
              </a:solidFill>
              <a:ln w="11113">
                <a:solidFill>
                  <a:srgbClr val="494936"/>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55" name="Freeform 45"/>
              <p:cNvSpPr>
                <a:spLocks/>
              </p:cNvSpPr>
              <p:nvPr/>
            </p:nvSpPr>
            <p:spPr bwMode="auto">
              <a:xfrm>
                <a:off x="3484" y="3786"/>
                <a:ext cx="1154" cy="183"/>
              </a:xfrm>
              <a:custGeom>
                <a:avLst/>
                <a:gdLst>
                  <a:gd name="T0" fmla="*/ 0 w 1154"/>
                  <a:gd name="T1" fmla="*/ 183 h 183"/>
                  <a:gd name="T2" fmla="*/ 146 w 1154"/>
                  <a:gd name="T3" fmla="*/ 0 h 183"/>
                  <a:gd name="T4" fmla="*/ 1154 w 1154"/>
                  <a:gd name="T5" fmla="*/ 0 h 183"/>
                  <a:gd name="T6" fmla="*/ 1008 w 1154"/>
                  <a:gd name="T7" fmla="*/ 183 h 183"/>
                  <a:gd name="T8" fmla="*/ 0 w 1154"/>
                  <a:gd name="T9" fmla="*/ 183 h 183"/>
                </a:gdLst>
                <a:ahLst/>
                <a:cxnLst>
                  <a:cxn ang="0">
                    <a:pos x="T0" y="T1"/>
                  </a:cxn>
                  <a:cxn ang="0">
                    <a:pos x="T2" y="T3"/>
                  </a:cxn>
                  <a:cxn ang="0">
                    <a:pos x="T4" y="T5"/>
                  </a:cxn>
                  <a:cxn ang="0">
                    <a:pos x="T6" y="T7"/>
                  </a:cxn>
                  <a:cxn ang="0">
                    <a:pos x="T8" y="T9"/>
                  </a:cxn>
                </a:cxnLst>
                <a:rect l="0" t="0" r="r" b="b"/>
                <a:pathLst>
                  <a:path w="1154" h="183">
                    <a:moveTo>
                      <a:pt x="0" y="183"/>
                    </a:moveTo>
                    <a:lnTo>
                      <a:pt x="146" y="0"/>
                    </a:lnTo>
                    <a:lnTo>
                      <a:pt x="1154" y="0"/>
                    </a:lnTo>
                    <a:lnTo>
                      <a:pt x="1008" y="183"/>
                    </a:lnTo>
                    <a:lnTo>
                      <a:pt x="0" y="18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56" name="Freeform 46"/>
              <p:cNvSpPr>
                <a:spLocks/>
              </p:cNvSpPr>
              <p:nvPr/>
            </p:nvSpPr>
            <p:spPr bwMode="auto">
              <a:xfrm>
                <a:off x="3484" y="3786"/>
                <a:ext cx="1154" cy="183"/>
              </a:xfrm>
              <a:custGeom>
                <a:avLst/>
                <a:gdLst>
                  <a:gd name="T0" fmla="*/ 0 w 1154"/>
                  <a:gd name="T1" fmla="*/ 183 h 183"/>
                  <a:gd name="T2" fmla="*/ 146 w 1154"/>
                  <a:gd name="T3" fmla="*/ 0 h 183"/>
                  <a:gd name="T4" fmla="*/ 1154 w 1154"/>
                  <a:gd name="T5" fmla="*/ 0 h 183"/>
                  <a:gd name="T6" fmla="*/ 1008 w 1154"/>
                  <a:gd name="T7" fmla="*/ 183 h 183"/>
                  <a:gd name="T8" fmla="*/ 0 w 1154"/>
                  <a:gd name="T9" fmla="*/ 183 h 183"/>
                </a:gdLst>
                <a:ahLst/>
                <a:cxnLst>
                  <a:cxn ang="0">
                    <a:pos x="T0" y="T1"/>
                  </a:cxn>
                  <a:cxn ang="0">
                    <a:pos x="T2" y="T3"/>
                  </a:cxn>
                  <a:cxn ang="0">
                    <a:pos x="T4" y="T5"/>
                  </a:cxn>
                  <a:cxn ang="0">
                    <a:pos x="T6" y="T7"/>
                  </a:cxn>
                  <a:cxn ang="0">
                    <a:pos x="T8" y="T9"/>
                  </a:cxn>
                </a:cxnLst>
                <a:rect l="0" t="0" r="r" b="b"/>
                <a:pathLst>
                  <a:path w="1154" h="183">
                    <a:moveTo>
                      <a:pt x="0" y="183"/>
                    </a:moveTo>
                    <a:lnTo>
                      <a:pt x="146" y="0"/>
                    </a:lnTo>
                    <a:lnTo>
                      <a:pt x="1154" y="0"/>
                    </a:lnTo>
                    <a:lnTo>
                      <a:pt x="1008" y="183"/>
                    </a:lnTo>
                    <a:lnTo>
                      <a:pt x="0" y="183"/>
                    </a:lnTo>
                    <a:close/>
                  </a:path>
                </a:pathLst>
              </a:custGeom>
              <a:solidFill>
                <a:srgbClr val="C9C9B6"/>
              </a:solidFill>
              <a:ln w="11113">
                <a:solidFill>
                  <a:srgbClr val="494936"/>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57" name="Freeform 47"/>
              <p:cNvSpPr>
                <a:spLocks/>
              </p:cNvSpPr>
              <p:nvPr/>
            </p:nvSpPr>
            <p:spPr bwMode="auto">
              <a:xfrm>
                <a:off x="4492" y="3786"/>
                <a:ext cx="146" cy="219"/>
              </a:xfrm>
              <a:custGeom>
                <a:avLst/>
                <a:gdLst>
                  <a:gd name="T0" fmla="*/ 0 w 146"/>
                  <a:gd name="T1" fmla="*/ 219 h 219"/>
                  <a:gd name="T2" fmla="*/ 146 w 146"/>
                  <a:gd name="T3" fmla="*/ 66 h 219"/>
                  <a:gd name="T4" fmla="*/ 146 w 146"/>
                  <a:gd name="T5" fmla="*/ 0 h 219"/>
                  <a:gd name="T6" fmla="*/ 0 w 146"/>
                  <a:gd name="T7" fmla="*/ 183 h 219"/>
                  <a:gd name="T8" fmla="*/ 0 w 146"/>
                  <a:gd name="T9" fmla="*/ 219 h 219"/>
                </a:gdLst>
                <a:ahLst/>
                <a:cxnLst>
                  <a:cxn ang="0">
                    <a:pos x="T0" y="T1"/>
                  </a:cxn>
                  <a:cxn ang="0">
                    <a:pos x="T2" y="T3"/>
                  </a:cxn>
                  <a:cxn ang="0">
                    <a:pos x="T4" y="T5"/>
                  </a:cxn>
                  <a:cxn ang="0">
                    <a:pos x="T6" y="T7"/>
                  </a:cxn>
                  <a:cxn ang="0">
                    <a:pos x="T8" y="T9"/>
                  </a:cxn>
                </a:cxnLst>
                <a:rect l="0" t="0" r="r" b="b"/>
                <a:pathLst>
                  <a:path w="146" h="219">
                    <a:moveTo>
                      <a:pt x="0" y="219"/>
                    </a:moveTo>
                    <a:lnTo>
                      <a:pt x="146" y="66"/>
                    </a:lnTo>
                    <a:lnTo>
                      <a:pt x="146" y="0"/>
                    </a:lnTo>
                    <a:lnTo>
                      <a:pt x="0" y="183"/>
                    </a:lnTo>
                    <a:lnTo>
                      <a:pt x="0" y="219"/>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58" name="Freeform 48"/>
              <p:cNvSpPr>
                <a:spLocks/>
              </p:cNvSpPr>
              <p:nvPr/>
            </p:nvSpPr>
            <p:spPr bwMode="auto">
              <a:xfrm>
                <a:off x="4492" y="3786"/>
                <a:ext cx="146" cy="219"/>
              </a:xfrm>
              <a:custGeom>
                <a:avLst/>
                <a:gdLst>
                  <a:gd name="T0" fmla="*/ 0 w 146"/>
                  <a:gd name="T1" fmla="*/ 219 h 219"/>
                  <a:gd name="T2" fmla="*/ 146 w 146"/>
                  <a:gd name="T3" fmla="*/ 66 h 219"/>
                  <a:gd name="T4" fmla="*/ 146 w 146"/>
                  <a:gd name="T5" fmla="*/ 0 h 219"/>
                  <a:gd name="T6" fmla="*/ 0 w 146"/>
                  <a:gd name="T7" fmla="*/ 183 h 219"/>
                  <a:gd name="T8" fmla="*/ 0 w 146"/>
                  <a:gd name="T9" fmla="*/ 219 h 219"/>
                </a:gdLst>
                <a:ahLst/>
                <a:cxnLst>
                  <a:cxn ang="0">
                    <a:pos x="T0" y="T1"/>
                  </a:cxn>
                  <a:cxn ang="0">
                    <a:pos x="T2" y="T3"/>
                  </a:cxn>
                  <a:cxn ang="0">
                    <a:pos x="T4" y="T5"/>
                  </a:cxn>
                  <a:cxn ang="0">
                    <a:pos x="T6" y="T7"/>
                  </a:cxn>
                  <a:cxn ang="0">
                    <a:pos x="T8" y="T9"/>
                  </a:cxn>
                </a:cxnLst>
                <a:rect l="0" t="0" r="r" b="b"/>
                <a:pathLst>
                  <a:path w="146" h="219">
                    <a:moveTo>
                      <a:pt x="0" y="219"/>
                    </a:moveTo>
                    <a:lnTo>
                      <a:pt x="146" y="66"/>
                    </a:lnTo>
                    <a:lnTo>
                      <a:pt x="146" y="0"/>
                    </a:lnTo>
                    <a:lnTo>
                      <a:pt x="0" y="183"/>
                    </a:lnTo>
                    <a:lnTo>
                      <a:pt x="0" y="219"/>
                    </a:lnTo>
                    <a:close/>
                  </a:path>
                </a:pathLst>
              </a:custGeom>
              <a:solidFill>
                <a:srgbClr val="7A7A5A"/>
              </a:solidFill>
              <a:ln w="11113">
                <a:solidFill>
                  <a:srgbClr val="494936"/>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59" name="Rectangle 49"/>
              <p:cNvSpPr>
                <a:spLocks noChangeArrowheads="1"/>
              </p:cNvSpPr>
              <p:nvPr/>
            </p:nvSpPr>
            <p:spPr bwMode="auto">
              <a:xfrm>
                <a:off x="3484" y="3969"/>
                <a:ext cx="1008" cy="36"/>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60" name="Rectangle 50"/>
              <p:cNvSpPr>
                <a:spLocks noChangeArrowheads="1"/>
              </p:cNvSpPr>
              <p:nvPr/>
            </p:nvSpPr>
            <p:spPr bwMode="auto">
              <a:xfrm>
                <a:off x="3487" y="3972"/>
                <a:ext cx="1002" cy="30"/>
              </a:xfrm>
              <a:prstGeom prst="rect">
                <a:avLst/>
              </a:prstGeom>
              <a:solidFill>
                <a:srgbClr val="B7B79D"/>
              </a:solidFill>
              <a:ln w="11113">
                <a:solidFill>
                  <a:srgbClr val="494936"/>
                </a:solidFill>
                <a:miter lim="800000"/>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61" name="Freeform 51"/>
              <p:cNvSpPr>
                <a:spLocks/>
              </p:cNvSpPr>
              <p:nvPr/>
            </p:nvSpPr>
            <p:spPr bwMode="auto">
              <a:xfrm>
                <a:off x="3674" y="3443"/>
                <a:ext cx="1037" cy="102"/>
              </a:xfrm>
              <a:custGeom>
                <a:avLst/>
                <a:gdLst>
                  <a:gd name="T0" fmla="*/ 0 w 1037"/>
                  <a:gd name="T1" fmla="*/ 102 h 102"/>
                  <a:gd name="T2" fmla="*/ 109 w 1037"/>
                  <a:gd name="T3" fmla="*/ 0 h 102"/>
                  <a:gd name="T4" fmla="*/ 1037 w 1037"/>
                  <a:gd name="T5" fmla="*/ 0 h 102"/>
                  <a:gd name="T6" fmla="*/ 934 w 1037"/>
                  <a:gd name="T7" fmla="*/ 102 h 102"/>
                  <a:gd name="T8" fmla="*/ 0 w 1037"/>
                  <a:gd name="T9" fmla="*/ 102 h 102"/>
                </a:gdLst>
                <a:ahLst/>
                <a:cxnLst>
                  <a:cxn ang="0">
                    <a:pos x="T0" y="T1"/>
                  </a:cxn>
                  <a:cxn ang="0">
                    <a:pos x="T2" y="T3"/>
                  </a:cxn>
                  <a:cxn ang="0">
                    <a:pos x="T4" y="T5"/>
                  </a:cxn>
                  <a:cxn ang="0">
                    <a:pos x="T6" y="T7"/>
                  </a:cxn>
                  <a:cxn ang="0">
                    <a:pos x="T8" y="T9"/>
                  </a:cxn>
                </a:cxnLst>
                <a:rect l="0" t="0" r="r" b="b"/>
                <a:pathLst>
                  <a:path w="1037" h="102">
                    <a:moveTo>
                      <a:pt x="0" y="102"/>
                    </a:moveTo>
                    <a:lnTo>
                      <a:pt x="109" y="0"/>
                    </a:lnTo>
                    <a:lnTo>
                      <a:pt x="1037" y="0"/>
                    </a:lnTo>
                    <a:lnTo>
                      <a:pt x="934" y="102"/>
                    </a:lnTo>
                    <a:lnTo>
                      <a:pt x="0" y="10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62" name="Freeform 52"/>
              <p:cNvSpPr>
                <a:spLocks/>
              </p:cNvSpPr>
              <p:nvPr/>
            </p:nvSpPr>
            <p:spPr bwMode="auto">
              <a:xfrm>
                <a:off x="3674" y="3443"/>
                <a:ext cx="1037" cy="102"/>
              </a:xfrm>
              <a:custGeom>
                <a:avLst/>
                <a:gdLst>
                  <a:gd name="T0" fmla="*/ 0 w 1037"/>
                  <a:gd name="T1" fmla="*/ 102 h 102"/>
                  <a:gd name="T2" fmla="*/ 109 w 1037"/>
                  <a:gd name="T3" fmla="*/ 0 h 102"/>
                  <a:gd name="T4" fmla="*/ 1037 w 1037"/>
                  <a:gd name="T5" fmla="*/ 0 h 102"/>
                  <a:gd name="T6" fmla="*/ 934 w 1037"/>
                  <a:gd name="T7" fmla="*/ 102 h 102"/>
                  <a:gd name="T8" fmla="*/ 0 w 1037"/>
                  <a:gd name="T9" fmla="*/ 102 h 102"/>
                </a:gdLst>
                <a:ahLst/>
                <a:cxnLst>
                  <a:cxn ang="0">
                    <a:pos x="T0" y="T1"/>
                  </a:cxn>
                  <a:cxn ang="0">
                    <a:pos x="T2" y="T3"/>
                  </a:cxn>
                  <a:cxn ang="0">
                    <a:pos x="T4" y="T5"/>
                  </a:cxn>
                  <a:cxn ang="0">
                    <a:pos x="T6" y="T7"/>
                  </a:cxn>
                  <a:cxn ang="0">
                    <a:pos x="T8" y="T9"/>
                  </a:cxn>
                </a:cxnLst>
                <a:rect l="0" t="0" r="r" b="b"/>
                <a:pathLst>
                  <a:path w="1037" h="102">
                    <a:moveTo>
                      <a:pt x="0" y="102"/>
                    </a:moveTo>
                    <a:lnTo>
                      <a:pt x="109" y="0"/>
                    </a:lnTo>
                    <a:lnTo>
                      <a:pt x="1037" y="0"/>
                    </a:lnTo>
                    <a:lnTo>
                      <a:pt x="934" y="102"/>
                    </a:lnTo>
                    <a:lnTo>
                      <a:pt x="0" y="102"/>
                    </a:lnTo>
                    <a:close/>
                  </a:path>
                </a:pathLst>
              </a:custGeom>
              <a:solidFill>
                <a:srgbClr val="000000"/>
              </a:solidFill>
              <a:ln w="11113">
                <a:solidFill>
                  <a:srgbClr val="000000"/>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63" name="Freeform 53"/>
              <p:cNvSpPr>
                <a:spLocks/>
              </p:cNvSpPr>
              <p:nvPr/>
            </p:nvSpPr>
            <p:spPr bwMode="auto">
              <a:xfrm>
                <a:off x="3666" y="2698"/>
                <a:ext cx="1030" cy="95"/>
              </a:xfrm>
              <a:custGeom>
                <a:avLst/>
                <a:gdLst>
                  <a:gd name="T0" fmla="*/ 0 w 1030"/>
                  <a:gd name="T1" fmla="*/ 95 h 95"/>
                  <a:gd name="T2" fmla="*/ 103 w 1030"/>
                  <a:gd name="T3" fmla="*/ 0 h 95"/>
                  <a:gd name="T4" fmla="*/ 1030 w 1030"/>
                  <a:gd name="T5" fmla="*/ 0 h 95"/>
                  <a:gd name="T6" fmla="*/ 928 w 1030"/>
                  <a:gd name="T7" fmla="*/ 95 h 95"/>
                  <a:gd name="T8" fmla="*/ 0 w 1030"/>
                  <a:gd name="T9" fmla="*/ 95 h 95"/>
                </a:gdLst>
                <a:ahLst/>
                <a:cxnLst>
                  <a:cxn ang="0">
                    <a:pos x="T0" y="T1"/>
                  </a:cxn>
                  <a:cxn ang="0">
                    <a:pos x="T2" y="T3"/>
                  </a:cxn>
                  <a:cxn ang="0">
                    <a:pos x="T4" y="T5"/>
                  </a:cxn>
                  <a:cxn ang="0">
                    <a:pos x="T6" y="T7"/>
                  </a:cxn>
                  <a:cxn ang="0">
                    <a:pos x="T8" y="T9"/>
                  </a:cxn>
                </a:cxnLst>
                <a:rect l="0" t="0" r="r" b="b"/>
                <a:pathLst>
                  <a:path w="1030" h="95">
                    <a:moveTo>
                      <a:pt x="0" y="95"/>
                    </a:moveTo>
                    <a:lnTo>
                      <a:pt x="103" y="0"/>
                    </a:lnTo>
                    <a:lnTo>
                      <a:pt x="1030" y="0"/>
                    </a:lnTo>
                    <a:lnTo>
                      <a:pt x="928" y="95"/>
                    </a:lnTo>
                    <a:lnTo>
                      <a:pt x="0" y="9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64" name="Freeform 54"/>
              <p:cNvSpPr>
                <a:spLocks/>
              </p:cNvSpPr>
              <p:nvPr/>
            </p:nvSpPr>
            <p:spPr bwMode="auto">
              <a:xfrm>
                <a:off x="3666" y="2698"/>
                <a:ext cx="1030" cy="95"/>
              </a:xfrm>
              <a:custGeom>
                <a:avLst/>
                <a:gdLst>
                  <a:gd name="T0" fmla="*/ 0 w 1030"/>
                  <a:gd name="T1" fmla="*/ 95 h 95"/>
                  <a:gd name="T2" fmla="*/ 103 w 1030"/>
                  <a:gd name="T3" fmla="*/ 0 h 95"/>
                  <a:gd name="T4" fmla="*/ 1030 w 1030"/>
                  <a:gd name="T5" fmla="*/ 0 h 95"/>
                  <a:gd name="T6" fmla="*/ 928 w 1030"/>
                  <a:gd name="T7" fmla="*/ 95 h 95"/>
                  <a:gd name="T8" fmla="*/ 0 w 1030"/>
                  <a:gd name="T9" fmla="*/ 95 h 95"/>
                </a:gdLst>
                <a:ahLst/>
                <a:cxnLst>
                  <a:cxn ang="0">
                    <a:pos x="T0" y="T1"/>
                  </a:cxn>
                  <a:cxn ang="0">
                    <a:pos x="T2" y="T3"/>
                  </a:cxn>
                  <a:cxn ang="0">
                    <a:pos x="T4" y="T5"/>
                  </a:cxn>
                  <a:cxn ang="0">
                    <a:pos x="T6" y="T7"/>
                  </a:cxn>
                  <a:cxn ang="0">
                    <a:pos x="T8" y="T9"/>
                  </a:cxn>
                </a:cxnLst>
                <a:rect l="0" t="0" r="r" b="b"/>
                <a:pathLst>
                  <a:path w="1030" h="95">
                    <a:moveTo>
                      <a:pt x="0" y="95"/>
                    </a:moveTo>
                    <a:lnTo>
                      <a:pt x="103" y="0"/>
                    </a:lnTo>
                    <a:lnTo>
                      <a:pt x="1030" y="0"/>
                    </a:lnTo>
                    <a:lnTo>
                      <a:pt x="928" y="95"/>
                    </a:lnTo>
                    <a:lnTo>
                      <a:pt x="0" y="95"/>
                    </a:lnTo>
                    <a:close/>
                  </a:path>
                </a:pathLst>
              </a:custGeom>
              <a:solidFill>
                <a:srgbClr val="C9C9B6"/>
              </a:solidFill>
              <a:ln w="11113">
                <a:solidFill>
                  <a:srgbClr val="494936"/>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65" name="Rectangle 55"/>
              <p:cNvSpPr>
                <a:spLocks noChangeArrowheads="1"/>
              </p:cNvSpPr>
              <p:nvPr/>
            </p:nvSpPr>
            <p:spPr bwMode="auto">
              <a:xfrm>
                <a:off x="3669" y="2796"/>
                <a:ext cx="929" cy="732"/>
              </a:xfrm>
              <a:prstGeom prst="rect">
                <a:avLst/>
              </a:prstGeom>
              <a:solidFill>
                <a:srgbClr val="B7B79D"/>
              </a:solidFill>
              <a:ln w="11113">
                <a:solidFill>
                  <a:srgbClr val="494936"/>
                </a:solidFill>
                <a:miter lim="800000"/>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66" name="Rectangle 56"/>
              <p:cNvSpPr>
                <a:spLocks noChangeArrowheads="1"/>
              </p:cNvSpPr>
              <p:nvPr/>
            </p:nvSpPr>
            <p:spPr bwMode="auto">
              <a:xfrm>
                <a:off x="3750" y="2891"/>
                <a:ext cx="768" cy="564"/>
              </a:xfrm>
              <a:prstGeom prst="rect">
                <a:avLst/>
              </a:prstGeom>
              <a:solidFill>
                <a:srgbClr val="FFFFFF"/>
              </a:solidFill>
              <a:ln w="11113">
                <a:solidFill>
                  <a:srgbClr val="494936"/>
                </a:solidFill>
                <a:miter lim="800000"/>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67" name="Freeform 57"/>
              <p:cNvSpPr>
                <a:spLocks/>
              </p:cNvSpPr>
              <p:nvPr/>
            </p:nvSpPr>
            <p:spPr bwMode="auto">
              <a:xfrm>
                <a:off x="4594" y="2698"/>
                <a:ext cx="102" cy="825"/>
              </a:xfrm>
              <a:custGeom>
                <a:avLst/>
                <a:gdLst>
                  <a:gd name="T0" fmla="*/ 0 w 102"/>
                  <a:gd name="T1" fmla="*/ 825 h 825"/>
                  <a:gd name="T2" fmla="*/ 102 w 102"/>
                  <a:gd name="T3" fmla="*/ 723 h 825"/>
                  <a:gd name="T4" fmla="*/ 102 w 102"/>
                  <a:gd name="T5" fmla="*/ 0 h 825"/>
                  <a:gd name="T6" fmla="*/ 0 w 102"/>
                  <a:gd name="T7" fmla="*/ 95 h 825"/>
                  <a:gd name="T8" fmla="*/ 0 w 102"/>
                  <a:gd name="T9" fmla="*/ 825 h 825"/>
                </a:gdLst>
                <a:ahLst/>
                <a:cxnLst>
                  <a:cxn ang="0">
                    <a:pos x="T0" y="T1"/>
                  </a:cxn>
                  <a:cxn ang="0">
                    <a:pos x="T2" y="T3"/>
                  </a:cxn>
                  <a:cxn ang="0">
                    <a:pos x="T4" y="T5"/>
                  </a:cxn>
                  <a:cxn ang="0">
                    <a:pos x="T6" y="T7"/>
                  </a:cxn>
                  <a:cxn ang="0">
                    <a:pos x="T8" y="T9"/>
                  </a:cxn>
                </a:cxnLst>
                <a:rect l="0" t="0" r="r" b="b"/>
                <a:pathLst>
                  <a:path w="102" h="825">
                    <a:moveTo>
                      <a:pt x="0" y="825"/>
                    </a:moveTo>
                    <a:lnTo>
                      <a:pt x="102" y="723"/>
                    </a:lnTo>
                    <a:lnTo>
                      <a:pt x="102" y="0"/>
                    </a:lnTo>
                    <a:lnTo>
                      <a:pt x="0" y="95"/>
                    </a:lnTo>
                    <a:lnTo>
                      <a:pt x="0" y="82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68" name="Freeform 58"/>
              <p:cNvSpPr>
                <a:spLocks/>
              </p:cNvSpPr>
              <p:nvPr/>
            </p:nvSpPr>
            <p:spPr bwMode="auto">
              <a:xfrm>
                <a:off x="4594" y="2698"/>
                <a:ext cx="102" cy="825"/>
              </a:xfrm>
              <a:custGeom>
                <a:avLst/>
                <a:gdLst>
                  <a:gd name="T0" fmla="*/ 0 w 102"/>
                  <a:gd name="T1" fmla="*/ 825 h 825"/>
                  <a:gd name="T2" fmla="*/ 102 w 102"/>
                  <a:gd name="T3" fmla="*/ 723 h 825"/>
                  <a:gd name="T4" fmla="*/ 102 w 102"/>
                  <a:gd name="T5" fmla="*/ 0 h 825"/>
                  <a:gd name="T6" fmla="*/ 0 w 102"/>
                  <a:gd name="T7" fmla="*/ 95 h 825"/>
                  <a:gd name="T8" fmla="*/ 0 w 102"/>
                  <a:gd name="T9" fmla="*/ 825 h 825"/>
                </a:gdLst>
                <a:ahLst/>
                <a:cxnLst>
                  <a:cxn ang="0">
                    <a:pos x="T0" y="T1"/>
                  </a:cxn>
                  <a:cxn ang="0">
                    <a:pos x="T2" y="T3"/>
                  </a:cxn>
                  <a:cxn ang="0">
                    <a:pos x="T4" y="T5"/>
                  </a:cxn>
                  <a:cxn ang="0">
                    <a:pos x="T6" y="T7"/>
                  </a:cxn>
                  <a:cxn ang="0">
                    <a:pos x="T8" y="T9"/>
                  </a:cxn>
                </a:cxnLst>
                <a:rect l="0" t="0" r="r" b="b"/>
                <a:pathLst>
                  <a:path w="102" h="825">
                    <a:moveTo>
                      <a:pt x="0" y="825"/>
                    </a:moveTo>
                    <a:lnTo>
                      <a:pt x="102" y="723"/>
                    </a:lnTo>
                    <a:lnTo>
                      <a:pt x="102" y="0"/>
                    </a:lnTo>
                    <a:lnTo>
                      <a:pt x="0" y="95"/>
                    </a:lnTo>
                    <a:lnTo>
                      <a:pt x="0" y="825"/>
                    </a:lnTo>
                    <a:close/>
                  </a:path>
                </a:pathLst>
              </a:custGeom>
              <a:solidFill>
                <a:srgbClr val="7A7A5A"/>
              </a:solidFill>
              <a:ln w="11113">
                <a:solidFill>
                  <a:srgbClr val="494936"/>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grpSp>
        <p:grpSp>
          <p:nvGrpSpPr>
            <p:cNvPr id="69" name="Group 59"/>
            <p:cNvGrpSpPr>
              <a:grpSpLocks/>
            </p:cNvGrpSpPr>
            <p:nvPr/>
          </p:nvGrpSpPr>
          <p:grpSpPr bwMode="auto">
            <a:xfrm>
              <a:off x="6696320" y="5124171"/>
              <a:ext cx="539750" cy="520700"/>
              <a:chOff x="3477" y="2698"/>
              <a:chExt cx="1445" cy="1307"/>
            </a:xfrm>
          </p:grpSpPr>
          <p:sp>
            <p:nvSpPr>
              <p:cNvPr id="70" name="Rectangle 60"/>
              <p:cNvSpPr>
                <a:spLocks noChangeArrowheads="1"/>
              </p:cNvSpPr>
              <p:nvPr/>
            </p:nvSpPr>
            <p:spPr bwMode="auto">
              <a:xfrm>
                <a:off x="3477" y="3574"/>
                <a:ext cx="1307" cy="241"/>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71" name="Rectangle 61"/>
              <p:cNvSpPr>
                <a:spLocks noChangeArrowheads="1"/>
              </p:cNvSpPr>
              <p:nvPr/>
            </p:nvSpPr>
            <p:spPr bwMode="auto">
              <a:xfrm>
                <a:off x="3480" y="3577"/>
                <a:ext cx="1301" cy="235"/>
              </a:xfrm>
              <a:prstGeom prst="rect">
                <a:avLst/>
              </a:prstGeom>
              <a:solidFill>
                <a:srgbClr val="B7B79D"/>
              </a:solidFill>
              <a:ln w="11113">
                <a:solidFill>
                  <a:srgbClr val="494936"/>
                </a:solidFill>
                <a:miter lim="800000"/>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72" name="Freeform 62"/>
              <p:cNvSpPr>
                <a:spLocks/>
              </p:cNvSpPr>
              <p:nvPr/>
            </p:nvSpPr>
            <p:spPr bwMode="auto">
              <a:xfrm>
                <a:off x="3477" y="3443"/>
                <a:ext cx="1445" cy="131"/>
              </a:xfrm>
              <a:custGeom>
                <a:avLst/>
                <a:gdLst>
                  <a:gd name="T0" fmla="*/ 0 w 1445"/>
                  <a:gd name="T1" fmla="*/ 131 h 131"/>
                  <a:gd name="T2" fmla="*/ 138 w 1445"/>
                  <a:gd name="T3" fmla="*/ 0 h 131"/>
                  <a:gd name="T4" fmla="*/ 1445 w 1445"/>
                  <a:gd name="T5" fmla="*/ 0 h 131"/>
                  <a:gd name="T6" fmla="*/ 1307 w 1445"/>
                  <a:gd name="T7" fmla="*/ 131 h 131"/>
                  <a:gd name="T8" fmla="*/ 0 w 1445"/>
                  <a:gd name="T9" fmla="*/ 131 h 131"/>
                </a:gdLst>
                <a:ahLst/>
                <a:cxnLst>
                  <a:cxn ang="0">
                    <a:pos x="T0" y="T1"/>
                  </a:cxn>
                  <a:cxn ang="0">
                    <a:pos x="T2" y="T3"/>
                  </a:cxn>
                  <a:cxn ang="0">
                    <a:pos x="T4" y="T5"/>
                  </a:cxn>
                  <a:cxn ang="0">
                    <a:pos x="T6" y="T7"/>
                  </a:cxn>
                  <a:cxn ang="0">
                    <a:pos x="T8" y="T9"/>
                  </a:cxn>
                </a:cxnLst>
                <a:rect l="0" t="0" r="r" b="b"/>
                <a:pathLst>
                  <a:path w="1445" h="131">
                    <a:moveTo>
                      <a:pt x="0" y="131"/>
                    </a:moveTo>
                    <a:lnTo>
                      <a:pt x="138" y="0"/>
                    </a:lnTo>
                    <a:lnTo>
                      <a:pt x="1445" y="0"/>
                    </a:lnTo>
                    <a:lnTo>
                      <a:pt x="1307" y="131"/>
                    </a:lnTo>
                    <a:lnTo>
                      <a:pt x="0" y="13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73" name="Freeform 63"/>
              <p:cNvSpPr>
                <a:spLocks/>
              </p:cNvSpPr>
              <p:nvPr/>
            </p:nvSpPr>
            <p:spPr bwMode="auto">
              <a:xfrm>
                <a:off x="3477" y="3443"/>
                <a:ext cx="1445" cy="131"/>
              </a:xfrm>
              <a:custGeom>
                <a:avLst/>
                <a:gdLst>
                  <a:gd name="T0" fmla="*/ 0 w 1445"/>
                  <a:gd name="T1" fmla="*/ 131 h 131"/>
                  <a:gd name="T2" fmla="*/ 138 w 1445"/>
                  <a:gd name="T3" fmla="*/ 0 h 131"/>
                  <a:gd name="T4" fmla="*/ 1445 w 1445"/>
                  <a:gd name="T5" fmla="*/ 0 h 131"/>
                  <a:gd name="T6" fmla="*/ 1307 w 1445"/>
                  <a:gd name="T7" fmla="*/ 131 h 131"/>
                  <a:gd name="T8" fmla="*/ 0 w 1445"/>
                  <a:gd name="T9" fmla="*/ 131 h 131"/>
                </a:gdLst>
                <a:ahLst/>
                <a:cxnLst>
                  <a:cxn ang="0">
                    <a:pos x="T0" y="T1"/>
                  </a:cxn>
                  <a:cxn ang="0">
                    <a:pos x="T2" y="T3"/>
                  </a:cxn>
                  <a:cxn ang="0">
                    <a:pos x="T4" y="T5"/>
                  </a:cxn>
                  <a:cxn ang="0">
                    <a:pos x="T6" y="T7"/>
                  </a:cxn>
                  <a:cxn ang="0">
                    <a:pos x="T8" y="T9"/>
                  </a:cxn>
                </a:cxnLst>
                <a:rect l="0" t="0" r="r" b="b"/>
                <a:pathLst>
                  <a:path w="1445" h="131">
                    <a:moveTo>
                      <a:pt x="0" y="131"/>
                    </a:moveTo>
                    <a:lnTo>
                      <a:pt x="138" y="0"/>
                    </a:lnTo>
                    <a:lnTo>
                      <a:pt x="1445" y="0"/>
                    </a:lnTo>
                    <a:lnTo>
                      <a:pt x="1307" y="131"/>
                    </a:lnTo>
                    <a:lnTo>
                      <a:pt x="0" y="131"/>
                    </a:lnTo>
                    <a:close/>
                  </a:path>
                </a:pathLst>
              </a:custGeom>
              <a:solidFill>
                <a:srgbClr val="C9C9B6"/>
              </a:solidFill>
              <a:ln w="11113">
                <a:solidFill>
                  <a:srgbClr val="494936"/>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74" name="Line 64"/>
              <p:cNvSpPr>
                <a:spLocks noChangeShapeType="1"/>
              </p:cNvSpPr>
              <p:nvPr/>
            </p:nvSpPr>
            <p:spPr bwMode="auto">
              <a:xfrm flipH="1">
                <a:off x="4397" y="3684"/>
                <a:ext cx="314" cy="1"/>
              </a:xfrm>
              <a:prstGeom prst="line">
                <a:avLst/>
              </a:prstGeom>
              <a:noFill/>
              <a:ln w="349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75" name="Freeform 65"/>
              <p:cNvSpPr>
                <a:spLocks/>
              </p:cNvSpPr>
              <p:nvPr/>
            </p:nvSpPr>
            <p:spPr bwMode="auto">
              <a:xfrm>
                <a:off x="4784" y="3443"/>
                <a:ext cx="138" cy="372"/>
              </a:xfrm>
              <a:custGeom>
                <a:avLst/>
                <a:gdLst>
                  <a:gd name="T0" fmla="*/ 0 w 138"/>
                  <a:gd name="T1" fmla="*/ 372 h 372"/>
                  <a:gd name="T2" fmla="*/ 138 w 138"/>
                  <a:gd name="T3" fmla="*/ 234 h 372"/>
                  <a:gd name="T4" fmla="*/ 138 w 138"/>
                  <a:gd name="T5" fmla="*/ 0 h 372"/>
                  <a:gd name="T6" fmla="*/ 0 w 138"/>
                  <a:gd name="T7" fmla="*/ 131 h 372"/>
                  <a:gd name="T8" fmla="*/ 0 w 138"/>
                  <a:gd name="T9" fmla="*/ 372 h 372"/>
                </a:gdLst>
                <a:ahLst/>
                <a:cxnLst>
                  <a:cxn ang="0">
                    <a:pos x="T0" y="T1"/>
                  </a:cxn>
                  <a:cxn ang="0">
                    <a:pos x="T2" y="T3"/>
                  </a:cxn>
                  <a:cxn ang="0">
                    <a:pos x="T4" y="T5"/>
                  </a:cxn>
                  <a:cxn ang="0">
                    <a:pos x="T6" y="T7"/>
                  </a:cxn>
                  <a:cxn ang="0">
                    <a:pos x="T8" y="T9"/>
                  </a:cxn>
                </a:cxnLst>
                <a:rect l="0" t="0" r="r" b="b"/>
                <a:pathLst>
                  <a:path w="138" h="372">
                    <a:moveTo>
                      <a:pt x="0" y="372"/>
                    </a:moveTo>
                    <a:lnTo>
                      <a:pt x="138" y="234"/>
                    </a:lnTo>
                    <a:lnTo>
                      <a:pt x="138" y="0"/>
                    </a:lnTo>
                    <a:lnTo>
                      <a:pt x="0" y="131"/>
                    </a:lnTo>
                    <a:lnTo>
                      <a:pt x="0" y="372"/>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76" name="Freeform 66"/>
              <p:cNvSpPr>
                <a:spLocks/>
              </p:cNvSpPr>
              <p:nvPr/>
            </p:nvSpPr>
            <p:spPr bwMode="auto">
              <a:xfrm>
                <a:off x="4784" y="3443"/>
                <a:ext cx="138" cy="372"/>
              </a:xfrm>
              <a:custGeom>
                <a:avLst/>
                <a:gdLst>
                  <a:gd name="T0" fmla="*/ 0 w 138"/>
                  <a:gd name="T1" fmla="*/ 372 h 372"/>
                  <a:gd name="T2" fmla="*/ 138 w 138"/>
                  <a:gd name="T3" fmla="*/ 234 h 372"/>
                  <a:gd name="T4" fmla="*/ 138 w 138"/>
                  <a:gd name="T5" fmla="*/ 0 h 372"/>
                  <a:gd name="T6" fmla="*/ 0 w 138"/>
                  <a:gd name="T7" fmla="*/ 131 h 372"/>
                  <a:gd name="T8" fmla="*/ 0 w 138"/>
                  <a:gd name="T9" fmla="*/ 372 h 372"/>
                </a:gdLst>
                <a:ahLst/>
                <a:cxnLst>
                  <a:cxn ang="0">
                    <a:pos x="T0" y="T1"/>
                  </a:cxn>
                  <a:cxn ang="0">
                    <a:pos x="T2" y="T3"/>
                  </a:cxn>
                  <a:cxn ang="0">
                    <a:pos x="T4" y="T5"/>
                  </a:cxn>
                  <a:cxn ang="0">
                    <a:pos x="T6" y="T7"/>
                  </a:cxn>
                  <a:cxn ang="0">
                    <a:pos x="T8" y="T9"/>
                  </a:cxn>
                </a:cxnLst>
                <a:rect l="0" t="0" r="r" b="b"/>
                <a:pathLst>
                  <a:path w="138" h="372">
                    <a:moveTo>
                      <a:pt x="0" y="372"/>
                    </a:moveTo>
                    <a:lnTo>
                      <a:pt x="138" y="234"/>
                    </a:lnTo>
                    <a:lnTo>
                      <a:pt x="138" y="0"/>
                    </a:lnTo>
                    <a:lnTo>
                      <a:pt x="0" y="131"/>
                    </a:lnTo>
                    <a:lnTo>
                      <a:pt x="0" y="372"/>
                    </a:lnTo>
                    <a:close/>
                  </a:path>
                </a:pathLst>
              </a:custGeom>
              <a:solidFill>
                <a:srgbClr val="7A7A5A"/>
              </a:solidFill>
              <a:ln w="11113">
                <a:solidFill>
                  <a:srgbClr val="494936"/>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77" name="Freeform 67"/>
              <p:cNvSpPr>
                <a:spLocks/>
              </p:cNvSpPr>
              <p:nvPr/>
            </p:nvSpPr>
            <p:spPr bwMode="auto">
              <a:xfrm>
                <a:off x="3484" y="3786"/>
                <a:ext cx="1154" cy="183"/>
              </a:xfrm>
              <a:custGeom>
                <a:avLst/>
                <a:gdLst>
                  <a:gd name="T0" fmla="*/ 0 w 1154"/>
                  <a:gd name="T1" fmla="*/ 183 h 183"/>
                  <a:gd name="T2" fmla="*/ 146 w 1154"/>
                  <a:gd name="T3" fmla="*/ 0 h 183"/>
                  <a:gd name="T4" fmla="*/ 1154 w 1154"/>
                  <a:gd name="T5" fmla="*/ 0 h 183"/>
                  <a:gd name="T6" fmla="*/ 1008 w 1154"/>
                  <a:gd name="T7" fmla="*/ 183 h 183"/>
                  <a:gd name="T8" fmla="*/ 0 w 1154"/>
                  <a:gd name="T9" fmla="*/ 183 h 183"/>
                </a:gdLst>
                <a:ahLst/>
                <a:cxnLst>
                  <a:cxn ang="0">
                    <a:pos x="T0" y="T1"/>
                  </a:cxn>
                  <a:cxn ang="0">
                    <a:pos x="T2" y="T3"/>
                  </a:cxn>
                  <a:cxn ang="0">
                    <a:pos x="T4" y="T5"/>
                  </a:cxn>
                  <a:cxn ang="0">
                    <a:pos x="T6" y="T7"/>
                  </a:cxn>
                  <a:cxn ang="0">
                    <a:pos x="T8" y="T9"/>
                  </a:cxn>
                </a:cxnLst>
                <a:rect l="0" t="0" r="r" b="b"/>
                <a:pathLst>
                  <a:path w="1154" h="183">
                    <a:moveTo>
                      <a:pt x="0" y="183"/>
                    </a:moveTo>
                    <a:lnTo>
                      <a:pt x="146" y="0"/>
                    </a:lnTo>
                    <a:lnTo>
                      <a:pt x="1154" y="0"/>
                    </a:lnTo>
                    <a:lnTo>
                      <a:pt x="1008" y="183"/>
                    </a:lnTo>
                    <a:lnTo>
                      <a:pt x="0" y="18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78" name="Freeform 68"/>
              <p:cNvSpPr>
                <a:spLocks/>
              </p:cNvSpPr>
              <p:nvPr/>
            </p:nvSpPr>
            <p:spPr bwMode="auto">
              <a:xfrm>
                <a:off x="3484" y="3786"/>
                <a:ext cx="1154" cy="183"/>
              </a:xfrm>
              <a:custGeom>
                <a:avLst/>
                <a:gdLst>
                  <a:gd name="T0" fmla="*/ 0 w 1154"/>
                  <a:gd name="T1" fmla="*/ 183 h 183"/>
                  <a:gd name="T2" fmla="*/ 146 w 1154"/>
                  <a:gd name="T3" fmla="*/ 0 h 183"/>
                  <a:gd name="T4" fmla="*/ 1154 w 1154"/>
                  <a:gd name="T5" fmla="*/ 0 h 183"/>
                  <a:gd name="T6" fmla="*/ 1008 w 1154"/>
                  <a:gd name="T7" fmla="*/ 183 h 183"/>
                  <a:gd name="T8" fmla="*/ 0 w 1154"/>
                  <a:gd name="T9" fmla="*/ 183 h 183"/>
                </a:gdLst>
                <a:ahLst/>
                <a:cxnLst>
                  <a:cxn ang="0">
                    <a:pos x="T0" y="T1"/>
                  </a:cxn>
                  <a:cxn ang="0">
                    <a:pos x="T2" y="T3"/>
                  </a:cxn>
                  <a:cxn ang="0">
                    <a:pos x="T4" y="T5"/>
                  </a:cxn>
                  <a:cxn ang="0">
                    <a:pos x="T6" y="T7"/>
                  </a:cxn>
                  <a:cxn ang="0">
                    <a:pos x="T8" y="T9"/>
                  </a:cxn>
                </a:cxnLst>
                <a:rect l="0" t="0" r="r" b="b"/>
                <a:pathLst>
                  <a:path w="1154" h="183">
                    <a:moveTo>
                      <a:pt x="0" y="183"/>
                    </a:moveTo>
                    <a:lnTo>
                      <a:pt x="146" y="0"/>
                    </a:lnTo>
                    <a:lnTo>
                      <a:pt x="1154" y="0"/>
                    </a:lnTo>
                    <a:lnTo>
                      <a:pt x="1008" y="183"/>
                    </a:lnTo>
                    <a:lnTo>
                      <a:pt x="0" y="183"/>
                    </a:lnTo>
                    <a:close/>
                  </a:path>
                </a:pathLst>
              </a:custGeom>
              <a:solidFill>
                <a:srgbClr val="C9C9B6"/>
              </a:solidFill>
              <a:ln w="11113">
                <a:solidFill>
                  <a:srgbClr val="494936"/>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79" name="Freeform 69"/>
              <p:cNvSpPr>
                <a:spLocks/>
              </p:cNvSpPr>
              <p:nvPr/>
            </p:nvSpPr>
            <p:spPr bwMode="auto">
              <a:xfrm>
                <a:off x="4492" y="3786"/>
                <a:ext cx="146" cy="219"/>
              </a:xfrm>
              <a:custGeom>
                <a:avLst/>
                <a:gdLst>
                  <a:gd name="T0" fmla="*/ 0 w 146"/>
                  <a:gd name="T1" fmla="*/ 219 h 219"/>
                  <a:gd name="T2" fmla="*/ 146 w 146"/>
                  <a:gd name="T3" fmla="*/ 66 h 219"/>
                  <a:gd name="T4" fmla="*/ 146 w 146"/>
                  <a:gd name="T5" fmla="*/ 0 h 219"/>
                  <a:gd name="T6" fmla="*/ 0 w 146"/>
                  <a:gd name="T7" fmla="*/ 183 h 219"/>
                  <a:gd name="T8" fmla="*/ 0 w 146"/>
                  <a:gd name="T9" fmla="*/ 219 h 219"/>
                </a:gdLst>
                <a:ahLst/>
                <a:cxnLst>
                  <a:cxn ang="0">
                    <a:pos x="T0" y="T1"/>
                  </a:cxn>
                  <a:cxn ang="0">
                    <a:pos x="T2" y="T3"/>
                  </a:cxn>
                  <a:cxn ang="0">
                    <a:pos x="T4" y="T5"/>
                  </a:cxn>
                  <a:cxn ang="0">
                    <a:pos x="T6" y="T7"/>
                  </a:cxn>
                  <a:cxn ang="0">
                    <a:pos x="T8" y="T9"/>
                  </a:cxn>
                </a:cxnLst>
                <a:rect l="0" t="0" r="r" b="b"/>
                <a:pathLst>
                  <a:path w="146" h="219">
                    <a:moveTo>
                      <a:pt x="0" y="219"/>
                    </a:moveTo>
                    <a:lnTo>
                      <a:pt x="146" y="66"/>
                    </a:lnTo>
                    <a:lnTo>
                      <a:pt x="146" y="0"/>
                    </a:lnTo>
                    <a:lnTo>
                      <a:pt x="0" y="183"/>
                    </a:lnTo>
                    <a:lnTo>
                      <a:pt x="0" y="219"/>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80" name="Freeform 70"/>
              <p:cNvSpPr>
                <a:spLocks/>
              </p:cNvSpPr>
              <p:nvPr/>
            </p:nvSpPr>
            <p:spPr bwMode="auto">
              <a:xfrm>
                <a:off x="4492" y="3786"/>
                <a:ext cx="146" cy="219"/>
              </a:xfrm>
              <a:custGeom>
                <a:avLst/>
                <a:gdLst>
                  <a:gd name="T0" fmla="*/ 0 w 146"/>
                  <a:gd name="T1" fmla="*/ 219 h 219"/>
                  <a:gd name="T2" fmla="*/ 146 w 146"/>
                  <a:gd name="T3" fmla="*/ 66 h 219"/>
                  <a:gd name="T4" fmla="*/ 146 w 146"/>
                  <a:gd name="T5" fmla="*/ 0 h 219"/>
                  <a:gd name="T6" fmla="*/ 0 w 146"/>
                  <a:gd name="T7" fmla="*/ 183 h 219"/>
                  <a:gd name="T8" fmla="*/ 0 w 146"/>
                  <a:gd name="T9" fmla="*/ 219 h 219"/>
                </a:gdLst>
                <a:ahLst/>
                <a:cxnLst>
                  <a:cxn ang="0">
                    <a:pos x="T0" y="T1"/>
                  </a:cxn>
                  <a:cxn ang="0">
                    <a:pos x="T2" y="T3"/>
                  </a:cxn>
                  <a:cxn ang="0">
                    <a:pos x="T4" y="T5"/>
                  </a:cxn>
                  <a:cxn ang="0">
                    <a:pos x="T6" y="T7"/>
                  </a:cxn>
                  <a:cxn ang="0">
                    <a:pos x="T8" y="T9"/>
                  </a:cxn>
                </a:cxnLst>
                <a:rect l="0" t="0" r="r" b="b"/>
                <a:pathLst>
                  <a:path w="146" h="219">
                    <a:moveTo>
                      <a:pt x="0" y="219"/>
                    </a:moveTo>
                    <a:lnTo>
                      <a:pt x="146" y="66"/>
                    </a:lnTo>
                    <a:lnTo>
                      <a:pt x="146" y="0"/>
                    </a:lnTo>
                    <a:lnTo>
                      <a:pt x="0" y="183"/>
                    </a:lnTo>
                    <a:lnTo>
                      <a:pt x="0" y="219"/>
                    </a:lnTo>
                    <a:close/>
                  </a:path>
                </a:pathLst>
              </a:custGeom>
              <a:solidFill>
                <a:srgbClr val="7A7A5A"/>
              </a:solidFill>
              <a:ln w="11113">
                <a:solidFill>
                  <a:srgbClr val="494936"/>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81" name="Rectangle 71"/>
              <p:cNvSpPr>
                <a:spLocks noChangeArrowheads="1"/>
              </p:cNvSpPr>
              <p:nvPr/>
            </p:nvSpPr>
            <p:spPr bwMode="auto">
              <a:xfrm>
                <a:off x="3484" y="3969"/>
                <a:ext cx="1008" cy="36"/>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82" name="Rectangle 72"/>
              <p:cNvSpPr>
                <a:spLocks noChangeArrowheads="1"/>
              </p:cNvSpPr>
              <p:nvPr/>
            </p:nvSpPr>
            <p:spPr bwMode="auto">
              <a:xfrm>
                <a:off x="3487" y="3972"/>
                <a:ext cx="1002" cy="30"/>
              </a:xfrm>
              <a:prstGeom prst="rect">
                <a:avLst/>
              </a:prstGeom>
              <a:solidFill>
                <a:srgbClr val="B7B79D"/>
              </a:solidFill>
              <a:ln w="11113">
                <a:solidFill>
                  <a:srgbClr val="494936"/>
                </a:solidFill>
                <a:miter lim="800000"/>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83" name="Freeform 73"/>
              <p:cNvSpPr>
                <a:spLocks/>
              </p:cNvSpPr>
              <p:nvPr/>
            </p:nvSpPr>
            <p:spPr bwMode="auto">
              <a:xfrm>
                <a:off x="3674" y="3443"/>
                <a:ext cx="1037" cy="102"/>
              </a:xfrm>
              <a:custGeom>
                <a:avLst/>
                <a:gdLst>
                  <a:gd name="T0" fmla="*/ 0 w 1037"/>
                  <a:gd name="T1" fmla="*/ 102 h 102"/>
                  <a:gd name="T2" fmla="*/ 109 w 1037"/>
                  <a:gd name="T3" fmla="*/ 0 h 102"/>
                  <a:gd name="T4" fmla="*/ 1037 w 1037"/>
                  <a:gd name="T5" fmla="*/ 0 h 102"/>
                  <a:gd name="T6" fmla="*/ 934 w 1037"/>
                  <a:gd name="T7" fmla="*/ 102 h 102"/>
                  <a:gd name="T8" fmla="*/ 0 w 1037"/>
                  <a:gd name="T9" fmla="*/ 102 h 102"/>
                </a:gdLst>
                <a:ahLst/>
                <a:cxnLst>
                  <a:cxn ang="0">
                    <a:pos x="T0" y="T1"/>
                  </a:cxn>
                  <a:cxn ang="0">
                    <a:pos x="T2" y="T3"/>
                  </a:cxn>
                  <a:cxn ang="0">
                    <a:pos x="T4" y="T5"/>
                  </a:cxn>
                  <a:cxn ang="0">
                    <a:pos x="T6" y="T7"/>
                  </a:cxn>
                  <a:cxn ang="0">
                    <a:pos x="T8" y="T9"/>
                  </a:cxn>
                </a:cxnLst>
                <a:rect l="0" t="0" r="r" b="b"/>
                <a:pathLst>
                  <a:path w="1037" h="102">
                    <a:moveTo>
                      <a:pt x="0" y="102"/>
                    </a:moveTo>
                    <a:lnTo>
                      <a:pt x="109" y="0"/>
                    </a:lnTo>
                    <a:lnTo>
                      <a:pt x="1037" y="0"/>
                    </a:lnTo>
                    <a:lnTo>
                      <a:pt x="934" y="102"/>
                    </a:lnTo>
                    <a:lnTo>
                      <a:pt x="0" y="10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84" name="Freeform 74"/>
              <p:cNvSpPr>
                <a:spLocks/>
              </p:cNvSpPr>
              <p:nvPr/>
            </p:nvSpPr>
            <p:spPr bwMode="auto">
              <a:xfrm>
                <a:off x="3674" y="3443"/>
                <a:ext cx="1037" cy="102"/>
              </a:xfrm>
              <a:custGeom>
                <a:avLst/>
                <a:gdLst>
                  <a:gd name="T0" fmla="*/ 0 w 1037"/>
                  <a:gd name="T1" fmla="*/ 102 h 102"/>
                  <a:gd name="T2" fmla="*/ 109 w 1037"/>
                  <a:gd name="T3" fmla="*/ 0 h 102"/>
                  <a:gd name="T4" fmla="*/ 1037 w 1037"/>
                  <a:gd name="T5" fmla="*/ 0 h 102"/>
                  <a:gd name="T6" fmla="*/ 934 w 1037"/>
                  <a:gd name="T7" fmla="*/ 102 h 102"/>
                  <a:gd name="T8" fmla="*/ 0 w 1037"/>
                  <a:gd name="T9" fmla="*/ 102 h 102"/>
                </a:gdLst>
                <a:ahLst/>
                <a:cxnLst>
                  <a:cxn ang="0">
                    <a:pos x="T0" y="T1"/>
                  </a:cxn>
                  <a:cxn ang="0">
                    <a:pos x="T2" y="T3"/>
                  </a:cxn>
                  <a:cxn ang="0">
                    <a:pos x="T4" y="T5"/>
                  </a:cxn>
                  <a:cxn ang="0">
                    <a:pos x="T6" y="T7"/>
                  </a:cxn>
                  <a:cxn ang="0">
                    <a:pos x="T8" y="T9"/>
                  </a:cxn>
                </a:cxnLst>
                <a:rect l="0" t="0" r="r" b="b"/>
                <a:pathLst>
                  <a:path w="1037" h="102">
                    <a:moveTo>
                      <a:pt x="0" y="102"/>
                    </a:moveTo>
                    <a:lnTo>
                      <a:pt x="109" y="0"/>
                    </a:lnTo>
                    <a:lnTo>
                      <a:pt x="1037" y="0"/>
                    </a:lnTo>
                    <a:lnTo>
                      <a:pt x="934" y="102"/>
                    </a:lnTo>
                    <a:lnTo>
                      <a:pt x="0" y="102"/>
                    </a:lnTo>
                    <a:close/>
                  </a:path>
                </a:pathLst>
              </a:custGeom>
              <a:solidFill>
                <a:srgbClr val="000000"/>
              </a:solidFill>
              <a:ln w="11113">
                <a:solidFill>
                  <a:srgbClr val="000000"/>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85" name="Freeform 75"/>
              <p:cNvSpPr>
                <a:spLocks/>
              </p:cNvSpPr>
              <p:nvPr/>
            </p:nvSpPr>
            <p:spPr bwMode="auto">
              <a:xfrm>
                <a:off x="3666" y="2698"/>
                <a:ext cx="1030" cy="95"/>
              </a:xfrm>
              <a:custGeom>
                <a:avLst/>
                <a:gdLst>
                  <a:gd name="T0" fmla="*/ 0 w 1030"/>
                  <a:gd name="T1" fmla="*/ 95 h 95"/>
                  <a:gd name="T2" fmla="*/ 103 w 1030"/>
                  <a:gd name="T3" fmla="*/ 0 h 95"/>
                  <a:gd name="T4" fmla="*/ 1030 w 1030"/>
                  <a:gd name="T5" fmla="*/ 0 h 95"/>
                  <a:gd name="T6" fmla="*/ 928 w 1030"/>
                  <a:gd name="T7" fmla="*/ 95 h 95"/>
                  <a:gd name="T8" fmla="*/ 0 w 1030"/>
                  <a:gd name="T9" fmla="*/ 95 h 95"/>
                </a:gdLst>
                <a:ahLst/>
                <a:cxnLst>
                  <a:cxn ang="0">
                    <a:pos x="T0" y="T1"/>
                  </a:cxn>
                  <a:cxn ang="0">
                    <a:pos x="T2" y="T3"/>
                  </a:cxn>
                  <a:cxn ang="0">
                    <a:pos x="T4" y="T5"/>
                  </a:cxn>
                  <a:cxn ang="0">
                    <a:pos x="T6" y="T7"/>
                  </a:cxn>
                  <a:cxn ang="0">
                    <a:pos x="T8" y="T9"/>
                  </a:cxn>
                </a:cxnLst>
                <a:rect l="0" t="0" r="r" b="b"/>
                <a:pathLst>
                  <a:path w="1030" h="95">
                    <a:moveTo>
                      <a:pt x="0" y="95"/>
                    </a:moveTo>
                    <a:lnTo>
                      <a:pt x="103" y="0"/>
                    </a:lnTo>
                    <a:lnTo>
                      <a:pt x="1030" y="0"/>
                    </a:lnTo>
                    <a:lnTo>
                      <a:pt x="928" y="95"/>
                    </a:lnTo>
                    <a:lnTo>
                      <a:pt x="0" y="9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86" name="Freeform 76"/>
              <p:cNvSpPr>
                <a:spLocks/>
              </p:cNvSpPr>
              <p:nvPr/>
            </p:nvSpPr>
            <p:spPr bwMode="auto">
              <a:xfrm>
                <a:off x="3666" y="2698"/>
                <a:ext cx="1030" cy="95"/>
              </a:xfrm>
              <a:custGeom>
                <a:avLst/>
                <a:gdLst>
                  <a:gd name="T0" fmla="*/ 0 w 1030"/>
                  <a:gd name="T1" fmla="*/ 95 h 95"/>
                  <a:gd name="T2" fmla="*/ 103 w 1030"/>
                  <a:gd name="T3" fmla="*/ 0 h 95"/>
                  <a:gd name="T4" fmla="*/ 1030 w 1030"/>
                  <a:gd name="T5" fmla="*/ 0 h 95"/>
                  <a:gd name="T6" fmla="*/ 928 w 1030"/>
                  <a:gd name="T7" fmla="*/ 95 h 95"/>
                  <a:gd name="T8" fmla="*/ 0 w 1030"/>
                  <a:gd name="T9" fmla="*/ 95 h 95"/>
                </a:gdLst>
                <a:ahLst/>
                <a:cxnLst>
                  <a:cxn ang="0">
                    <a:pos x="T0" y="T1"/>
                  </a:cxn>
                  <a:cxn ang="0">
                    <a:pos x="T2" y="T3"/>
                  </a:cxn>
                  <a:cxn ang="0">
                    <a:pos x="T4" y="T5"/>
                  </a:cxn>
                  <a:cxn ang="0">
                    <a:pos x="T6" y="T7"/>
                  </a:cxn>
                  <a:cxn ang="0">
                    <a:pos x="T8" y="T9"/>
                  </a:cxn>
                </a:cxnLst>
                <a:rect l="0" t="0" r="r" b="b"/>
                <a:pathLst>
                  <a:path w="1030" h="95">
                    <a:moveTo>
                      <a:pt x="0" y="95"/>
                    </a:moveTo>
                    <a:lnTo>
                      <a:pt x="103" y="0"/>
                    </a:lnTo>
                    <a:lnTo>
                      <a:pt x="1030" y="0"/>
                    </a:lnTo>
                    <a:lnTo>
                      <a:pt x="928" y="95"/>
                    </a:lnTo>
                    <a:lnTo>
                      <a:pt x="0" y="95"/>
                    </a:lnTo>
                    <a:close/>
                  </a:path>
                </a:pathLst>
              </a:custGeom>
              <a:solidFill>
                <a:srgbClr val="C9C9B6"/>
              </a:solidFill>
              <a:ln w="11113">
                <a:solidFill>
                  <a:srgbClr val="494936"/>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87" name="Rectangle 77"/>
              <p:cNvSpPr>
                <a:spLocks noChangeArrowheads="1"/>
              </p:cNvSpPr>
              <p:nvPr/>
            </p:nvSpPr>
            <p:spPr bwMode="auto">
              <a:xfrm>
                <a:off x="3669" y="2796"/>
                <a:ext cx="929" cy="732"/>
              </a:xfrm>
              <a:prstGeom prst="rect">
                <a:avLst/>
              </a:prstGeom>
              <a:solidFill>
                <a:srgbClr val="B7B79D"/>
              </a:solidFill>
              <a:ln w="11113">
                <a:solidFill>
                  <a:srgbClr val="494936"/>
                </a:solidFill>
                <a:miter lim="800000"/>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88" name="Rectangle 78"/>
              <p:cNvSpPr>
                <a:spLocks noChangeArrowheads="1"/>
              </p:cNvSpPr>
              <p:nvPr/>
            </p:nvSpPr>
            <p:spPr bwMode="auto">
              <a:xfrm>
                <a:off x="3750" y="2891"/>
                <a:ext cx="768" cy="564"/>
              </a:xfrm>
              <a:prstGeom prst="rect">
                <a:avLst/>
              </a:prstGeom>
              <a:solidFill>
                <a:srgbClr val="FFFFFF"/>
              </a:solidFill>
              <a:ln w="11113">
                <a:solidFill>
                  <a:srgbClr val="494936"/>
                </a:solidFill>
                <a:miter lim="800000"/>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89" name="Freeform 79"/>
              <p:cNvSpPr>
                <a:spLocks/>
              </p:cNvSpPr>
              <p:nvPr/>
            </p:nvSpPr>
            <p:spPr bwMode="auto">
              <a:xfrm>
                <a:off x="4594" y="2698"/>
                <a:ext cx="102" cy="825"/>
              </a:xfrm>
              <a:custGeom>
                <a:avLst/>
                <a:gdLst>
                  <a:gd name="T0" fmla="*/ 0 w 102"/>
                  <a:gd name="T1" fmla="*/ 825 h 825"/>
                  <a:gd name="T2" fmla="*/ 102 w 102"/>
                  <a:gd name="T3" fmla="*/ 723 h 825"/>
                  <a:gd name="T4" fmla="*/ 102 w 102"/>
                  <a:gd name="T5" fmla="*/ 0 h 825"/>
                  <a:gd name="T6" fmla="*/ 0 w 102"/>
                  <a:gd name="T7" fmla="*/ 95 h 825"/>
                  <a:gd name="T8" fmla="*/ 0 w 102"/>
                  <a:gd name="T9" fmla="*/ 825 h 825"/>
                </a:gdLst>
                <a:ahLst/>
                <a:cxnLst>
                  <a:cxn ang="0">
                    <a:pos x="T0" y="T1"/>
                  </a:cxn>
                  <a:cxn ang="0">
                    <a:pos x="T2" y="T3"/>
                  </a:cxn>
                  <a:cxn ang="0">
                    <a:pos x="T4" y="T5"/>
                  </a:cxn>
                  <a:cxn ang="0">
                    <a:pos x="T6" y="T7"/>
                  </a:cxn>
                  <a:cxn ang="0">
                    <a:pos x="T8" y="T9"/>
                  </a:cxn>
                </a:cxnLst>
                <a:rect l="0" t="0" r="r" b="b"/>
                <a:pathLst>
                  <a:path w="102" h="825">
                    <a:moveTo>
                      <a:pt x="0" y="825"/>
                    </a:moveTo>
                    <a:lnTo>
                      <a:pt x="102" y="723"/>
                    </a:lnTo>
                    <a:lnTo>
                      <a:pt x="102" y="0"/>
                    </a:lnTo>
                    <a:lnTo>
                      <a:pt x="0" y="95"/>
                    </a:lnTo>
                    <a:lnTo>
                      <a:pt x="0" y="82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90" name="Freeform 80"/>
              <p:cNvSpPr>
                <a:spLocks/>
              </p:cNvSpPr>
              <p:nvPr/>
            </p:nvSpPr>
            <p:spPr bwMode="auto">
              <a:xfrm>
                <a:off x="4594" y="2698"/>
                <a:ext cx="102" cy="825"/>
              </a:xfrm>
              <a:custGeom>
                <a:avLst/>
                <a:gdLst>
                  <a:gd name="T0" fmla="*/ 0 w 102"/>
                  <a:gd name="T1" fmla="*/ 825 h 825"/>
                  <a:gd name="T2" fmla="*/ 102 w 102"/>
                  <a:gd name="T3" fmla="*/ 723 h 825"/>
                  <a:gd name="T4" fmla="*/ 102 w 102"/>
                  <a:gd name="T5" fmla="*/ 0 h 825"/>
                  <a:gd name="T6" fmla="*/ 0 w 102"/>
                  <a:gd name="T7" fmla="*/ 95 h 825"/>
                  <a:gd name="T8" fmla="*/ 0 w 102"/>
                  <a:gd name="T9" fmla="*/ 825 h 825"/>
                </a:gdLst>
                <a:ahLst/>
                <a:cxnLst>
                  <a:cxn ang="0">
                    <a:pos x="T0" y="T1"/>
                  </a:cxn>
                  <a:cxn ang="0">
                    <a:pos x="T2" y="T3"/>
                  </a:cxn>
                  <a:cxn ang="0">
                    <a:pos x="T4" y="T5"/>
                  </a:cxn>
                  <a:cxn ang="0">
                    <a:pos x="T6" y="T7"/>
                  </a:cxn>
                  <a:cxn ang="0">
                    <a:pos x="T8" y="T9"/>
                  </a:cxn>
                </a:cxnLst>
                <a:rect l="0" t="0" r="r" b="b"/>
                <a:pathLst>
                  <a:path w="102" h="825">
                    <a:moveTo>
                      <a:pt x="0" y="825"/>
                    </a:moveTo>
                    <a:lnTo>
                      <a:pt x="102" y="723"/>
                    </a:lnTo>
                    <a:lnTo>
                      <a:pt x="102" y="0"/>
                    </a:lnTo>
                    <a:lnTo>
                      <a:pt x="0" y="95"/>
                    </a:lnTo>
                    <a:lnTo>
                      <a:pt x="0" y="825"/>
                    </a:lnTo>
                    <a:close/>
                  </a:path>
                </a:pathLst>
              </a:custGeom>
              <a:solidFill>
                <a:srgbClr val="7A7A5A"/>
              </a:solidFill>
              <a:ln w="11113">
                <a:solidFill>
                  <a:srgbClr val="494936"/>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grpSp>
        <p:pic>
          <p:nvPicPr>
            <p:cNvPr id="91" name="Picture 8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07283" y="4892397"/>
              <a:ext cx="944563"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2" name="Line 82"/>
            <p:cNvSpPr>
              <a:spLocks noChangeShapeType="1"/>
            </p:cNvSpPr>
            <p:nvPr/>
          </p:nvSpPr>
          <p:spPr bwMode="auto">
            <a:xfrm flipV="1">
              <a:off x="3527671" y="6132235"/>
              <a:ext cx="719137" cy="287337"/>
            </a:xfrm>
            <a:prstGeom prst="line">
              <a:avLst/>
            </a:prstGeom>
            <a:noFill/>
            <a:ln w="3810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93" name="Line 83"/>
            <p:cNvSpPr>
              <a:spLocks noChangeShapeType="1"/>
            </p:cNvSpPr>
            <p:nvPr/>
          </p:nvSpPr>
          <p:spPr bwMode="auto">
            <a:xfrm flipH="1" flipV="1">
              <a:off x="4464295" y="6132234"/>
              <a:ext cx="1008062" cy="215900"/>
            </a:xfrm>
            <a:prstGeom prst="line">
              <a:avLst/>
            </a:prstGeom>
            <a:noFill/>
            <a:ln w="3810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grpSp>
          <p:nvGrpSpPr>
            <p:cNvPr id="94" name="Group 84"/>
            <p:cNvGrpSpPr>
              <a:grpSpLocks/>
            </p:cNvGrpSpPr>
            <p:nvPr/>
          </p:nvGrpSpPr>
          <p:grpSpPr bwMode="auto">
            <a:xfrm flipH="1">
              <a:off x="5077070" y="6259234"/>
              <a:ext cx="539750" cy="520700"/>
              <a:chOff x="3477" y="2698"/>
              <a:chExt cx="1445" cy="1307"/>
            </a:xfrm>
          </p:grpSpPr>
          <p:sp>
            <p:nvSpPr>
              <p:cNvPr id="95" name="Rectangle 85"/>
              <p:cNvSpPr>
                <a:spLocks noChangeArrowheads="1"/>
              </p:cNvSpPr>
              <p:nvPr/>
            </p:nvSpPr>
            <p:spPr bwMode="auto">
              <a:xfrm>
                <a:off x="3477" y="3574"/>
                <a:ext cx="1307" cy="241"/>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96" name="Rectangle 86"/>
              <p:cNvSpPr>
                <a:spLocks noChangeArrowheads="1"/>
              </p:cNvSpPr>
              <p:nvPr/>
            </p:nvSpPr>
            <p:spPr bwMode="auto">
              <a:xfrm>
                <a:off x="3480" y="3577"/>
                <a:ext cx="1301" cy="235"/>
              </a:xfrm>
              <a:prstGeom prst="rect">
                <a:avLst/>
              </a:prstGeom>
              <a:solidFill>
                <a:srgbClr val="B7B79D"/>
              </a:solidFill>
              <a:ln w="11113">
                <a:solidFill>
                  <a:srgbClr val="494936"/>
                </a:solidFill>
                <a:miter lim="800000"/>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97" name="Freeform 87"/>
              <p:cNvSpPr>
                <a:spLocks/>
              </p:cNvSpPr>
              <p:nvPr/>
            </p:nvSpPr>
            <p:spPr bwMode="auto">
              <a:xfrm>
                <a:off x="3477" y="3443"/>
                <a:ext cx="1445" cy="131"/>
              </a:xfrm>
              <a:custGeom>
                <a:avLst/>
                <a:gdLst>
                  <a:gd name="T0" fmla="*/ 0 w 1445"/>
                  <a:gd name="T1" fmla="*/ 131 h 131"/>
                  <a:gd name="T2" fmla="*/ 138 w 1445"/>
                  <a:gd name="T3" fmla="*/ 0 h 131"/>
                  <a:gd name="T4" fmla="*/ 1445 w 1445"/>
                  <a:gd name="T5" fmla="*/ 0 h 131"/>
                  <a:gd name="T6" fmla="*/ 1307 w 1445"/>
                  <a:gd name="T7" fmla="*/ 131 h 131"/>
                  <a:gd name="T8" fmla="*/ 0 w 1445"/>
                  <a:gd name="T9" fmla="*/ 131 h 131"/>
                </a:gdLst>
                <a:ahLst/>
                <a:cxnLst>
                  <a:cxn ang="0">
                    <a:pos x="T0" y="T1"/>
                  </a:cxn>
                  <a:cxn ang="0">
                    <a:pos x="T2" y="T3"/>
                  </a:cxn>
                  <a:cxn ang="0">
                    <a:pos x="T4" y="T5"/>
                  </a:cxn>
                  <a:cxn ang="0">
                    <a:pos x="T6" y="T7"/>
                  </a:cxn>
                  <a:cxn ang="0">
                    <a:pos x="T8" y="T9"/>
                  </a:cxn>
                </a:cxnLst>
                <a:rect l="0" t="0" r="r" b="b"/>
                <a:pathLst>
                  <a:path w="1445" h="131">
                    <a:moveTo>
                      <a:pt x="0" y="131"/>
                    </a:moveTo>
                    <a:lnTo>
                      <a:pt x="138" y="0"/>
                    </a:lnTo>
                    <a:lnTo>
                      <a:pt x="1445" y="0"/>
                    </a:lnTo>
                    <a:lnTo>
                      <a:pt x="1307" y="131"/>
                    </a:lnTo>
                    <a:lnTo>
                      <a:pt x="0" y="13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98" name="Freeform 88"/>
              <p:cNvSpPr>
                <a:spLocks/>
              </p:cNvSpPr>
              <p:nvPr/>
            </p:nvSpPr>
            <p:spPr bwMode="auto">
              <a:xfrm>
                <a:off x="3477" y="3443"/>
                <a:ext cx="1445" cy="131"/>
              </a:xfrm>
              <a:custGeom>
                <a:avLst/>
                <a:gdLst>
                  <a:gd name="T0" fmla="*/ 0 w 1445"/>
                  <a:gd name="T1" fmla="*/ 131 h 131"/>
                  <a:gd name="T2" fmla="*/ 138 w 1445"/>
                  <a:gd name="T3" fmla="*/ 0 h 131"/>
                  <a:gd name="T4" fmla="*/ 1445 w 1445"/>
                  <a:gd name="T5" fmla="*/ 0 h 131"/>
                  <a:gd name="T6" fmla="*/ 1307 w 1445"/>
                  <a:gd name="T7" fmla="*/ 131 h 131"/>
                  <a:gd name="T8" fmla="*/ 0 w 1445"/>
                  <a:gd name="T9" fmla="*/ 131 h 131"/>
                </a:gdLst>
                <a:ahLst/>
                <a:cxnLst>
                  <a:cxn ang="0">
                    <a:pos x="T0" y="T1"/>
                  </a:cxn>
                  <a:cxn ang="0">
                    <a:pos x="T2" y="T3"/>
                  </a:cxn>
                  <a:cxn ang="0">
                    <a:pos x="T4" y="T5"/>
                  </a:cxn>
                  <a:cxn ang="0">
                    <a:pos x="T6" y="T7"/>
                  </a:cxn>
                  <a:cxn ang="0">
                    <a:pos x="T8" y="T9"/>
                  </a:cxn>
                </a:cxnLst>
                <a:rect l="0" t="0" r="r" b="b"/>
                <a:pathLst>
                  <a:path w="1445" h="131">
                    <a:moveTo>
                      <a:pt x="0" y="131"/>
                    </a:moveTo>
                    <a:lnTo>
                      <a:pt x="138" y="0"/>
                    </a:lnTo>
                    <a:lnTo>
                      <a:pt x="1445" y="0"/>
                    </a:lnTo>
                    <a:lnTo>
                      <a:pt x="1307" y="131"/>
                    </a:lnTo>
                    <a:lnTo>
                      <a:pt x="0" y="131"/>
                    </a:lnTo>
                    <a:close/>
                  </a:path>
                </a:pathLst>
              </a:custGeom>
              <a:solidFill>
                <a:srgbClr val="C9C9B6"/>
              </a:solidFill>
              <a:ln w="11113">
                <a:solidFill>
                  <a:srgbClr val="494936"/>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99" name="Line 89"/>
              <p:cNvSpPr>
                <a:spLocks noChangeShapeType="1"/>
              </p:cNvSpPr>
              <p:nvPr/>
            </p:nvSpPr>
            <p:spPr bwMode="auto">
              <a:xfrm flipH="1">
                <a:off x="4397" y="3684"/>
                <a:ext cx="314" cy="1"/>
              </a:xfrm>
              <a:prstGeom prst="line">
                <a:avLst/>
              </a:prstGeom>
              <a:noFill/>
              <a:ln w="349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100" name="Freeform 90"/>
              <p:cNvSpPr>
                <a:spLocks/>
              </p:cNvSpPr>
              <p:nvPr/>
            </p:nvSpPr>
            <p:spPr bwMode="auto">
              <a:xfrm>
                <a:off x="4784" y="3443"/>
                <a:ext cx="138" cy="372"/>
              </a:xfrm>
              <a:custGeom>
                <a:avLst/>
                <a:gdLst>
                  <a:gd name="T0" fmla="*/ 0 w 138"/>
                  <a:gd name="T1" fmla="*/ 372 h 372"/>
                  <a:gd name="T2" fmla="*/ 138 w 138"/>
                  <a:gd name="T3" fmla="*/ 234 h 372"/>
                  <a:gd name="T4" fmla="*/ 138 w 138"/>
                  <a:gd name="T5" fmla="*/ 0 h 372"/>
                  <a:gd name="T6" fmla="*/ 0 w 138"/>
                  <a:gd name="T7" fmla="*/ 131 h 372"/>
                  <a:gd name="T8" fmla="*/ 0 w 138"/>
                  <a:gd name="T9" fmla="*/ 372 h 372"/>
                </a:gdLst>
                <a:ahLst/>
                <a:cxnLst>
                  <a:cxn ang="0">
                    <a:pos x="T0" y="T1"/>
                  </a:cxn>
                  <a:cxn ang="0">
                    <a:pos x="T2" y="T3"/>
                  </a:cxn>
                  <a:cxn ang="0">
                    <a:pos x="T4" y="T5"/>
                  </a:cxn>
                  <a:cxn ang="0">
                    <a:pos x="T6" y="T7"/>
                  </a:cxn>
                  <a:cxn ang="0">
                    <a:pos x="T8" y="T9"/>
                  </a:cxn>
                </a:cxnLst>
                <a:rect l="0" t="0" r="r" b="b"/>
                <a:pathLst>
                  <a:path w="138" h="372">
                    <a:moveTo>
                      <a:pt x="0" y="372"/>
                    </a:moveTo>
                    <a:lnTo>
                      <a:pt x="138" y="234"/>
                    </a:lnTo>
                    <a:lnTo>
                      <a:pt x="138" y="0"/>
                    </a:lnTo>
                    <a:lnTo>
                      <a:pt x="0" y="131"/>
                    </a:lnTo>
                    <a:lnTo>
                      <a:pt x="0" y="372"/>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101" name="Freeform 91"/>
              <p:cNvSpPr>
                <a:spLocks/>
              </p:cNvSpPr>
              <p:nvPr/>
            </p:nvSpPr>
            <p:spPr bwMode="auto">
              <a:xfrm>
                <a:off x="4784" y="3443"/>
                <a:ext cx="138" cy="372"/>
              </a:xfrm>
              <a:custGeom>
                <a:avLst/>
                <a:gdLst>
                  <a:gd name="T0" fmla="*/ 0 w 138"/>
                  <a:gd name="T1" fmla="*/ 372 h 372"/>
                  <a:gd name="T2" fmla="*/ 138 w 138"/>
                  <a:gd name="T3" fmla="*/ 234 h 372"/>
                  <a:gd name="T4" fmla="*/ 138 w 138"/>
                  <a:gd name="T5" fmla="*/ 0 h 372"/>
                  <a:gd name="T6" fmla="*/ 0 w 138"/>
                  <a:gd name="T7" fmla="*/ 131 h 372"/>
                  <a:gd name="T8" fmla="*/ 0 w 138"/>
                  <a:gd name="T9" fmla="*/ 372 h 372"/>
                </a:gdLst>
                <a:ahLst/>
                <a:cxnLst>
                  <a:cxn ang="0">
                    <a:pos x="T0" y="T1"/>
                  </a:cxn>
                  <a:cxn ang="0">
                    <a:pos x="T2" y="T3"/>
                  </a:cxn>
                  <a:cxn ang="0">
                    <a:pos x="T4" y="T5"/>
                  </a:cxn>
                  <a:cxn ang="0">
                    <a:pos x="T6" y="T7"/>
                  </a:cxn>
                  <a:cxn ang="0">
                    <a:pos x="T8" y="T9"/>
                  </a:cxn>
                </a:cxnLst>
                <a:rect l="0" t="0" r="r" b="b"/>
                <a:pathLst>
                  <a:path w="138" h="372">
                    <a:moveTo>
                      <a:pt x="0" y="372"/>
                    </a:moveTo>
                    <a:lnTo>
                      <a:pt x="138" y="234"/>
                    </a:lnTo>
                    <a:lnTo>
                      <a:pt x="138" y="0"/>
                    </a:lnTo>
                    <a:lnTo>
                      <a:pt x="0" y="131"/>
                    </a:lnTo>
                    <a:lnTo>
                      <a:pt x="0" y="372"/>
                    </a:lnTo>
                    <a:close/>
                  </a:path>
                </a:pathLst>
              </a:custGeom>
              <a:solidFill>
                <a:srgbClr val="7A7A5A"/>
              </a:solidFill>
              <a:ln w="11113">
                <a:solidFill>
                  <a:srgbClr val="494936"/>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102" name="Freeform 92"/>
              <p:cNvSpPr>
                <a:spLocks/>
              </p:cNvSpPr>
              <p:nvPr/>
            </p:nvSpPr>
            <p:spPr bwMode="auto">
              <a:xfrm>
                <a:off x="3484" y="3786"/>
                <a:ext cx="1154" cy="183"/>
              </a:xfrm>
              <a:custGeom>
                <a:avLst/>
                <a:gdLst>
                  <a:gd name="T0" fmla="*/ 0 w 1154"/>
                  <a:gd name="T1" fmla="*/ 183 h 183"/>
                  <a:gd name="T2" fmla="*/ 146 w 1154"/>
                  <a:gd name="T3" fmla="*/ 0 h 183"/>
                  <a:gd name="T4" fmla="*/ 1154 w 1154"/>
                  <a:gd name="T5" fmla="*/ 0 h 183"/>
                  <a:gd name="T6" fmla="*/ 1008 w 1154"/>
                  <a:gd name="T7" fmla="*/ 183 h 183"/>
                  <a:gd name="T8" fmla="*/ 0 w 1154"/>
                  <a:gd name="T9" fmla="*/ 183 h 183"/>
                </a:gdLst>
                <a:ahLst/>
                <a:cxnLst>
                  <a:cxn ang="0">
                    <a:pos x="T0" y="T1"/>
                  </a:cxn>
                  <a:cxn ang="0">
                    <a:pos x="T2" y="T3"/>
                  </a:cxn>
                  <a:cxn ang="0">
                    <a:pos x="T4" y="T5"/>
                  </a:cxn>
                  <a:cxn ang="0">
                    <a:pos x="T6" y="T7"/>
                  </a:cxn>
                  <a:cxn ang="0">
                    <a:pos x="T8" y="T9"/>
                  </a:cxn>
                </a:cxnLst>
                <a:rect l="0" t="0" r="r" b="b"/>
                <a:pathLst>
                  <a:path w="1154" h="183">
                    <a:moveTo>
                      <a:pt x="0" y="183"/>
                    </a:moveTo>
                    <a:lnTo>
                      <a:pt x="146" y="0"/>
                    </a:lnTo>
                    <a:lnTo>
                      <a:pt x="1154" y="0"/>
                    </a:lnTo>
                    <a:lnTo>
                      <a:pt x="1008" y="183"/>
                    </a:lnTo>
                    <a:lnTo>
                      <a:pt x="0" y="18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103" name="Freeform 93"/>
              <p:cNvSpPr>
                <a:spLocks/>
              </p:cNvSpPr>
              <p:nvPr/>
            </p:nvSpPr>
            <p:spPr bwMode="auto">
              <a:xfrm>
                <a:off x="3484" y="3786"/>
                <a:ext cx="1154" cy="183"/>
              </a:xfrm>
              <a:custGeom>
                <a:avLst/>
                <a:gdLst>
                  <a:gd name="T0" fmla="*/ 0 w 1154"/>
                  <a:gd name="T1" fmla="*/ 183 h 183"/>
                  <a:gd name="T2" fmla="*/ 146 w 1154"/>
                  <a:gd name="T3" fmla="*/ 0 h 183"/>
                  <a:gd name="T4" fmla="*/ 1154 w 1154"/>
                  <a:gd name="T5" fmla="*/ 0 h 183"/>
                  <a:gd name="T6" fmla="*/ 1008 w 1154"/>
                  <a:gd name="T7" fmla="*/ 183 h 183"/>
                  <a:gd name="T8" fmla="*/ 0 w 1154"/>
                  <a:gd name="T9" fmla="*/ 183 h 183"/>
                </a:gdLst>
                <a:ahLst/>
                <a:cxnLst>
                  <a:cxn ang="0">
                    <a:pos x="T0" y="T1"/>
                  </a:cxn>
                  <a:cxn ang="0">
                    <a:pos x="T2" y="T3"/>
                  </a:cxn>
                  <a:cxn ang="0">
                    <a:pos x="T4" y="T5"/>
                  </a:cxn>
                  <a:cxn ang="0">
                    <a:pos x="T6" y="T7"/>
                  </a:cxn>
                  <a:cxn ang="0">
                    <a:pos x="T8" y="T9"/>
                  </a:cxn>
                </a:cxnLst>
                <a:rect l="0" t="0" r="r" b="b"/>
                <a:pathLst>
                  <a:path w="1154" h="183">
                    <a:moveTo>
                      <a:pt x="0" y="183"/>
                    </a:moveTo>
                    <a:lnTo>
                      <a:pt x="146" y="0"/>
                    </a:lnTo>
                    <a:lnTo>
                      <a:pt x="1154" y="0"/>
                    </a:lnTo>
                    <a:lnTo>
                      <a:pt x="1008" y="183"/>
                    </a:lnTo>
                    <a:lnTo>
                      <a:pt x="0" y="183"/>
                    </a:lnTo>
                    <a:close/>
                  </a:path>
                </a:pathLst>
              </a:custGeom>
              <a:solidFill>
                <a:srgbClr val="C9C9B6"/>
              </a:solidFill>
              <a:ln w="11113">
                <a:solidFill>
                  <a:srgbClr val="494936"/>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104" name="Freeform 94"/>
              <p:cNvSpPr>
                <a:spLocks/>
              </p:cNvSpPr>
              <p:nvPr/>
            </p:nvSpPr>
            <p:spPr bwMode="auto">
              <a:xfrm>
                <a:off x="4492" y="3786"/>
                <a:ext cx="146" cy="219"/>
              </a:xfrm>
              <a:custGeom>
                <a:avLst/>
                <a:gdLst>
                  <a:gd name="T0" fmla="*/ 0 w 146"/>
                  <a:gd name="T1" fmla="*/ 219 h 219"/>
                  <a:gd name="T2" fmla="*/ 146 w 146"/>
                  <a:gd name="T3" fmla="*/ 66 h 219"/>
                  <a:gd name="T4" fmla="*/ 146 w 146"/>
                  <a:gd name="T5" fmla="*/ 0 h 219"/>
                  <a:gd name="T6" fmla="*/ 0 w 146"/>
                  <a:gd name="T7" fmla="*/ 183 h 219"/>
                  <a:gd name="T8" fmla="*/ 0 w 146"/>
                  <a:gd name="T9" fmla="*/ 219 h 219"/>
                </a:gdLst>
                <a:ahLst/>
                <a:cxnLst>
                  <a:cxn ang="0">
                    <a:pos x="T0" y="T1"/>
                  </a:cxn>
                  <a:cxn ang="0">
                    <a:pos x="T2" y="T3"/>
                  </a:cxn>
                  <a:cxn ang="0">
                    <a:pos x="T4" y="T5"/>
                  </a:cxn>
                  <a:cxn ang="0">
                    <a:pos x="T6" y="T7"/>
                  </a:cxn>
                  <a:cxn ang="0">
                    <a:pos x="T8" y="T9"/>
                  </a:cxn>
                </a:cxnLst>
                <a:rect l="0" t="0" r="r" b="b"/>
                <a:pathLst>
                  <a:path w="146" h="219">
                    <a:moveTo>
                      <a:pt x="0" y="219"/>
                    </a:moveTo>
                    <a:lnTo>
                      <a:pt x="146" y="66"/>
                    </a:lnTo>
                    <a:lnTo>
                      <a:pt x="146" y="0"/>
                    </a:lnTo>
                    <a:lnTo>
                      <a:pt x="0" y="183"/>
                    </a:lnTo>
                    <a:lnTo>
                      <a:pt x="0" y="219"/>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105" name="Freeform 95"/>
              <p:cNvSpPr>
                <a:spLocks/>
              </p:cNvSpPr>
              <p:nvPr/>
            </p:nvSpPr>
            <p:spPr bwMode="auto">
              <a:xfrm>
                <a:off x="4492" y="3786"/>
                <a:ext cx="146" cy="219"/>
              </a:xfrm>
              <a:custGeom>
                <a:avLst/>
                <a:gdLst>
                  <a:gd name="T0" fmla="*/ 0 w 146"/>
                  <a:gd name="T1" fmla="*/ 219 h 219"/>
                  <a:gd name="T2" fmla="*/ 146 w 146"/>
                  <a:gd name="T3" fmla="*/ 66 h 219"/>
                  <a:gd name="T4" fmla="*/ 146 w 146"/>
                  <a:gd name="T5" fmla="*/ 0 h 219"/>
                  <a:gd name="T6" fmla="*/ 0 w 146"/>
                  <a:gd name="T7" fmla="*/ 183 h 219"/>
                  <a:gd name="T8" fmla="*/ 0 w 146"/>
                  <a:gd name="T9" fmla="*/ 219 h 219"/>
                </a:gdLst>
                <a:ahLst/>
                <a:cxnLst>
                  <a:cxn ang="0">
                    <a:pos x="T0" y="T1"/>
                  </a:cxn>
                  <a:cxn ang="0">
                    <a:pos x="T2" y="T3"/>
                  </a:cxn>
                  <a:cxn ang="0">
                    <a:pos x="T4" y="T5"/>
                  </a:cxn>
                  <a:cxn ang="0">
                    <a:pos x="T6" y="T7"/>
                  </a:cxn>
                  <a:cxn ang="0">
                    <a:pos x="T8" y="T9"/>
                  </a:cxn>
                </a:cxnLst>
                <a:rect l="0" t="0" r="r" b="b"/>
                <a:pathLst>
                  <a:path w="146" h="219">
                    <a:moveTo>
                      <a:pt x="0" y="219"/>
                    </a:moveTo>
                    <a:lnTo>
                      <a:pt x="146" y="66"/>
                    </a:lnTo>
                    <a:lnTo>
                      <a:pt x="146" y="0"/>
                    </a:lnTo>
                    <a:lnTo>
                      <a:pt x="0" y="183"/>
                    </a:lnTo>
                    <a:lnTo>
                      <a:pt x="0" y="219"/>
                    </a:lnTo>
                    <a:close/>
                  </a:path>
                </a:pathLst>
              </a:custGeom>
              <a:solidFill>
                <a:srgbClr val="7A7A5A"/>
              </a:solidFill>
              <a:ln w="11113">
                <a:solidFill>
                  <a:srgbClr val="494936"/>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106" name="Rectangle 96"/>
              <p:cNvSpPr>
                <a:spLocks noChangeArrowheads="1"/>
              </p:cNvSpPr>
              <p:nvPr/>
            </p:nvSpPr>
            <p:spPr bwMode="auto">
              <a:xfrm>
                <a:off x="3484" y="3969"/>
                <a:ext cx="1008" cy="36"/>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107" name="Rectangle 97"/>
              <p:cNvSpPr>
                <a:spLocks noChangeArrowheads="1"/>
              </p:cNvSpPr>
              <p:nvPr/>
            </p:nvSpPr>
            <p:spPr bwMode="auto">
              <a:xfrm>
                <a:off x="3487" y="3972"/>
                <a:ext cx="1002" cy="30"/>
              </a:xfrm>
              <a:prstGeom prst="rect">
                <a:avLst/>
              </a:prstGeom>
              <a:solidFill>
                <a:srgbClr val="B7B79D"/>
              </a:solidFill>
              <a:ln w="11113">
                <a:solidFill>
                  <a:srgbClr val="494936"/>
                </a:solidFill>
                <a:miter lim="800000"/>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108" name="Freeform 98"/>
              <p:cNvSpPr>
                <a:spLocks/>
              </p:cNvSpPr>
              <p:nvPr/>
            </p:nvSpPr>
            <p:spPr bwMode="auto">
              <a:xfrm>
                <a:off x="3674" y="3443"/>
                <a:ext cx="1037" cy="102"/>
              </a:xfrm>
              <a:custGeom>
                <a:avLst/>
                <a:gdLst>
                  <a:gd name="T0" fmla="*/ 0 w 1037"/>
                  <a:gd name="T1" fmla="*/ 102 h 102"/>
                  <a:gd name="T2" fmla="*/ 109 w 1037"/>
                  <a:gd name="T3" fmla="*/ 0 h 102"/>
                  <a:gd name="T4" fmla="*/ 1037 w 1037"/>
                  <a:gd name="T5" fmla="*/ 0 h 102"/>
                  <a:gd name="T6" fmla="*/ 934 w 1037"/>
                  <a:gd name="T7" fmla="*/ 102 h 102"/>
                  <a:gd name="T8" fmla="*/ 0 w 1037"/>
                  <a:gd name="T9" fmla="*/ 102 h 102"/>
                </a:gdLst>
                <a:ahLst/>
                <a:cxnLst>
                  <a:cxn ang="0">
                    <a:pos x="T0" y="T1"/>
                  </a:cxn>
                  <a:cxn ang="0">
                    <a:pos x="T2" y="T3"/>
                  </a:cxn>
                  <a:cxn ang="0">
                    <a:pos x="T4" y="T5"/>
                  </a:cxn>
                  <a:cxn ang="0">
                    <a:pos x="T6" y="T7"/>
                  </a:cxn>
                  <a:cxn ang="0">
                    <a:pos x="T8" y="T9"/>
                  </a:cxn>
                </a:cxnLst>
                <a:rect l="0" t="0" r="r" b="b"/>
                <a:pathLst>
                  <a:path w="1037" h="102">
                    <a:moveTo>
                      <a:pt x="0" y="102"/>
                    </a:moveTo>
                    <a:lnTo>
                      <a:pt x="109" y="0"/>
                    </a:lnTo>
                    <a:lnTo>
                      <a:pt x="1037" y="0"/>
                    </a:lnTo>
                    <a:lnTo>
                      <a:pt x="934" y="102"/>
                    </a:lnTo>
                    <a:lnTo>
                      <a:pt x="0" y="10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109" name="Freeform 99"/>
              <p:cNvSpPr>
                <a:spLocks/>
              </p:cNvSpPr>
              <p:nvPr/>
            </p:nvSpPr>
            <p:spPr bwMode="auto">
              <a:xfrm>
                <a:off x="3674" y="3443"/>
                <a:ext cx="1037" cy="102"/>
              </a:xfrm>
              <a:custGeom>
                <a:avLst/>
                <a:gdLst>
                  <a:gd name="T0" fmla="*/ 0 w 1037"/>
                  <a:gd name="T1" fmla="*/ 102 h 102"/>
                  <a:gd name="T2" fmla="*/ 109 w 1037"/>
                  <a:gd name="T3" fmla="*/ 0 h 102"/>
                  <a:gd name="T4" fmla="*/ 1037 w 1037"/>
                  <a:gd name="T5" fmla="*/ 0 h 102"/>
                  <a:gd name="T6" fmla="*/ 934 w 1037"/>
                  <a:gd name="T7" fmla="*/ 102 h 102"/>
                  <a:gd name="T8" fmla="*/ 0 w 1037"/>
                  <a:gd name="T9" fmla="*/ 102 h 102"/>
                </a:gdLst>
                <a:ahLst/>
                <a:cxnLst>
                  <a:cxn ang="0">
                    <a:pos x="T0" y="T1"/>
                  </a:cxn>
                  <a:cxn ang="0">
                    <a:pos x="T2" y="T3"/>
                  </a:cxn>
                  <a:cxn ang="0">
                    <a:pos x="T4" y="T5"/>
                  </a:cxn>
                  <a:cxn ang="0">
                    <a:pos x="T6" y="T7"/>
                  </a:cxn>
                  <a:cxn ang="0">
                    <a:pos x="T8" y="T9"/>
                  </a:cxn>
                </a:cxnLst>
                <a:rect l="0" t="0" r="r" b="b"/>
                <a:pathLst>
                  <a:path w="1037" h="102">
                    <a:moveTo>
                      <a:pt x="0" y="102"/>
                    </a:moveTo>
                    <a:lnTo>
                      <a:pt x="109" y="0"/>
                    </a:lnTo>
                    <a:lnTo>
                      <a:pt x="1037" y="0"/>
                    </a:lnTo>
                    <a:lnTo>
                      <a:pt x="934" y="102"/>
                    </a:lnTo>
                    <a:lnTo>
                      <a:pt x="0" y="102"/>
                    </a:lnTo>
                    <a:close/>
                  </a:path>
                </a:pathLst>
              </a:custGeom>
              <a:solidFill>
                <a:srgbClr val="000000"/>
              </a:solidFill>
              <a:ln w="11113">
                <a:solidFill>
                  <a:srgbClr val="000000"/>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110" name="Freeform 100"/>
              <p:cNvSpPr>
                <a:spLocks/>
              </p:cNvSpPr>
              <p:nvPr/>
            </p:nvSpPr>
            <p:spPr bwMode="auto">
              <a:xfrm>
                <a:off x="3666" y="2698"/>
                <a:ext cx="1030" cy="95"/>
              </a:xfrm>
              <a:custGeom>
                <a:avLst/>
                <a:gdLst>
                  <a:gd name="T0" fmla="*/ 0 w 1030"/>
                  <a:gd name="T1" fmla="*/ 95 h 95"/>
                  <a:gd name="T2" fmla="*/ 103 w 1030"/>
                  <a:gd name="T3" fmla="*/ 0 h 95"/>
                  <a:gd name="T4" fmla="*/ 1030 w 1030"/>
                  <a:gd name="T5" fmla="*/ 0 h 95"/>
                  <a:gd name="T6" fmla="*/ 928 w 1030"/>
                  <a:gd name="T7" fmla="*/ 95 h 95"/>
                  <a:gd name="T8" fmla="*/ 0 w 1030"/>
                  <a:gd name="T9" fmla="*/ 95 h 95"/>
                </a:gdLst>
                <a:ahLst/>
                <a:cxnLst>
                  <a:cxn ang="0">
                    <a:pos x="T0" y="T1"/>
                  </a:cxn>
                  <a:cxn ang="0">
                    <a:pos x="T2" y="T3"/>
                  </a:cxn>
                  <a:cxn ang="0">
                    <a:pos x="T4" y="T5"/>
                  </a:cxn>
                  <a:cxn ang="0">
                    <a:pos x="T6" y="T7"/>
                  </a:cxn>
                  <a:cxn ang="0">
                    <a:pos x="T8" y="T9"/>
                  </a:cxn>
                </a:cxnLst>
                <a:rect l="0" t="0" r="r" b="b"/>
                <a:pathLst>
                  <a:path w="1030" h="95">
                    <a:moveTo>
                      <a:pt x="0" y="95"/>
                    </a:moveTo>
                    <a:lnTo>
                      <a:pt x="103" y="0"/>
                    </a:lnTo>
                    <a:lnTo>
                      <a:pt x="1030" y="0"/>
                    </a:lnTo>
                    <a:lnTo>
                      <a:pt x="928" y="95"/>
                    </a:lnTo>
                    <a:lnTo>
                      <a:pt x="0" y="9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111" name="Freeform 101"/>
              <p:cNvSpPr>
                <a:spLocks/>
              </p:cNvSpPr>
              <p:nvPr/>
            </p:nvSpPr>
            <p:spPr bwMode="auto">
              <a:xfrm>
                <a:off x="3666" y="2698"/>
                <a:ext cx="1030" cy="95"/>
              </a:xfrm>
              <a:custGeom>
                <a:avLst/>
                <a:gdLst>
                  <a:gd name="T0" fmla="*/ 0 w 1030"/>
                  <a:gd name="T1" fmla="*/ 95 h 95"/>
                  <a:gd name="T2" fmla="*/ 103 w 1030"/>
                  <a:gd name="T3" fmla="*/ 0 h 95"/>
                  <a:gd name="T4" fmla="*/ 1030 w 1030"/>
                  <a:gd name="T5" fmla="*/ 0 h 95"/>
                  <a:gd name="T6" fmla="*/ 928 w 1030"/>
                  <a:gd name="T7" fmla="*/ 95 h 95"/>
                  <a:gd name="T8" fmla="*/ 0 w 1030"/>
                  <a:gd name="T9" fmla="*/ 95 h 95"/>
                </a:gdLst>
                <a:ahLst/>
                <a:cxnLst>
                  <a:cxn ang="0">
                    <a:pos x="T0" y="T1"/>
                  </a:cxn>
                  <a:cxn ang="0">
                    <a:pos x="T2" y="T3"/>
                  </a:cxn>
                  <a:cxn ang="0">
                    <a:pos x="T4" y="T5"/>
                  </a:cxn>
                  <a:cxn ang="0">
                    <a:pos x="T6" y="T7"/>
                  </a:cxn>
                  <a:cxn ang="0">
                    <a:pos x="T8" y="T9"/>
                  </a:cxn>
                </a:cxnLst>
                <a:rect l="0" t="0" r="r" b="b"/>
                <a:pathLst>
                  <a:path w="1030" h="95">
                    <a:moveTo>
                      <a:pt x="0" y="95"/>
                    </a:moveTo>
                    <a:lnTo>
                      <a:pt x="103" y="0"/>
                    </a:lnTo>
                    <a:lnTo>
                      <a:pt x="1030" y="0"/>
                    </a:lnTo>
                    <a:lnTo>
                      <a:pt x="928" y="95"/>
                    </a:lnTo>
                    <a:lnTo>
                      <a:pt x="0" y="95"/>
                    </a:lnTo>
                    <a:close/>
                  </a:path>
                </a:pathLst>
              </a:custGeom>
              <a:solidFill>
                <a:srgbClr val="C9C9B6"/>
              </a:solidFill>
              <a:ln w="11113">
                <a:solidFill>
                  <a:srgbClr val="494936"/>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112" name="Rectangle 102"/>
              <p:cNvSpPr>
                <a:spLocks noChangeArrowheads="1"/>
              </p:cNvSpPr>
              <p:nvPr/>
            </p:nvSpPr>
            <p:spPr bwMode="auto">
              <a:xfrm>
                <a:off x="3669" y="2796"/>
                <a:ext cx="929" cy="732"/>
              </a:xfrm>
              <a:prstGeom prst="rect">
                <a:avLst/>
              </a:prstGeom>
              <a:solidFill>
                <a:srgbClr val="B7B79D"/>
              </a:solidFill>
              <a:ln w="11113">
                <a:solidFill>
                  <a:srgbClr val="494936"/>
                </a:solidFill>
                <a:miter lim="800000"/>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113" name="Rectangle 103"/>
              <p:cNvSpPr>
                <a:spLocks noChangeArrowheads="1"/>
              </p:cNvSpPr>
              <p:nvPr/>
            </p:nvSpPr>
            <p:spPr bwMode="auto">
              <a:xfrm>
                <a:off x="3750" y="2891"/>
                <a:ext cx="768" cy="564"/>
              </a:xfrm>
              <a:prstGeom prst="rect">
                <a:avLst/>
              </a:prstGeom>
              <a:solidFill>
                <a:srgbClr val="FFFFFF"/>
              </a:solidFill>
              <a:ln w="11113">
                <a:solidFill>
                  <a:srgbClr val="494936"/>
                </a:solidFill>
                <a:miter lim="800000"/>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114" name="Freeform 104"/>
              <p:cNvSpPr>
                <a:spLocks/>
              </p:cNvSpPr>
              <p:nvPr/>
            </p:nvSpPr>
            <p:spPr bwMode="auto">
              <a:xfrm>
                <a:off x="4594" y="2698"/>
                <a:ext cx="102" cy="825"/>
              </a:xfrm>
              <a:custGeom>
                <a:avLst/>
                <a:gdLst>
                  <a:gd name="T0" fmla="*/ 0 w 102"/>
                  <a:gd name="T1" fmla="*/ 825 h 825"/>
                  <a:gd name="T2" fmla="*/ 102 w 102"/>
                  <a:gd name="T3" fmla="*/ 723 h 825"/>
                  <a:gd name="T4" fmla="*/ 102 w 102"/>
                  <a:gd name="T5" fmla="*/ 0 h 825"/>
                  <a:gd name="T6" fmla="*/ 0 w 102"/>
                  <a:gd name="T7" fmla="*/ 95 h 825"/>
                  <a:gd name="T8" fmla="*/ 0 w 102"/>
                  <a:gd name="T9" fmla="*/ 825 h 825"/>
                </a:gdLst>
                <a:ahLst/>
                <a:cxnLst>
                  <a:cxn ang="0">
                    <a:pos x="T0" y="T1"/>
                  </a:cxn>
                  <a:cxn ang="0">
                    <a:pos x="T2" y="T3"/>
                  </a:cxn>
                  <a:cxn ang="0">
                    <a:pos x="T4" y="T5"/>
                  </a:cxn>
                  <a:cxn ang="0">
                    <a:pos x="T6" y="T7"/>
                  </a:cxn>
                  <a:cxn ang="0">
                    <a:pos x="T8" y="T9"/>
                  </a:cxn>
                </a:cxnLst>
                <a:rect l="0" t="0" r="r" b="b"/>
                <a:pathLst>
                  <a:path w="102" h="825">
                    <a:moveTo>
                      <a:pt x="0" y="825"/>
                    </a:moveTo>
                    <a:lnTo>
                      <a:pt x="102" y="723"/>
                    </a:lnTo>
                    <a:lnTo>
                      <a:pt x="102" y="0"/>
                    </a:lnTo>
                    <a:lnTo>
                      <a:pt x="0" y="95"/>
                    </a:lnTo>
                    <a:lnTo>
                      <a:pt x="0" y="82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115" name="Freeform 105"/>
              <p:cNvSpPr>
                <a:spLocks/>
              </p:cNvSpPr>
              <p:nvPr/>
            </p:nvSpPr>
            <p:spPr bwMode="auto">
              <a:xfrm>
                <a:off x="4594" y="2698"/>
                <a:ext cx="102" cy="825"/>
              </a:xfrm>
              <a:custGeom>
                <a:avLst/>
                <a:gdLst>
                  <a:gd name="T0" fmla="*/ 0 w 102"/>
                  <a:gd name="T1" fmla="*/ 825 h 825"/>
                  <a:gd name="T2" fmla="*/ 102 w 102"/>
                  <a:gd name="T3" fmla="*/ 723 h 825"/>
                  <a:gd name="T4" fmla="*/ 102 w 102"/>
                  <a:gd name="T5" fmla="*/ 0 h 825"/>
                  <a:gd name="T6" fmla="*/ 0 w 102"/>
                  <a:gd name="T7" fmla="*/ 95 h 825"/>
                  <a:gd name="T8" fmla="*/ 0 w 102"/>
                  <a:gd name="T9" fmla="*/ 825 h 825"/>
                </a:gdLst>
                <a:ahLst/>
                <a:cxnLst>
                  <a:cxn ang="0">
                    <a:pos x="T0" y="T1"/>
                  </a:cxn>
                  <a:cxn ang="0">
                    <a:pos x="T2" y="T3"/>
                  </a:cxn>
                  <a:cxn ang="0">
                    <a:pos x="T4" y="T5"/>
                  </a:cxn>
                  <a:cxn ang="0">
                    <a:pos x="T6" y="T7"/>
                  </a:cxn>
                  <a:cxn ang="0">
                    <a:pos x="T8" y="T9"/>
                  </a:cxn>
                </a:cxnLst>
                <a:rect l="0" t="0" r="r" b="b"/>
                <a:pathLst>
                  <a:path w="102" h="825">
                    <a:moveTo>
                      <a:pt x="0" y="825"/>
                    </a:moveTo>
                    <a:lnTo>
                      <a:pt x="102" y="723"/>
                    </a:lnTo>
                    <a:lnTo>
                      <a:pt x="102" y="0"/>
                    </a:lnTo>
                    <a:lnTo>
                      <a:pt x="0" y="95"/>
                    </a:lnTo>
                    <a:lnTo>
                      <a:pt x="0" y="825"/>
                    </a:lnTo>
                    <a:close/>
                  </a:path>
                </a:pathLst>
              </a:custGeom>
              <a:solidFill>
                <a:srgbClr val="7A7A5A"/>
              </a:solidFill>
              <a:ln w="11113">
                <a:solidFill>
                  <a:srgbClr val="494936"/>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grpSp>
        <p:pic>
          <p:nvPicPr>
            <p:cNvPr id="116" name="Picture 10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6595" y="5716310"/>
              <a:ext cx="944562"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17" name="Group 107"/>
            <p:cNvGrpSpPr>
              <a:grpSpLocks/>
            </p:cNvGrpSpPr>
            <p:nvPr/>
          </p:nvGrpSpPr>
          <p:grpSpPr bwMode="auto">
            <a:xfrm flipH="1">
              <a:off x="3094282" y="6203671"/>
              <a:ext cx="539750" cy="520700"/>
              <a:chOff x="3477" y="2698"/>
              <a:chExt cx="1445" cy="1307"/>
            </a:xfrm>
          </p:grpSpPr>
          <p:sp>
            <p:nvSpPr>
              <p:cNvPr id="118" name="Rectangle 108"/>
              <p:cNvSpPr>
                <a:spLocks noChangeArrowheads="1"/>
              </p:cNvSpPr>
              <p:nvPr/>
            </p:nvSpPr>
            <p:spPr bwMode="auto">
              <a:xfrm>
                <a:off x="3477" y="3574"/>
                <a:ext cx="1307" cy="241"/>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119" name="Rectangle 109"/>
              <p:cNvSpPr>
                <a:spLocks noChangeArrowheads="1"/>
              </p:cNvSpPr>
              <p:nvPr/>
            </p:nvSpPr>
            <p:spPr bwMode="auto">
              <a:xfrm>
                <a:off x="3480" y="3577"/>
                <a:ext cx="1301" cy="235"/>
              </a:xfrm>
              <a:prstGeom prst="rect">
                <a:avLst/>
              </a:prstGeom>
              <a:solidFill>
                <a:srgbClr val="B7B79D"/>
              </a:solidFill>
              <a:ln w="11113">
                <a:solidFill>
                  <a:srgbClr val="494936"/>
                </a:solidFill>
                <a:miter lim="800000"/>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120" name="Freeform 110"/>
              <p:cNvSpPr>
                <a:spLocks/>
              </p:cNvSpPr>
              <p:nvPr/>
            </p:nvSpPr>
            <p:spPr bwMode="auto">
              <a:xfrm>
                <a:off x="3477" y="3443"/>
                <a:ext cx="1445" cy="131"/>
              </a:xfrm>
              <a:custGeom>
                <a:avLst/>
                <a:gdLst>
                  <a:gd name="T0" fmla="*/ 0 w 1445"/>
                  <a:gd name="T1" fmla="*/ 131 h 131"/>
                  <a:gd name="T2" fmla="*/ 138 w 1445"/>
                  <a:gd name="T3" fmla="*/ 0 h 131"/>
                  <a:gd name="T4" fmla="*/ 1445 w 1445"/>
                  <a:gd name="T5" fmla="*/ 0 h 131"/>
                  <a:gd name="T6" fmla="*/ 1307 w 1445"/>
                  <a:gd name="T7" fmla="*/ 131 h 131"/>
                  <a:gd name="T8" fmla="*/ 0 w 1445"/>
                  <a:gd name="T9" fmla="*/ 131 h 131"/>
                </a:gdLst>
                <a:ahLst/>
                <a:cxnLst>
                  <a:cxn ang="0">
                    <a:pos x="T0" y="T1"/>
                  </a:cxn>
                  <a:cxn ang="0">
                    <a:pos x="T2" y="T3"/>
                  </a:cxn>
                  <a:cxn ang="0">
                    <a:pos x="T4" y="T5"/>
                  </a:cxn>
                  <a:cxn ang="0">
                    <a:pos x="T6" y="T7"/>
                  </a:cxn>
                  <a:cxn ang="0">
                    <a:pos x="T8" y="T9"/>
                  </a:cxn>
                </a:cxnLst>
                <a:rect l="0" t="0" r="r" b="b"/>
                <a:pathLst>
                  <a:path w="1445" h="131">
                    <a:moveTo>
                      <a:pt x="0" y="131"/>
                    </a:moveTo>
                    <a:lnTo>
                      <a:pt x="138" y="0"/>
                    </a:lnTo>
                    <a:lnTo>
                      <a:pt x="1445" y="0"/>
                    </a:lnTo>
                    <a:lnTo>
                      <a:pt x="1307" y="131"/>
                    </a:lnTo>
                    <a:lnTo>
                      <a:pt x="0" y="13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121" name="Freeform 111"/>
              <p:cNvSpPr>
                <a:spLocks/>
              </p:cNvSpPr>
              <p:nvPr/>
            </p:nvSpPr>
            <p:spPr bwMode="auto">
              <a:xfrm>
                <a:off x="3477" y="3443"/>
                <a:ext cx="1445" cy="131"/>
              </a:xfrm>
              <a:custGeom>
                <a:avLst/>
                <a:gdLst>
                  <a:gd name="T0" fmla="*/ 0 w 1445"/>
                  <a:gd name="T1" fmla="*/ 131 h 131"/>
                  <a:gd name="T2" fmla="*/ 138 w 1445"/>
                  <a:gd name="T3" fmla="*/ 0 h 131"/>
                  <a:gd name="T4" fmla="*/ 1445 w 1445"/>
                  <a:gd name="T5" fmla="*/ 0 h 131"/>
                  <a:gd name="T6" fmla="*/ 1307 w 1445"/>
                  <a:gd name="T7" fmla="*/ 131 h 131"/>
                  <a:gd name="T8" fmla="*/ 0 w 1445"/>
                  <a:gd name="T9" fmla="*/ 131 h 131"/>
                </a:gdLst>
                <a:ahLst/>
                <a:cxnLst>
                  <a:cxn ang="0">
                    <a:pos x="T0" y="T1"/>
                  </a:cxn>
                  <a:cxn ang="0">
                    <a:pos x="T2" y="T3"/>
                  </a:cxn>
                  <a:cxn ang="0">
                    <a:pos x="T4" y="T5"/>
                  </a:cxn>
                  <a:cxn ang="0">
                    <a:pos x="T6" y="T7"/>
                  </a:cxn>
                  <a:cxn ang="0">
                    <a:pos x="T8" y="T9"/>
                  </a:cxn>
                </a:cxnLst>
                <a:rect l="0" t="0" r="r" b="b"/>
                <a:pathLst>
                  <a:path w="1445" h="131">
                    <a:moveTo>
                      <a:pt x="0" y="131"/>
                    </a:moveTo>
                    <a:lnTo>
                      <a:pt x="138" y="0"/>
                    </a:lnTo>
                    <a:lnTo>
                      <a:pt x="1445" y="0"/>
                    </a:lnTo>
                    <a:lnTo>
                      <a:pt x="1307" y="131"/>
                    </a:lnTo>
                    <a:lnTo>
                      <a:pt x="0" y="131"/>
                    </a:lnTo>
                    <a:close/>
                  </a:path>
                </a:pathLst>
              </a:custGeom>
              <a:solidFill>
                <a:srgbClr val="C9C9B6"/>
              </a:solidFill>
              <a:ln w="11113">
                <a:solidFill>
                  <a:srgbClr val="494936"/>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122" name="Line 112"/>
              <p:cNvSpPr>
                <a:spLocks noChangeShapeType="1"/>
              </p:cNvSpPr>
              <p:nvPr/>
            </p:nvSpPr>
            <p:spPr bwMode="auto">
              <a:xfrm flipH="1">
                <a:off x="4397" y="3684"/>
                <a:ext cx="314" cy="1"/>
              </a:xfrm>
              <a:prstGeom prst="line">
                <a:avLst/>
              </a:prstGeom>
              <a:noFill/>
              <a:ln w="349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123" name="Freeform 113"/>
              <p:cNvSpPr>
                <a:spLocks/>
              </p:cNvSpPr>
              <p:nvPr/>
            </p:nvSpPr>
            <p:spPr bwMode="auto">
              <a:xfrm>
                <a:off x="4784" y="3443"/>
                <a:ext cx="138" cy="372"/>
              </a:xfrm>
              <a:custGeom>
                <a:avLst/>
                <a:gdLst>
                  <a:gd name="T0" fmla="*/ 0 w 138"/>
                  <a:gd name="T1" fmla="*/ 372 h 372"/>
                  <a:gd name="T2" fmla="*/ 138 w 138"/>
                  <a:gd name="T3" fmla="*/ 234 h 372"/>
                  <a:gd name="T4" fmla="*/ 138 w 138"/>
                  <a:gd name="T5" fmla="*/ 0 h 372"/>
                  <a:gd name="T6" fmla="*/ 0 w 138"/>
                  <a:gd name="T7" fmla="*/ 131 h 372"/>
                  <a:gd name="T8" fmla="*/ 0 w 138"/>
                  <a:gd name="T9" fmla="*/ 372 h 372"/>
                </a:gdLst>
                <a:ahLst/>
                <a:cxnLst>
                  <a:cxn ang="0">
                    <a:pos x="T0" y="T1"/>
                  </a:cxn>
                  <a:cxn ang="0">
                    <a:pos x="T2" y="T3"/>
                  </a:cxn>
                  <a:cxn ang="0">
                    <a:pos x="T4" y="T5"/>
                  </a:cxn>
                  <a:cxn ang="0">
                    <a:pos x="T6" y="T7"/>
                  </a:cxn>
                  <a:cxn ang="0">
                    <a:pos x="T8" y="T9"/>
                  </a:cxn>
                </a:cxnLst>
                <a:rect l="0" t="0" r="r" b="b"/>
                <a:pathLst>
                  <a:path w="138" h="372">
                    <a:moveTo>
                      <a:pt x="0" y="372"/>
                    </a:moveTo>
                    <a:lnTo>
                      <a:pt x="138" y="234"/>
                    </a:lnTo>
                    <a:lnTo>
                      <a:pt x="138" y="0"/>
                    </a:lnTo>
                    <a:lnTo>
                      <a:pt x="0" y="131"/>
                    </a:lnTo>
                    <a:lnTo>
                      <a:pt x="0" y="372"/>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124" name="Freeform 114"/>
              <p:cNvSpPr>
                <a:spLocks/>
              </p:cNvSpPr>
              <p:nvPr/>
            </p:nvSpPr>
            <p:spPr bwMode="auto">
              <a:xfrm>
                <a:off x="4784" y="3443"/>
                <a:ext cx="138" cy="372"/>
              </a:xfrm>
              <a:custGeom>
                <a:avLst/>
                <a:gdLst>
                  <a:gd name="T0" fmla="*/ 0 w 138"/>
                  <a:gd name="T1" fmla="*/ 372 h 372"/>
                  <a:gd name="T2" fmla="*/ 138 w 138"/>
                  <a:gd name="T3" fmla="*/ 234 h 372"/>
                  <a:gd name="T4" fmla="*/ 138 w 138"/>
                  <a:gd name="T5" fmla="*/ 0 h 372"/>
                  <a:gd name="T6" fmla="*/ 0 w 138"/>
                  <a:gd name="T7" fmla="*/ 131 h 372"/>
                  <a:gd name="T8" fmla="*/ 0 w 138"/>
                  <a:gd name="T9" fmla="*/ 372 h 372"/>
                </a:gdLst>
                <a:ahLst/>
                <a:cxnLst>
                  <a:cxn ang="0">
                    <a:pos x="T0" y="T1"/>
                  </a:cxn>
                  <a:cxn ang="0">
                    <a:pos x="T2" y="T3"/>
                  </a:cxn>
                  <a:cxn ang="0">
                    <a:pos x="T4" y="T5"/>
                  </a:cxn>
                  <a:cxn ang="0">
                    <a:pos x="T6" y="T7"/>
                  </a:cxn>
                  <a:cxn ang="0">
                    <a:pos x="T8" y="T9"/>
                  </a:cxn>
                </a:cxnLst>
                <a:rect l="0" t="0" r="r" b="b"/>
                <a:pathLst>
                  <a:path w="138" h="372">
                    <a:moveTo>
                      <a:pt x="0" y="372"/>
                    </a:moveTo>
                    <a:lnTo>
                      <a:pt x="138" y="234"/>
                    </a:lnTo>
                    <a:lnTo>
                      <a:pt x="138" y="0"/>
                    </a:lnTo>
                    <a:lnTo>
                      <a:pt x="0" y="131"/>
                    </a:lnTo>
                    <a:lnTo>
                      <a:pt x="0" y="372"/>
                    </a:lnTo>
                    <a:close/>
                  </a:path>
                </a:pathLst>
              </a:custGeom>
              <a:solidFill>
                <a:srgbClr val="7A7A5A"/>
              </a:solidFill>
              <a:ln w="11113">
                <a:solidFill>
                  <a:srgbClr val="494936"/>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125" name="Freeform 115"/>
              <p:cNvSpPr>
                <a:spLocks/>
              </p:cNvSpPr>
              <p:nvPr/>
            </p:nvSpPr>
            <p:spPr bwMode="auto">
              <a:xfrm>
                <a:off x="3484" y="3786"/>
                <a:ext cx="1154" cy="183"/>
              </a:xfrm>
              <a:custGeom>
                <a:avLst/>
                <a:gdLst>
                  <a:gd name="T0" fmla="*/ 0 w 1154"/>
                  <a:gd name="T1" fmla="*/ 183 h 183"/>
                  <a:gd name="T2" fmla="*/ 146 w 1154"/>
                  <a:gd name="T3" fmla="*/ 0 h 183"/>
                  <a:gd name="T4" fmla="*/ 1154 w 1154"/>
                  <a:gd name="T5" fmla="*/ 0 h 183"/>
                  <a:gd name="T6" fmla="*/ 1008 w 1154"/>
                  <a:gd name="T7" fmla="*/ 183 h 183"/>
                  <a:gd name="T8" fmla="*/ 0 w 1154"/>
                  <a:gd name="T9" fmla="*/ 183 h 183"/>
                </a:gdLst>
                <a:ahLst/>
                <a:cxnLst>
                  <a:cxn ang="0">
                    <a:pos x="T0" y="T1"/>
                  </a:cxn>
                  <a:cxn ang="0">
                    <a:pos x="T2" y="T3"/>
                  </a:cxn>
                  <a:cxn ang="0">
                    <a:pos x="T4" y="T5"/>
                  </a:cxn>
                  <a:cxn ang="0">
                    <a:pos x="T6" y="T7"/>
                  </a:cxn>
                  <a:cxn ang="0">
                    <a:pos x="T8" y="T9"/>
                  </a:cxn>
                </a:cxnLst>
                <a:rect l="0" t="0" r="r" b="b"/>
                <a:pathLst>
                  <a:path w="1154" h="183">
                    <a:moveTo>
                      <a:pt x="0" y="183"/>
                    </a:moveTo>
                    <a:lnTo>
                      <a:pt x="146" y="0"/>
                    </a:lnTo>
                    <a:lnTo>
                      <a:pt x="1154" y="0"/>
                    </a:lnTo>
                    <a:lnTo>
                      <a:pt x="1008" y="183"/>
                    </a:lnTo>
                    <a:lnTo>
                      <a:pt x="0" y="18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126" name="Freeform 116"/>
              <p:cNvSpPr>
                <a:spLocks/>
              </p:cNvSpPr>
              <p:nvPr/>
            </p:nvSpPr>
            <p:spPr bwMode="auto">
              <a:xfrm>
                <a:off x="3484" y="3786"/>
                <a:ext cx="1154" cy="183"/>
              </a:xfrm>
              <a:custGeom>
                <a:avLst/>
                <a:gdLst>
                  <a:gd name="T0" fmla="*/ 0 w 1154"/>
                  <a:gd name="T1" fmla="*/ 183 h 183"/>
                  <a:gd name="T2" fmla="*/ 146 w 1154"/>
                  <a:gd name="T3" fmla="*/ 0 h 183"/>
                  <a:gd name="T4" fmla="*/ 1154 w 1154"/>
                  <a:gd name="T5" fmla="*/ 0 h 183"/>
                  <a:gd name="T6" fmla="*/ 1008 w 1154"/>
                  <a:gd name="T7" fmla="*/ 183 h 183"/>
                  <a:gd name="T8" fmla="*/ 0 w 1154"/>
                  <a:gd name="T9" fmla="*/ 183 h 183"/>
                </a:gdLst>
                <a:ahLst/>
                <a:cxnLst>
                  <a:cxn ang="0">
                    <a:pos x="T0" y="T1"/>
                  </a:cxn>
                  <a:cxn ang="0">
                    <a:pos x="T2" y="T3"/>
                  </a:cxn>
                  <a:cxn ang="0">
                    <a:pos x="T4" y="T5"/>
                  </a:cxn>
                  <a:cxn ang="0">
                    <a:pos x="T6" y="T7"/>
                  </a:cxn>
                  <a:cxn ang="0">
                    <a:pos x="T8" y="T9"/>
                  </a:cxn>
                </a:cxnLst>
                <a:rect l="0" t="0" r="r" b="b"/>
                <a:pathLst>
                  <a:path w="1154" h="183">
                    <a:moveTo>
                      <a:pt x="0" y="183"/>
                    </a:moveTo>
                    <a:lnTo>
                      <a:pt x="146" y="0"/>
                    </a:lnTo>
                    <a:lnTo>
                      <a:pt x="1154" y="0"/>
                    </a:lnTo>
                    <a:lnTo>
                      <a:pt x="1008" y="183"/>
                    </a:lnTo>
                    <a:lnTo>
                      <a:pt x="0" y="183"/>
                    </a:lnTo>
                    <a:close/>
                  </a:path>
                </a:pathLst>
              </a:custGeom>
              <a:solidFill>
                <a:srgbClr val="C9C9B6"/>
              </a:solidFill>
              <a:ln w="11113">
                <a:solidFill>
                  <a:srgbClr val="494936"/>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127" name="Freeform 117"/>
              <p:cNvSpPr>
                <a:spLocks/>
              </p:cNvSpPr>
              <p:nvPr/>
            </p:nvSpPr>
            <p:spPr bwMode="auto">
              <a:xfrm>
                <a:off x="4492" y="3786"/>
                <a:ext cx="146" cy="219"/>
              </a:xfrm>
              <a:custGeom>
                <a:avLst/>
                <a:gdLst>
                  <a:gd name="T0" fmla="*/ 0 w 146"/>
                  <a:gd name="T1" fmla="*/ 219 h 219"/>
                  <a:gd name="T2" fmla="*/ 146 w 146"/>
                  <a:gd name="T3" fmla="*/ 66 h 219"/>
                  <a:gd name="T4" fmla="*/ 146 w 146"/>
                  <a:gd name="T5" fmla="*/ 0 h 219"/>
                  <a:gd name="T6" fmla="*/ 0 w 146"/>
                  <a:gd name="T7" fmla="*/ 183 h 219"/>
                  <a:gd name="T8" fmla="*/ 0 w 146"/>
                  <a:gd name="T9" fmla="*/ 219 h 219"/>
                </a:gdLst>
                <a:ahLst/>
                <a:cxnLst>
                  <a:cxn ang="0">
                    <a:pos x="T0" y="T1"/>
                  </a:cxn>
                  <a:cxn ang="0">
                    <a:pos x="T2" y="T3"/>
                  </a:cxn>
                  <a:cxn ang="0">
                    <a:pos x="T4" y="T5"/>
                  </a:cxn>
                  <a:cxn ang="0">
                    <a:pos x="T6" y="T7"/>
                  </a:cxn>
                  <a:cxn ang="0">
                    <a:pos x="T8" y="T9"/>
                  </a:cxn>
                </a:cxnLst>
                <a:rect l="0" t="0" r="r" b="b"/>
                <a:pathLst>
                  <a:path w="146" h="219">
                    <a:moveTo>
                      <a:pt x="0" y="219"/>
                    </a:moveTo>
                    <a:lnTo>
                      <a:pt x="146" y="66"/>
                    </a:lnTo>
                    <a:lnTo>
                      <a:pt x="146" y="0"/>
                    </a:lnTo>
                    <a:lnTo>
                      <a:pt x="0" y="183"/>
                    </a:lnTo>
                    <a:lnTo>
                      <a:pt x="0" y="219"/>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128" name="Freeform 118"/>
              <p:cNvSpPr>
                <a:spLocks/>
              </p:cNvSpPr>
              <p:nvPr/>
            </p:nvSpPr>
            <p:spPr bwMode="auto">
              <a:xfrm>
                <a:off x="4492" y="3786"/>
                <a:ext cx="146" cy="219"/>
              </a:xfrm>
              <a:custGeom>
                <a:avLst/>
                <a:gdLst>
                  <a:gd name="T0" fmla="*/ 0 w 146"/>
                  <a:gd name="T1" fmla="*/ 219 h 219"/>
                  <a:gd name="T2" fmla="*/ 146 w 146"/>
                  <a:gd name="T3" fmla="*/ 66 h 219"/>
                  <a:gd name="T4" fmla="*/ 146 w 146"/>
                  <a:gd name="T5" fmla="*/ 0 h 219"/>
                  <a:gd name="T6" fmla="*/ 0 w 146"/>
                  <a:gd name="T7" fmla="*/ 183 h 219"/>
                  <a:gd name="T8" fmla="*/ 0 w 146"/>
                  <a:gd name="T9" fmla="*/ 219 h 219"/>
                </a:gdLst>
                <a:ahLst/>
                <a:cxnLst>
                  <a:cxn ang="0">
                    <a:pos x="T0" y="T1"/>
                  </a:cxn>
                  <a:cxn ang="0">
                    <a:pos x="T2" y="T3"/>
                  </a:cxn>
                  <a:cxn ang="0">
                    <a:pos x="T4" y="T5"/>
                  </a:cxn>
                  <a:cxn ang="0">
                    <a:pos x="T6" y="T7"/>
                  </a:cxn>
                  <a:cxn ang="0">
                    <a:pos x="T8" y="T9"/>
                  </a:cxn>
                </a:cxnLst>
                <a:rect l="0" t="0" r="r" b="b"/>
                <a:pathLst>
                  <a:path w="146" h="219">
                    <a:moveTo>
                      <a:pt x="0" y="219"/>
                    </a:moveTo>
                    <a:lnTo>
                      <a:pt x="146" y="66"/>
                    </a:lnTo>
                    <a:lnTo>
                      <a:pt x="146" y="0"/>
                    </a:lnTo>
                    <a:lnTo>
                      <a:pt x="0" y="183"/>
                    </a:lnTo>
                    <a:lnTo>
                      <a:pt x="0" y="219"/>
                    </a:lnTo>
                    <a:close/>
                  </a:path>
                </a:pathLst>
              </a:custGeom>
              <a:solidFill>
                <a:srgbClr val="7A7A5A"/>
              </a:solidFill>
              <a:ln w="11113">
                <a:solidFill>
                  <a:srgbClr val="494936"/>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129" name="Rectangle 119"/>
              <p:cNvSpPr>
                <a:spLocks noChangeArrowheads="1"/>
              </p:cNvSpPr>
              <p:nvPr/>
            </p:nvSpPr>
            <p:spPr bwMode="auto">
              <a:xfrm>
                <a:off x="3484" y="3969"/>
                <a:ext cx="1008" cy="36"/>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130" name="Rectangle 120"/>
              <p:cNvSpPr>
                <a:spLocks noChangeArrowheads="1"/>
              </p:cNvSpPr>
              <p:nvPr/>
            </p:nvSpPr>
            <p:spPr bwMode="auto">
              <a:xfrm>
                <a:off x="3487" y="3972"/>
                <a:ext cx="1002" cy="30"/>
              </a:xfrm>
              <a:prstGeom prst="rect">
                <a:avLst/>
              </a:prstGeom>
              <a:solidFill>
                <a:srgbClr val="B7B79D"/>
              </a:solidFill>
              <a:ln w="11113">
                <a:solidFill>
                  <a:srgbClr val="494936"/>
                </a:solidFill>
                <a:miter lim="800000"/>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131" name="Freeform 121"/>
              <p:cNvSpPr>
                <a:spLocks/>
              </p:cNvSpPr>
              <p:nvPr/>
            </p:nvSpPr>
            <p:spPr bwMode="auto">
              <a:xfrm>
                <a:off x="3674" y="3443"/>
                <a:ext cx="1037" cy="102"/>
              </a:xfrm>
              <a:custGeom>
                <a:avLst/>
                <a:gdLst>
                  <a:gd name="T0" fmla="*/ 0 w 1037"/>
                  <a:gd name="T1" fmla="*/ 102 h 102"/>
                  <a:gd name="T2" fmla="*/ 109 w 1037"/>
                  <a:gd name="T3" fmla="*/ 0 h 102"/>
                  <a:gd name="T4" fmla="*/ 1037 w 1037"/>
                  <a:gd name="T5" fmla="*/ 0 h 102"/>
                  <a:gd name="T6" fmla="*/ 934 w 1037"/>
                  <a:gd name="T7" fmla="*/ 102 h 102"/>
                  <a:gd name="T8" fmla="*/ 0 w 1037"/>
                  <a:gd name="T9" fmla="*/ 102 h 102"/>
                </a:gdLst>
                <a:ahLst/>
                <a:cxnLst>
                  <a:cxn ang="0">
                    <a:pos x="T0" y="T1"/>
                  </a:cxn>
                  <a:cxn ang="0">
                    <a:pos x="T2" y="T3"/>
                  </a:cxn>
                  <a:cxn ang="0">
                    <a:pos x="T4" y="T5"/>
                  </a:cxn>
                  <a:cxn ang="0">
                    <a:pos x="T6" y="T7"/>
                  </a:cxn>
                  <a:cxn ang="0">
                    <a:pos x="T8" y="T9"/>
                  </a:cxn>
                </a:cxnLst>
                <a:rect l="0" t="0" r="r" b="b"/>
                <a:pathLst>
                  <a:path w="1037" h="102">
                    <a:moveTo>
                      <a:pt x="0" y="102"/>
                    </a:moveTo>
                    <a:lnTo>
                      <a:pt x="109" y="0"/>
                    </a:lnTo>
                    <a:lnTo>
                      <a:pt x="1037" y="0"/>
                    </a:lnTo>
                    <a:lnTo>
                      <a:pt x="934" y="102"/>
                    </a:lnTo>
                    <a:lnTo>
                      <a:pt x="0" y="10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132" name="Freeform 122"/>
              <p:cNvSpPr>
                <a:spLocks/>
              </p:cNvSpPr>
              <p:nvPr/>
            </p:nvSpPr>
            <p:spPr bwMode="auto">
              <a:xfrm>
                <a:off x="3674" y="3443"/>
                <a:ext cx="1037" cy="102"/>
              </a:xfrm>
              <a:custGeom>
                <a:avLst/>
                <a:gdLst>
                  <a:gd name="T0" fmla="*/ 0 w 1037"/>
                  <a:gd name="T1" fmla="*/ 102 h 102"/>
                  <a:gd name="T2" fmla="*/ 109 w 1037"/>
                  <a:gd name="T3" fmla="*/ 0 h 102"/>
                  <a:gd name="T4" fmla="*/ 1037 w 1037"/>
                  <a:gd name="T5" fmla="*/ 0 h 102"/>
                  <a:gd name="T6" fmla="*/ 934 w 1037"/>
                  <a:gd name="T7" fmla="*/ 102 h 102"/>
                  <a:gd name="T8" fmla="*/ 0 w 1037"/>
                  <a:gd name="T9" fmla="*/ 102 h 102"/>
                </a:gdLst>
                <a:ahLst/>
                <a:cxnLst>
                  <a:cxn ang="0">
                    <a:pos x="T0" y="T1"/>
                  </a:cxn>
                  <a:cxn ang="0">
                    <a:pos x="T2" y="T3"/>
                  </a:cxn>
                  <a:cxn ang="0">
                    <a:pos x="T4" y="T5"/>
                  </a:cxn>
                  <a:cxn ang="0">
                    <a:pos x="T6" y="T7"/>
                  </a:cxn>
                  <a:cxn ang="0">
                    <a:pos x="T8" y="T9"/>
                  </a:cxn>
                </a:cxnLst>
                <a:rect l="0" t="0" r="r" b="b"/>
                <a:pathLst>
                  <a:path w="1037" h="102">
                    <a:moveTo>
                      <a:pt x="0" y="102"/>
                    </a:moveTo>
                    <a:lnTo>
                      <a:pt x="109" y="0"/>
                    </a:lnTo>
                    <a:lnTo>
                      <a:pt x="1037" y="0"/>
                    </a:lnTo>
                    <a:lnTo>
                      <a:pt x="934" y="102"/>
                    </a:lnTo>
                    <a:lnTo>
                      <a:pt x="0" y="102"/>
                    </a:lnTo>
                    <a:close/>
                  </a:path>
                </a:pathLst>
              </a:custGeom>
              <a:solidFill>
                <a:srgbClr val="000000"/>
              </a:solidFill>
              <a:ln w="11113">
                <a:solidFill>
                  <a:srgbClr val="000000"/>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133" name="Freeform 123"/>
              <p:cNvSpPr>
                <a:spLocks/>
              </p:cNvSpPr>
              <p:nvPr/>
            </p:nvSpPr>
            <p:spPr bwMode="auto">
              <a:xfrm>
                <a:off x="3666" y="2698"/>
                <a:ext cx="1030" cy="95"/>
              </a:xfrm>
              <a:custGeom>
                <a:avLst/>
                <a:gdLst>
                  <a:gd name="T0" fmla="*/ 0 w 1030"/>
                  <a:gd name="T1" fmla="*/ 95 h 95"/>
                  <a:gd name="T2" fmla="*/ 103 w 1030"/>
                  <a:gd name="T3" fmla="*/ 0 h 95"/>
                  <a:gd name="T4" fmla="*/ 1030 w 1030"/>
                  <a:gd name="T5" fmla="*/ 0 h 95"/>
                  <a:gd name="T6" fmla="*/ 928 w 1030"/>
                  <a:gd name="T7" fmla="*/ 95 h 95"/>
                  <a:gd name="T8" fmla="*/ 0 w 1030"/>
                  <a:gd name="T9" fmla="*/ 95 h 95"/>
                </a:gdLst>
                <a:ahLst/>
                <a:cxnLst>
                  <a:cxn ang="0">
                    <a:pos x="T0" y="T1"/>
                  </a:cxn>
                  <a:cxn ang="0">
                    <a:pos x="T2" y="T3"/>
                  </a:cxn>
                  <a:cxn ang="0">
                    <a:pos x="T4" y="T5"/>
                  </a:cxn>
                  <a:cxn ang="0">
                    <a:pos x="T6" y="T7"/>
                  </a:cxn>
                  <a:cxn ang="0">
                    <a:pos x="T8" y="T9"/>
                  </a:cxn>
                </a:cxnLst>
                <a:rect l="0" t="0" r="r" b="b"/>
                <a:pathLst>
                  <a:path w="1030" h="95">
                    <a:moveTo>
                      <a:pt x="0" y="95"/>
                    </a:moveTo>
                    <a:lnTo>
                      <a:pt x="103" y="0"/>
                    </a:lnTo>
                    <a:lnTo>
                      <a:pt x="1030" y="0"/>
                    </a:lnTo>
                    <a:lnTo>
                      <a:pt x="928" y="95"/>
                    </a:lnTo>
                    <a:lnTo>
                      <a:pt x="0" y="9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134" name="Freeform 124"/>
              <p:cNvSpPr>
                <a:spLocks/>
              </p:cNvSpPr>
              <p:nvPr/>
            </p:nvSpPr>
            <p:spPr bwMode="auto">
              <a:xfrm>
                <a:off x="3666" y="2698"/>
                <a:ext cx="1030" cy="95"/>
              </a:xfrm>
              <a:custGeom>
                <a:avLst/>
                <a:gdLst>
                  <a:gd name="T0" fmla="*/ 0 w 1030"/>
                  <a:gd name="T1" fmla="*/ 95 h 95"/>
                  <a:gd name="T2" fmla="*/ 103 w 1030"/>
                  <a:gd name="T3" fmla="*/ 0 h 95"/>
                  <a:gd name="T4" fmla="*/ 1030 w 1030"/>
                  <a:gd name="T5" fmla="*/ 0 h 95"/>
                  <a:gd name="T6" fmla="*/ 928 w 1030"/>
                  <a:gd name="T7" fmla="*/ 95 h 95"/>
                  <a:gd name="T8" fmla="*/ 0 w 1030"/>
                  <a:gd name="T9" fmla="*/ 95 h 95"/>
                </a:gdLst>
                <a:ahLst/>
                <a:cxnLst>
                  <a:cxn ang="0">
                    <a:pos x="T0" y="T1"/>
                  </a:cxn>
                  <a:cxn ang="0">
                    <a:pos x="T2" y="T3"/>
                  </a:cxn>
                  <a:cxn ang="0">
                    <a:pos x="T4" y="T5"/>
                  </a:cxn>
                  <a:cxn ang="0">
                    <a:pos x="T6" y="T7"/>
                  </a:cxn>
                  <a:cxn ang="0">
                    <a:pos x="T8" y="T9"/>
                  </a:cxn>
                </a:cxnLst>
                <a:rect l="0" t="0" r="r" b="b"/>
                <a:pathLst>
                  <a:path w="1030" h="95">
                    <a:moveTo>
                      <a:pt x="0" y="95"/>
                    </a:moveTo>
                    <a:lnTo>
                      <a:pt x="103" y="0"/>
                    </a:lnTo>
                    <a:lnTo>
                      <a:pt x="1030" y="0"/>
                    </a:lnTo>
                    <a:lnTo>
                      <a:pt x="928" y="95"/>
                    </a:lnTo>
                    <a:lnTo>
                      <a:pt x="0" y="95"/>
                    </a:lnTo>
                    <a:close/>
                  </a:path>
                </a:pathLst>
              </a:custGeom>
              <a:solidFill>
                <a:srgbClr val="C9C9B6"/>
              </a:solidFill>
              <a:ln w="11113">
                <a:solidFill>
                  <a:srgbClr val="494936"/>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135" name="Rectangle 125"/>
              <p:cNvSpPr>
                <a:spLocks noChangeArrowheads="1"/>
              </p:cNvSpPr>
              <p:nvPr/>
            </p:nvSpPr>
            <p:spPr bwMode="auto">
              <a:xfrm>
                <a:off x="3669" y="2796"/>
                <a:ext cx="929" cy="732"/>
              </a:xfrm>
              <a:prstGeom prst="rect">
                <a:avLst/>
              </a:prstGeom>
              <a:solidFill>
                <a:srgbClr val="B7B79D"/>
              </a:solidFill>
              <a:ln w="11113">
                <a:solidFill>
                  <a:srgbClr val="494936"/>
                </a:solidFill>
                <a:miter lim="800000"/>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136" name="Rectangle 126"/>
              <p:cNvSpPr>
                <a:spLocks noChangeArrowheads="1"/>
              </p:cNvSpPr>
              <p:nvPr/>
            </p:nvSpPr>
            <p:spPr bwMode="auto">
              <a:xfrm>
                <a:off x="3750" y="2891"/>
                <a:ext cx="768" cy="564"/>
              </a:xfrm>
              <a:prstGeom prst="rect">
                <a:avLst/>
              </a:prstGeom>
              <a:solidFill>
                <a:srgbClr val="FFFFFF"/>
              </a:solidFill>
              <a:ln w="11113">
                <a:solidFill>
                  <a:srgbClr val="494936"/>
                </a:solidFill>
                <a:miter lim="800000"/>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137" name="Freeform 127"/>
              <p:cNvSpPr>
                <a:spLocks/>
              </p:cNvSpPr>
              <p:nvPr/>
            </p:nvSpPr>
            <p:spPr bwMode="auto">
              <a:xfrm>
                <a:off x="4594" y="2698"/>
                <a:ext cx="102" cy="825"/>
              </a:xfrm>
              <a:custGeom>
                <a:avLst/>
                <a:gdLst>
                  <a:gd name="T0" fmla="*/ 0 w 102"/>
                  <a:gd name="T1" fmla="*/ 825 h 825"/>
                  <a:gd name="T2" fmla="*/ 102 w 102"/>
                  <a:gd name="T3" fmla="*/ 723 h 825"/>
                  <a:gd name="T4" fmla="*/ 102 w 102"/>
                  <a:gd name="T5" fmla="*/ 0 h 825"/>
                  <a:gd name="T6" fmla="*/ 0 w 102"/>
                  <a:gd name="T7" fmla="*/ 95 h 825"/>
                  <a:gd name="T8" fmla="*/ 0 w 102"/>
                  <a:gd name="T9" fmla="*/ 825 h 825"/>
                </a:gdLst>
                <a:ahLst/>
                <a:cxnLst>
                  <a:cxn ang="0">
                    <a:pos x="T0" y="T1"/>
                  </a:cxn>
                  <a:cxn ang="0">
                    <a:pos x="T2" y="T3"/>
                  </a:cxn>
                  <a:cxn ang="0">
                    <a:pos x="T4" y="T5"/>
                  </a:cxn>
                  <a:cxn ang="0">
                    <a:pos x="T6" y="T7"/>
                  </a:cxn>
                  <a:cxn ang="0">
                    <a:pos x="T8" y="T9"/>
                  </a:cxn>
                </a:cxnLst>
                <a:rect l="0" t="0" r="r" b="b"/>
                <a:pathLst>
                  <a:path w="102" h="825">
                    <a:moveTo>
                      <a:pt x="0" y="825"/>
                    </a:moveTo>
                    <a:lnTo>
                      <a:pt x="102" y="723"/>
                    </a:lnTo>
                    <a:lnTo>
                      <a:pt x="102" y="0"/>
                    </a:lnTo>
                    <a:lnTo>
                      <a:pt x="0" y="95"/>
                    </a:lnTo>
                    <a:lnTo>
                      <a:pt x="0" y="82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138" name="Freeform 128"/>
              <p:cNvSpPr>
                <a:spLocks/>
              </p:cNvSpPr>
              <p:nvPr/>
            </p:nvSpPr>
            <p:spPr bwMode="auto">
              <a:xfrm>
                <a:off x="4594" y="2698"/>
                <a:ext cx="102" cy="825"/>
              </a:xfrm>
              <a:custGeom>
                <a:avLst/>
                <a:gdLst>
                  <a:gd name="T0" fmla="*/ 0 w 102"/>
                  <a:gd name="T1" fmla="*/ 825 h 825"/>
                  <a:gd name="T2" fmla="*/ 102 w 102"/>
                  <a:gd name="T3" fmla="*/ 723 h 825"/>
                  <a:gd name="T4" fmla="*/ 102 w 102"/>
                  <a:gd name="T5" fmla="*/ 0 h 825"/>
                  <a:gd name="T6" fmla="*/ 0 w 102"/>
                  <a:gd name="T7" fmla="*/ 95 h 825"/>
                  <a:gd name="T8" fmla="*/ 0 w 102"/>
                  <a:gd name="T9" fmla="*/ 825 h 825"/>
                </a:gdLst>
                <a:ahLst/>
                <a:cxnLst>
                  <a:cxn ang="0">
                    <a:pos x="T0" y="T1"/>
                  </a:cxn>
                  <a:cxn ang="0">
                    <a:pos x="T2" y="T3"/>
                  </a:cxn>
                  <a:cxn ang="0">
                    <a:pos x="T4" y="T5"/>
                  </a:cxn>
                  <a:cxn ang="0">
                    <a:pos x="T6" y="T7"/>
                  </a:cxn>
                  <a:cxn ang="0">
                    <a:pos x="T8" y="T9"/>
                  </a:cxn>
                </a:cxnLst>
                <a:rect l="0" t="0" r="r" b="b"/>
                <a:pathLst>
                  <a:path w="102" h="825">
                    <a:moveTo>
                      <a:pt x="0" y="825"/>
                    </a:moveTo>
                    <a:lnTo>
                      <a:pt x="102" y="723"/>
                    </a:lnTo>
                    <a:lnTo>
                      <a:pt x="102" y="0"/>
                    </a:lnTo>
                    <a:lnTo>
                      <a:pt x="0" y="95"/>
                    </a:lnTo>
                    <a:lnTo>
                      <a:pt x="0" y="825"/>
                    </a:lnTo>
                    <a:close/>
                  </a:path>
                </a:pathLst>
              </a:custGeom>
              <a:solidFill>
                <a:srgbClr val="7A7A5A"/>
              </a:solidFill>
              <a:ln w="11113">
                <a:solidFill>
                  <a:srgbClr val="494936"/>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grpSp>
        <p:sp>
          <p:nvSpPr>
            <p:cNvPr id="139" name="Freeform 129"/>
            <p:cNvSpPr>
              <a:spLocks/>
            </p:cNvSpPr>
            <p:nvPr/>
          </p:nvSpPr>
          <p:spPr bwMode="auto">
            <a:xfrm>
              <a:off x="1079745" y="4539972"/>
              <a:ext cx="5256212" cy="1116013"/>
            </a:xfrm>
            <a:custGeom>
              <a:avLst/>
              <a:gdLst>
                <a:gd name="T0" fmla="*/ 0 w 3360"/>
                <a:gd name="T1" fmla="*/ 352 h 920"/>
                <a:gd name="T2" fmla="*/ 720 w 3360"/>
                <a:gd name="T3" fmla="*/ 880 h 920"/>
                <a:gd name="T4" fmla="*/ 1536 w 3360"/>
                <a:gd name="T5" fmla="*/ 112 h 920"/>
                <a:gd name="T6" fmla="*/ 2976 w 3360"/>
                <a:gd name="T7" fmla="*/ 208 h 920"/>
                <a:gd name="T8" fmla="*/ 3360 w 3360"/>
                <a:gd name="T9" fmla="*/ 16 h 920"/>
              </a:gdLst>
              <a:ahLst/>
              <a:cxnLst>
                <a:cxn ang="0">
                  <a:pos x="T0" y="T1"/>
                </a:cxn>
                <a:cxn ang="0">
                  <a:pos x="T2" y="T3"/>
                </a:cxn>
                <a:cxn ang="0">
                  <a:pos x="T4" y="T5"/>
                </a:cxn>
                <a:cxn ang="0">
                  <a:pos x="T6" y="T7"/>
                </a:cxn>
                <a:cxn ang="0">
                  <a:pos x="T8" y="T9"/>
                </a:cxn>
              </a:cxnLst>
              <a:rect l="0" t="0" r="r" b="b"/>
              <a:pathLst>
                <a:path w="3360" h="920">
                  <a:moveTo>
                    <a:pt x="0" y="352"/>
                  </a:moveTo>
                  <a:cubicBezTo>
                    <a:pt x="232" y="636"/>
                    <a:pt x="464" y="920"/>
                    <a:pt x="720" y="880"/>
                  </a:cubicBezTo>
                  <a:cubicBezTo>
                    <a:pt x="976" y="840"/>
                    <a:pt x="1160" y="224"/>
                    <a:pt x="1536" y="112"/>
                  </a:cubicBezTo>
                  <a:cubicBezTo>
                    <a:pt x="1912" y="0"/>
                    <a:pt x="2672" y="224"/>
                    <a:pt x="2976" y="208"/>
                  </a:cubicBezTo>
                  <a:cubicBezTo>
                    <a:pt x="3280" y="192"/>
                    <a:pt x="3320" y="104"/>
                    <a:pt x="3360" y="16"/>
                  </a:cubicBezTo>
                </a:path>
              </a:pathLst>
            </a:custGeom>
            <a:noFill/>
            <a:ln w="28575"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grpSp>
          <p:nvGrpSpPr>
            <p:cNvPr id="140" name="Group 130"/>
            <p:cNvGrpSpPr>
              <a:grpSpLocks/>
            </p:cNvGrpSpPr>
            <p:nvPr/>
          </p:nvGrpSpPr>
          <p:grpSpPr bwMode="auto">
            <a:xfrm>
              <a:off x="1008307" y="4708246"/>
              <a:ext cx="539750" cy="520700"/>
              <a:chOff x="3477" y="2698"/>
              <a:chExt cx="1445" cy="1307"/>
            </a:xfrm>
          </p:grpSpPr>
          <p:sp>
            <p:nvSpPr>
              <p:cNvPr id="141" name="Rectangle 131"/>
              <p:cNvSpPr>
                <a:spLocks noChangeArrowheads="1"/>
              </p:cNvSpPr>
              <p:nvPr/>
            </p:nvSpPr>
            <p:spPr bwMode="auto">
              <a:xfrm>
                <a:off x="3477" y="3574"/>
                <a:ext cx="1307" cy="241"/>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142" name="Rectangle 132"/>
              <p:cNvSpPr>
                <a:spLocks noChangeArrowheads="1"/>
              </p:cNvSpPr>
              <p:nvPr/>
            </p:nvSpPr>
            <p:spPr bwMode="auto">
              <a:xfrm>
                <a:off x="3480" y="3577"/>
                <a:ext cx="1301" cy="235"/>
              </a:xfrm>
              <a:prstGeom prst="rect">
                <a:avLst/>
              </a:prstGeom>
              <a:solidFill>
                <a:srgbClr val="B7B79D"/>
              </a:solidFill>
              <a:ln w="11113">
                <a:solidFill>
                  <a:srgbClr val="494936"/>
                </a:solidFill>
                <a:miter lim="800000"/>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143" name="Freeform 133"/>
              <p:cNvSpPr>
                <a:spLocks/>
              </p:cNvSpPr>
              <p:nvPr/>
            </p:nvSpPr>
            <p:spPr bwMode="auto">
              <a:xfrm>
                <a:off x="3477" y="3443"/>
                <a:ext cx="1445" cy="131"/>
              </a:xfrm>
              <a:custGeom>
                <a:avLst/>
                <a:gdLst>
                  <a:gd name="T0" fmla="*/ 0 w 1445"/>
                  <a:gd name="T1" fmla="*/ 131 h 131"/>
                  <a:gd name="T2" fmla="*/ 138 w 1445"/>
                  <a:gd name="T3" fmla="*/ 0 h 131"/>
                  <a:gd name="T4" fmla="*/ 1445 w 1445"/>
                  <a:gd name="T5" fmla="*/ 0 h 131"/>
                  <a:gd name="T6" fmla="*/ 1307 w 1445"/>
                  <a:gd name="T7" fmla="*/ 131 h 131"/>
                  <a:gd name="T8" fmla="*/ 0 w 1445"/>
                  <a:gd name="T9" fmla="*/ 131 h 131"/>
                </a:gdLst>
                <a:ahLst/>
                <a:cxnLst>
                  <a:cxn ang="0">
                    <a:pos x="T0" y="T1"/>
                  </a:cxn>
                  <a:cxn ang="0">
                    <a:pos x="T2" y="T3"/>
                  </a:cxn>
                  <a:cxn ang="0">
                    <a:pos x="T4" y="T5"/>
                  </a:cxn>
                  <a:cxn ang="0">
                    <a:pos x="T6" y="T7"/>
                  </a:cxn>
                  <a:cxn ang="0">
                    <a:pos x="T8" y="T9"/>
                  </a:cxn>
                </a:cxnLst>
                <a:rect l="0" t="0" r="r" b="b"/>
                <a:pathLst>
                  <a:path w="1445" h="131">
                    <a:moveTo>
                      <a:pt x="0" y="131"/>
                    </a:moveTo>
                    <a:lnTo>
                      <a:pt x="138" y="0"/>
                    </a:lnTo>
                    <a:lnTo>
                      <a:pt x="1445" y="0"/>
                    </a:lnTo>
                    <a:lnTo>
                      <a:pt x="1307" y="131"/>
                    </a:lnTo>
                    <a:lnTo>
                      <a:pt x="0" y="13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144" name="Freeform 134"/>
              <p:cNvSpPr>
                <a:spLocks/>
              </p:cNvSpPr>
              <p:nvPr/>
            </p:nvSpPr>
            <p:spPr bwMode="auto">
              <a:xfrm>
                <a:off x="3477" y="3443"/>
                <a:ext cx="1445" cy="131"/>
              </a:xfrm>
              <a:custGeom>
                <a:avLst/>
                <a:gdLst>
                  <a:gd name="T0" fmla="*/ 0 w 1445"/>
                  <a:gd name="T1" fmla="*/ 131 h 131"/>
                  <a:gd name="T2" fmla="*/ 138 w 1445"/>
                  <a:gd name="T3" fmla="*/ 0 h 131"/>
                  <a:gd name="T4" fmla="*/ 1445 w 1445"/>
                  <a:gd name="T5" fmla="*/ 0 h 131"/>
                  <a:gd name="T6" fmla="*/ 1307 w 1445"/>
                  <a:gd name="T7" fmla="*/ 131 h 131"/>
                  <a:gd name="T8" fmla="*/ 0 w 1445"/>
                  <a:gd name="T9" fmla="*/ 131 h 131"/>
                </a:gdLst>
                <a:ahLst/>
                <a:cxnLst>
                  <a:cxn ang="0">
                    <a:pos x="T0" y="T1"/>
                  </a:cxn>
                  <a:cxn ang="0">
                    <a:pos x="T2" y="T3"/>
                  </a:cxn>
                  <a:cxn ang="0">
                    <a:pos x="T4" y="T5"/>
                  </a:cxn>
                  <a:cxn ang="0">
                    <a:pos x="T6" y="T7"/>
                  </a:cxn>
                  <a:cxn ang="0">
                    <a:pos x="T8" y="T9"/>
                  </a:cxn>
                </a:cxnLst>
                <a:rect l="0" t="0" r="r" b="b"/>
                <a:pathLst>
                  <a:path w="1445" h="131">
                    <a:moveTo>
                      <a:pt x="0" y="131"/>
                    </a:moveTo>
                    <a:lnTo>
                      <a:pt x="138" y="0"/>
                    </a:lnTo>
                    <a:lnTo>
                      <a:pt x="1445" y="0"/>
                    </a:lnTo>
                    <a:lnTo>
                      <a:pt x="1307" y="131"/>
                    </a:lnTo>
                    <a:lnTo>
                      <a:pt x="0" y="131"/>
                    </a:lnTo>
                    <a:close/>
                  </a:path>
                </a:pathLst>
              </a:custGeom>
              <a:solidFill>
                <a:srgbClr val="C9C9B6"/>
              </a:solidFill>
              <a:ln w="11113">
                <a:solidFill>
                  <a:srgbClr val="494936"/>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145" name="Line 135"/>
              <p:cNvSpPr>
                <a:spLocks noChangeShapeType="1"/>
              </p:cNvSpPr>
              <p:nvPr/>
            </p:nvSpPr>
            <p:spPr bwMode="auto">
              <a:xfrm flipH="1">
                <a:off x="4397" y="3684"/>
                <a:ext cx="314" cy="1"/>
              </a:xfrm>
              <a:prstGeom prst="line">
                <a:avLst/>
              </a:prstGeom>
              <a:noFill/>
              <a:ln w="349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146" name="Freeform 136"/>
              <p:cNvSpPr>
                <a:spLocks/>
              </p:cNvSpPr>
              <p:nvPr/>
            </p:nvSpPr>
            <p:spPr bwMode="auto">
              <a:xfrm>
                <a:off x="4784" y="3443"/>
                <a:ext cx="138" cy="372"/>
              </a:xfrm>
              <a:custGeom>
                <a:avLst/>
                <a:gdLst>
                  <a:gd name="T0" fmla="*/ 0 w 138"/>
                  <a:gd name="T1" fmla="*/ 372 h 372"/>
                  <a:gd name="T2" fmla="*/ 138 w 138"/>
                  <a:gd name="T3" fmla="*/ 234 h 372"/>
                  <a:gd name="T4" fmla="*/ 138 w 138"/>
                  <a:gd name="T5" fmla="*/ 0 h 372"/>
                  <a:gd name="T6" fmla="*/ 0 w 138"/>
                  <a:gd name="T7" fmla="*/ 131 h 372"/>
                  <a:gd name="T8" fmla="*/ 0 w 138"/>
                  <a:gd name="T9" fmla="*/ 372 h 372"/>
                </a:gdLst>
                <a:ahLst/>
                <a:cxnLst>
                  <a:cxn ang="0">
                    <a:pos x="T0" y="T1"/>
                  </a:cxn>
                  <a:cxn ang="0">
                    <a:pos x="T2" y="T3"/>
                  </a:cxn>
                  <a:cxn ang="0">
                    <a:pos x="T4" y="T5"/>
                  </a:cxn>
                  <a:cxn ang="0">
                    <a:pos x="T6" y="T7"/>
                  </a:cxn>
                  <a:cxn ang="0">
                    <a:pos x="T8" y="T9"/>
                  </a:cxn>
                </a:cxnLst>
                <a:rect l="0" t="0" r="r" b="b"/>
                <a:pathLst>
                  <a:path w="138" h="372">
                    <a:moveTo>
                      <a:pt x="0" y="372"/>
                    </a:moveTo>
                    <a:lnTo>
                      <a:pt x="138" y="234"/>
                    </a:lnTo>
                    <a:lnTo>
                      <a:pt x="138" y="0"/>
                    </a:lnTo>
                    <a:lnTo>
                      <a:pt x="0" y="131"/>
                    </a:lnTo>
                    <a:lnTo>
                      <a:pt x="0" y="372"/>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147" name="Freeform 137"/>
              <p:cNvSpPr>
                <a:spLocks/>
              </p:cNvSpPr>
              <p:nvPr/>
            </p:nvSpPr>
            <p:spPr bwMode="auto">
              <a:xfrm>
                <a:off x="4784" y="3443"/>
                <a:ext cx="138" cy="372"/>
              </a:xfrm>
              <a:custGeom>
                <a:avLst/>
                <a:gdLst>
                  <a:gd name="T0" fmla="*/ 0 w 138"/>
                  <a:gd name="T1" fmla="*/ 372 h 372"/>
                  <a:gd name="T2" fmla="*/ 138 w 138"/>
                  <a:gd name="T3" fmla="*/ 234 h 372"/>
                  <a:gd name="T4" fmla="*/ 138 w 138"/>
                  <a:gd name="T5" fmla="*/ 0 h 372"/>
                  <a:gd name="T6" fmla="*/ 0 w 138"/>
                  <a:gd name="T7" fmla="*/ 131 h 372"/>
                  <a:gd name="T8" fmla="*/ 0 w 138"/>
                  <a:gd name="T9" fmla="*/ 372 h 372"/>
                </a:gdLst>
                <a:ahLst/>
                <a:cxnLst>
                  <a:cxn ang="0">
                    <a:pos x="T0" y="T1"/>
                  </a:cxn>
                  <a:cxn ang="0">
                    <a:pos x="T2" y="T3"/>
                  </a:cxn>
                  <a:cxn ang="0">
                    <a:pos x="T4" y="T5"/>
                  </a:cxn>
                  <a:cxn ang="0">
                    <a:pos x="T6" y="T7"/>
                  </a:cxn>
                  <a:cxn ang="0">
                    <a:pos x="T8" y="T9"/>
                  </a:cxn>
                </a:cxnLst>
                <a:rect l="0" t="0" r="r" b="b"/>
                <a:pathLst>
                  <a:path w="138" h="372">
                    <a:moveTo>
                      <a:pt x="0" y="372"/>
                    </a:moveTo>
                    <a:lnTo>
                      <a:pt x="138" y="234"/>
                    </a:lnTo>
                    <a:lnTo>
                      <a:pt x="138" y="0"/>
                    </a:lnTo>
                    <a:lnTo>
                      <a:pt x="0" y="131"/>
                    </a:lnTo>
                    <a:lnTo>
                      <a:pt x="0" y="372"/>
                    </a:lnTo>
                    <a:close/>
                  </a:path>
                </a:pathLst>
              </a:custGeom>
              <a:solidFill>
                <a:srgbClr val="7A7A5A"/>
              </a:solidFill>
              <a:ln w="11113">
                <a:solidFill>
                  <a:srgbClr val="494936"/>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148" name="Freeform 138"/>
              <p:cNvSpPr>
                <a:spLocks/>
              </p:cNvSpPr>
              <p:nvPr/>
            </p:nvSpPr>
            <p:spPr bwMode="auto">
              <a:xfrm>
                <a:off x="3484" y="3786"/>
                <a:ext cx="1154" cy="183"/>
              </a:xfrm>
              <a:custGeom>
                <a:avLst/>
                <a:gdLst>
                  <a:gd name="T0" fmla="*/ 0 w 1154"/>
                  <a:gd name="T1" fmla="*/ 183 h 183"/>
                  <a:gd name="T2" fmla="*/ 146 w 1154"/>
                  <a:gd name="T3" fmla="*/ 0 h 183"/>
                  <a:gd name="T4" fmla="*/ 1154 w 1154"/>
                  <a:gd name="T5" fmla="*/ 0 h 183"/>
                  <a:gd name="T6" fmla="*/ 1008 w 1154"/>
                  <a:gd name="T7" fmla="*/ 183 h 183"/>
                  <a:gd name="T8" fmla="*/ 0 w 1154"/>
                  <a:gd name="T9" fmla="*/ 183 h 183"/>
                </a:gdLst>
                <a:ahLst/>
                <a:cxnLst>
                  <a:cxn ang="0">
                    <a:pos x="T0" y="T1"/>
                  </a:cxn>
                  <a:cxn ang="0">
                    <a:pos x="T2" y="T3"/>
                  </a:cxn>
                  <a:cxn ang="0">
                    <a:pos x="T4" y="T5"/>
                  </a:cxn>
                  <a:cxn ang="0">
                    <a:pos x="T6" y="T7"/>
                  </a:cxn>
                  <a:cxn ang="0">
                    <a:pos x="T8" y="T9"/>
                  </a:cxn>
                </a:cxnLst>
                <a:rect l="0" t="0" r="r" b="b"/>
                <a:pathLst>
                  <a:path w="1154" h="183">
                    <a:moveTo>
                      <a:pt x="0" y="183"/>
                    </a:moveTo>
                    <a:lnTo>
                      <a:pt x="146" y="0"/>
                    </a:lnTo>
                    <a:lnTo>
                      <a:pt x="1154" y="0"/>
                    </a:lnTo>
                    <a:lnTo>
                      <a:pt x="1008" y="183"/>
                    </a:lnTo>
                    <a:lnTo>
                      <a:pt x="0" y="18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149" name="Freeform 139"/>
              <p:cNvSpPr>
                <a:spLocks/>
              </p:cNvSpPr>
              <p:nvPr/>
            </p:nvSpPr>
            <p:spPr bwMode="auto">
              <a:xfrm>
                <a:off x="3484" y="3786"/>
                <a:ext cx="1154" cy="183"/>
              </a:xfrm>
              <a:custGeom>
                <a:avLst/>
                <a:gdLst>
                  <a:gd name="T0" fmla="*/ 0 w 1154"/>
                  <a:gd name="T1" fmla="*/ 183 h 183"/>
                  <a:gd name="T2" fmla="*/ 146 w 1154"/>
                  <a:gd name="T3" fmla="*/ 0 h 183"/>
                  <a:gd name="T4" fmla="*/ 1154 w 1154"/>
                  <a:gd name="T5" fmla="*/ 0 h 183"/>
                  <a:gd name="T6" fmla="*/ 1008 w 1154"/>
                  <a:gd name="T7" fmla="*/ 183 h 183"/>
                  <a:gd name="T8" fmla="*/ 0 w 1154"/>
                  <a:gd name="T9" fmla="*/ 183 h 183"/>
                </a:gdLst>
                <a:ahLst/>
                <a:cxnLst>
                  <a:cxn ang="0">
                    <a:pos x="T0" y="T1"/>
                  </a:cxn>
                  <a:cxn ang="0">
                    <a:pos x="T2" y="T3"/>
                  </a:cxn>
                  <a:cxn ang="0">
                    <a:pos x="T4" y="T5"/>
                  </a:cxn>
                  <a:cxn ang="0">
                    <a:pos x="T6" y="T7"/>
                  </a:cxn>
                  <a:cxn ang="0">
                    <a:pos x="T8" y="T9"/>
                  </a:cxn>
                </a:cxnLst>
                <a:rect l="0" t="0" r="r" b="b"/>
                <a:pathLst>
                  <a:path w="1154" h="183">
                    <a:moveTo>
                      <a:pt x="0" y="183"/>
                    </a:moveTo>
                    <a:lnTo>
                      <a:pt x="146" y="0"/>
                    </a:lnTo>
                    <a:lnTo>
                      <a:pt x="1154" y="0"/>
                    </a:lnTo>
                    <a:lnTo>
                      <a:pt x="1008" y="183"/>
                    </a:lnTo>
                    <a:lnTo>
                      <a:pt x="0" y="183"/>
                    </a:lnTo>
                    <a:close/>
                  </a:path>
                </a:pathLst>
              </a:custGeom>
              <a:solidFill>
                <a:srgbClr val="C9C9B6"/>
              </a:solidFill>
              <a:ln w="11113">
                <a:solidFill>
                  <a:srgbClr val="494936"/>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150" name="Freeform 140"/>
              <p:cNvSpPr>
                <a:spLocks/>
              </p:cNvSpPr>
              <p:nvPr/>
            </p:nvSpPr>
            <p:spPr bwMode="auto">
              <a:xfrm>
                <a:off x="4492" y="3786"/>
                <a:ext cx="146" cy="219"/>
              </a:xfrm>
              <a:custGeom>
                <a:avLst/>
                <a:gdLst>
                  <a:gd name="T0" fmla="*/ 0 w 146"/>
                  <a:gd name="T1" fmla="*/ 219 h 219"/>
                  <a:gd name="T2" fmla="*/ 146 w 146"/>
                  <a:gd name="T3" fmla="*/ 66 h 219"/>
                  <a:gd name="T4" fmla="*/ 146 w 146"/>
                  <a:gd name="T5" fmla="*/ 0 h 219"/>
                  <a:gd name="T6" fmla="*/ 0 w 146"/>
                  <a:gd name="T7" fmla="*/ 183 h 219"/>
                  <a:gd name="T8" fmla="*/ 0 w 146"/>
                  <a:gd name="T9" fmla="*/ 219 h 219"/>
                </a:gdLst>
                <a:ahLst/>
                <a:cxnLst>
                  <a:cxn ang="0">
                    <a:pos x="T0" y="T1"/>
                  </a:cxn>
                  <a:cxn ang="0">
                    <a:pos x="T2" y="T3"/>
                  </a:cxn>
                  <a:cxn ang="0">
                    <a:pos x="T4" y="T5"/>
                  </a:cxn>
                  <a:cxn ang="0">
                    <a:pos x="T6" y="T7"/>
                  </a:cxn>
                  <a:cxn ang="0">
                    <a:pos x="T8" y="T9"/>
                  </a:cxn>
                </a:cxnLst>
                <a:rect l="0" t="0" r="r" b="b"/>
                <a:pathLst>
                  <a:path w="146" h="219">
                    <a:moveTo>
                      <a:pt x="0" y="219"/>
                    </a:moveTo>
                    <a:lnTo>
                      <a:pt x="146" y="66"/>
                    </a:lnTo>
                    <a:lnTo>
                      <a:pt x="146" y="0"/>
                    </a:lnTo>
                    <a:lnTo>
                      <a:pt x="0" y="183"/>
                    </a:lnTo>
                    <a:lnTo>
                      <a:pt x="0" y="219"/>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151" name="Freeform 141"/>
              <p:cNvSpPr>
                <a:spLocks/>
              </p:cNvSpPr>
              <p:nvPr/>
            </p:nvSpPr>
            <p:spPr bwMode="auto">
              <a:xfrm>
                <a:off x="4492" y="3786"/>
                <a:ext cx="146" cy="219"/>
              </a:xfrm>
              <a:custGeom>
                <a:avLst/>
                <a:gdLst>
                  <a:gd name="T0" fmla="*/ 0 w 146"/>
                  <a:gd name="T1" fmla="*/ 219 h 219"/>
                  <a:gd name="T2" fmla="*/ 146 w 146"/>
                  <a:gd name="T3" fmla="*/ 66 h 219"/>
                  <a:gd name="T4" fmla="*/ 146 w 146"/>
                  <a:gd name="T5" fmla="*/ 0 h 219"/>
                  <a:gd name="T6" fmla="*/ 0 w 146"/>
                  <a:gd name="T7" fmla="*/ 183 h 219"/>
                  <a:gd name="T8" fmla="*/ 0 w 146"/>
                  <a:gd name="T9" fmla="*/ 219 h 219"/>
                </a:gdLst>
                <a:ahLst/>
                <a:cxnLst>
                  <a:cxn ang="0">
                    <a:pos x="T0" y="T1"/>
                  </a:cxn>
                  <a:cxn ang="0">
                    <a:pos x="T2" y="T3"/>
                  </a:cxn>
                  <a:cxn ang="0">
                    <a:pos x="T4" y="T5"/>
                  </a:cxn>
                  <a:cxn ang="0">
                    <a:pos x="T6" y="T7"/>
                  </a:cxn>
                  <a:cxn ang="0">
                    <a:pos x="T8" y="T9"/>
                  </a:cxn>
                </a:cxnLst>
                <a:rect l="0" t="0" r="r" b="b"/>
                <a:pathLst>
                  <a:path w="146" h="219">
                    <a:moveTo>
                      <a:pt x="0" y="219"/>
                    </a:moveTo>
                    <a:lnTo>
                      <a:pt x="146" y="66"/>
                    </a:lnTo>
                    <a:lnTo>
                      <a:pt x="146" y="0"/>
                    </a:lnTo>
                    <a:lnTo>
                      <a:pt x="0" y="183"/>
                    </a:lnTo>
                    <a:lnTo>
                      <a:pt x="0" y="219"/>
                    </a:lnTo>
                    <a:close/>
                  </a:path>
                </a:pathLst>
              </a:custGeom>
              <a:solidFill>
                <a:srgbClr val="7A7A5A"/>
              </a:solidFill>
              <a:ln w="11113">
                <a:solidFill>
                  <a:srgbClr val="494936"/>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152" name="Rectangle 142"/>
              <p:cNvSpPr>
                <a:spLocks noChangeArrowheads="1"/>
              </p:cNvSpPr>
              <p:nvPr/>
            </p:nvSpPr>
            <p:spPr bwMode="auto">
              <a:xfrm>
                <a:off x="3484" y="3969"/>
                <a:ext cx="1008" cy="36"/>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153" name="Rectangle 143"/>
              <p:cNvSpPr>
                <a:spLocks noChangeArrowheads="1"/>
              </p:cNvSpPr>
              <p:nvPr/>
            </p:nvSpPr>
            <p:spPr bwMode="auto">
              <a:xfrm>
                <a:off x="3487" y="3972"/>
                <a:ext cx="1002" cy="30"/>
              </a:xfrm>
              <a:prstGeom prst="rect">
                <a:avLst/>
              </a:prstGeom>
              <a:solidFill>
                <a:srgbClr val="B7B79D"/>
              </a:solidFill>
              <a:ln w="11113">
                <a:solidFill>
                  <a:srgbClr val="494936"/>
                </a:solidFill>
                <a:miter lim="800000"/>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154" name="Freeform 144"/>
              <p:cNvSpPr>
                <a:spLocks/>
              </p:cNvSpPr>
              <p:nvPr/>
            </p:nvSpPr>
            <p:spPr bwMode="auto">
              <a:xfrm>
                <a:off x="3674" y="3443"/>
                <a:ext cx="1037" cy="102"/>
              </a:xfrm>
              <a:custGeom>
                <a:avLst/>
                <a:gdLst>
                  <a:gd name="T0" fmla="*/ 0 w 1037"/>
                  <a:gd name="T1" fmla="*/ 102 h 102"/>
                  <a:gd name="T2" fmla="*/ 109 w 1037"/>
                  <a:gd name="T3" fmla="*/ 0 h 102"/>
                  <a:gd name="T4" fmla="*/ 1037 w 1037"/>
                  <a:gd name="T5" fmla="*/ 0 h 102"/>
                  <a:gd name="T6" fmla="*/ 934 w 1037"/>
                  <a:gd name="T7" fmla="*/ 102 h 102"/>
                  <a:gd name="T8" fmla="*/ 0 w 1037"/>
                  <a:gd name="T9" fmla="*/ 102 h 102"/>
                </a:gdLst>
                <a:ahLst/>
                <a:cxnLst>
                  <a:cxn ang="0">
                    <a:pos x="T0" y="T1"/>
                  </a:cxn>
                  <a:cxn ang="0">
                    <a:pos x="T2" y="T3"/>
                  </a:cxn>
                  <a:cxn ang="0">
                    <a:pos x="T4" y="T5"/>
                  </a:cxn>
                  <a:cxn ang="0">
                    <a:pos x="T6" y="T7"/>
                  </a:cxn>
                  <a:cxn ang="0">
                    <a:pos x="T8" y="T9"/>
                  </a:cxn>
                </a:cxnLst>
                <a:rect l="0" t="0" r="r" b="b"/>
                <a:pathLst>
                  <a:path w="1037" h="102">
                    <a:moveTo>
                      <a:pt x="0" y="102"/>
                    </a:moveTo>
                    <a:lnTo>
                      <a:pt x="109" y="0"/>
                    </a:lnTo>
                    <a:lnTo>
                      <a:pt x="1037" y="0"/>
                    </a:lnTo>
                    <a:lnTo>
                      <a:pt x="934" y="102"/>
                    </a:lnTo>
                    <a:lnTo>
                      <a:pt x="0" y="10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155" name="Freeform 145"/>
              <p:cNvSpPr>
                <a:spLocks/>
              </p:cNvSpPr>
              <p:nvPr/>
            </p:nvSpPr>
            <p:spPr bwMode="auto">
              <a:xfrm>
                <a:off x="3674" y="3443"/>
                <a:ext cx="1037" cy="102"/>
              </a:xfrm>
              <a:custGeom>
                <a:avLst/>
                <a:gdLst>
                  <a:gd name="T0" fmla="*/ 0 w 1037"/>
                  <a:gd name="T1" fmla="*/ 102 h 102"/>
                  <a:gd name="T2" fmla="*/ 109 w 1037"/>
                  <a:gd name="T3" fmla="*/ 0 h 102"/>
                  <a:gd name="T4" fmla="*/ 1037 w 1037"/>
                  <a:gd name="T5" fmla="*/ 0 h 102"/>
                  <a:gd name="T6" fmla="*/ 934 w 1037"/>
                  <a:gd name="T7" fmla="*/ 102 h 102"/>
                  <a:gd name="T8" fmla="*/ 0 w 1037"/>
                  <a:gd name="T9" fmla="*/ 102 h 102"/>
                </a:gdLst>
                <a:ahLst/>
                <a:cxnLst>
                  <a:cxn ang="0">
                    <a:pos x="T0" y="T1"/>
                  </a:cxn>
                  <a:cxn ang="0">
                    <a:pos x="T2" y="T3"/>
                  </a:cxn>
                  <a:cxn ang="0">
                    <a:pos x="T4" y="T5"/>
                  </a:cxn>
                  <a:cxn ang="0">
                    <a:pos x="T6" y="T7"/>
                  </a:cxn>
                  <a:cxn ang="0">
                    <a:pos x="T8" y="T9"/>
                  </a:cxn>
                </a:cxnLst>
                <a:rect l="0" t="0" r="r" b="b"/>
                <a:pathLst>
                  <a:path w="1037" h="102">
                    <a:moveTo>
                      <a:pt x="0" y="102"/>
                    </a:moveTo>
                    <a:lnTo>
                      <a:pt x="109" y="0"/>
                    </a:lnTo>
                    <a:lnTo>
                      <a:pt x="1037" y="0"/>
                    </a:lnTo>
                    <a:lnTo>
                      <a:pt x="934" y="102"/>
                    </a:lnTo>
                    <a:lnTo>
                      <a:pt x="0" y="102"/>
                    </a:lnTo>
                    <a:close/>
                  </a:path>
                </a:pathLst>
              </a:custGeom>
              <a:solidFill>
                <a:srgbClr val="000000"/>
              </a:solidFill>
              <a:ln w="11113">
                <a:solidFill>
                  <a:srgbClr val="000000"/>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156" name="Freeform 146"/>
              <p:cNvSpPr>
                <a:spLocks/>
              </p:cNvSpPr>
              <p:nvPr/>
            </p:nvSpPr>
            <p:spPr bwMode="auto">
              <a:xfrm>
                <a:off x="3666" y="2698"/>
                <a:ext cx="1030" cy="95"/>
              </a:xfrm>
              <a:custGeom>
                <a:avLst/>
                <a:gdLst>
                  <a:gd name="T0" fmla="*/ 0 w 1030"/>
                  <a:gd name="T1" fmla="*/ 95 h 95"/>
                  <a:gd name="T2" fmla="*/ 103 w 1030"/>
                  <a:gd name="T3" fmla="*/ 0 h 95"/>
                  <a:gd name="T4" fmla="*/ 1030 w 1030"/>
                  <a:gd name="T5" fmla="*/ 0 h 95"/>
                  <a:gd name="T6" fmla="*/ 928 w 1030"/>
                  <a:gd name="T7" fmla="*/ 95 h 95"/>
                  <a:gd name="T8" fmla="*/ 0 w 1030"/>
                  <a:gd name="T9" fmla="*/ 95 h 95"/>
                </a:gdLst>
                <a:ahLst/>
                <a:cxnLst>
                  <a:cxn ang="0">
                    <a:pos x="T0" y="T1"/>
                  </a:cxn>
                  <a:cxn ang="0">
                    <a:pos x="T2" y="T3"/>
                  </a:cxn>
                  <a:cxn ang="0">
                    <a:pos x="T4" y="T5"/>
                  </a:cxn>
                  <a:cxn ang="0">
                    <a:pos x="T6" y="T7"/>
                  </a:cxn>
                  <a:cxn ang="0">
                    <a:pos x="T8" y="T9"/>
                  </a:cxn>
                </a:cxnLst>
                <a:rect l="0" t="0" r="r" b="b"/>
                <a:pathLst>
                  <a:path w="1030" h="95">
                    <a:moveTo>
                      <a:pt x="0" y="95"/>
                    </a:moveTo>
                    <a:lnTo>
                      <a:pt x="103" y="0"/>
                    </a:lnTo>
                    <a:lnTo>
                      <a:pt x="1030" y="0"/>
                    </a:lnTo>
                    <a:lnTo>
                      <a:pt x="928" y="95"/>
                    </a:lnTo>
                    <a:lnTo>
                      <a:pt x="0" y="9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157" name="Freeform 147"/>
              <p:cNvSpPr>
                <a:spLocks/>
              </p:cNvSpPr>
              <p:nvPr/>
            </p:nvSpPr>
            <p:spPr bwMode="auto">
              <a:xfrm>
                <a:off x="3666" y="2698"/>
                <a:ext cx="1030" cy="95"/>
              </a:xfrm>
              <a:custGeom>
                <a:avLst/>
                <a:gdLst>
                  <a:gd name="T0" fmla="*/ 0 w 1030"/>
                  <a:gd name="T1" fmla="*/ 95 h 95"/>
                  <a:gd name="T2" fmla="*/ 103 w 1030"/>
                  <a:gd name="T3" fmla="*/ 0 h 95"/>
                  <a:gd name="T4" fmla="*/ 1030 w 1030"/>
                  <a:gd name="T5" fmla="*/ 0 h 95"/>
                  <a:gd name="T6" fmla="*/ 928 w 1030"/>
                  <a:gd name="T7" fmla="*/ 95 h 95"/>
                  <a:gd name="T8" fmla="*/ 0 w 1030"/>
                  <a:gd name="T9" fmla="*/ 95 h 95"/>
                </a:gdLst>
                <a:ahLst/>
                <a:cxnLst>
                  <a:cxn ang="0">
                    <a:pos x="T0" y="T1"/>
                  </a:cxn>
                  <a:cxn ang="0">
                    <a:pos x="T2" y="T3"/>
                  </a:cxn>
                  <a:cxn ang="0">
                    <a:pos x="T4" y="T5"/>
                  </a:cxn>
                  <a:cxn ang="0">
                    <a:pos x="T6" y="T7"/>
                  </a:cxn>
                  <a:cxn ang="0">
                    <a:pos x="T8" y="T9"/>
                  </a:cxn>
                </a:cxnLst>
                <a:rect l="0" t="0" r="r" b="b"/>
                <a:pathLst>
                  <a:path w="1030" h="95">
                    <a:moveTo>
                      <a:pt x="0" y="95"/>
                    </a:moveTo>
                    <a:lnTo>
                      <a:pt x="103" y="0"/>
                    </a:lnTo>
                    <a:lnTo>
                      <a:pt x="1030" y="0"/>
                    </a:lnTo>
                    <a:lnTo>
                      <a:pt x="928" y="95"/>
                    </a:lnTo>
                    <a:lnTo>
                      <a:pt x="0" y="95"/>
                    </a:lnTo>
                    <a:close/>
                  </a:path>
                </a:pathLst>
              </a:custGeom>
              <a:solidFill>
                <a:srgbClr val="C9C9B6"/>
              </a:solidFill>
              <a:ln w="11113">
                <a:solidFill>
                  <a:srgbClr val="494936"/>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158" name="Rectangle 148"/>
              <p:cNvSpPr>
                <a:spLocks noChangeArrowheads="1"/>
              </p:cNvSpPr>
              <p:nvPr/>
            </p:nvSpPr>
            <p:spPr bwMode="auto">
              <a:xfrm>
                <a:off x="3669" y="2796"/>
                <a:ext cx="929" cy="732"/>
              </a:xfrm>
              <a:prstGeom prst="rect">
                <a:avLst/>
              </a:prstGeom>
              <a:solidFill>
                <a:srgbClr val="B7B79D"/>
              </a:solidFill>
              <a:ln w="11113">
                <a:solidFill>
                  <a:srgbClr val="494936"/>
                </a:solidFill>
                <a:miter lim="800000"/>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159" name="Rectangle 149"/>
              <p:cNvSpPr>
                <a:spLocks noChangeArrowheads="1"/>
              </p:cNvSpPr>
              <p:nvPr/>
            </p:nvSpPr>
            <p:spPr bwMode="auto">
              <a:xfrm>
                <a:off x="3750" y="2891"/>
                <a:ext cx="768" cy="564"/>
              </a:xfrm>
              <a:prstGeom prst="rect">
                <a:avLst/>
              </a:prstGeom>
              <a:solidFill>
                <a:srgbClr val="FFFFFF"/>
              </a:solidFill>
              <a:ln w="11113">
                <a:solidFill>
                  <a:srgbClr val="494936"/>
                </a:solidFill>
                <a:miter lim="800000"/>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160" name="Freeform 150"/>
              <p:cNvSpPr>
                <a:spLocks/>
              </p:cNvSpPr>
              <p:nvPr/>
            </p:nvSpPr>
            <p:spPr bwMode="auto">
              <a:xfrm>
                <a:off x="4594" y="2698"/>
                <a:ext cx="102" cy="825"/>
              </a:xfrm>
              <a:custGeom>
                <a:avLst/>
                <a:gdLst>
                  <a:gd name="T0" fmla="*/ 0 w 102"/>
                  <a:gd name="T1" fmla="*/ 825 h 825"/>
                  <a:gd name="T2" fmla="*/ 102 w 102"/>
                  <a:gd name="T3" fmla="*/ 723 h 825"/>
                  <a:gd name="T4" fmla="*/ 102 w 102"/>
                  <a:gd name="T5" fmla="*/ 0 h 825"/>
                  <a:gd name="T6" fmla="*/ 0 w 102"/>
                  <a:gd name="T7" fmla="*/ 95 h 825"/>
                  <a:gd name="T8" fmla="*/ 0 w 102"/>
                  <a:gd name="T9" fmla="*/ 825 h 825"/>
                </a:gdLst>
                <a:ahLst/>
                <a:cxnLst>
                  <a:cxn ang="0">
                    <a:pos x="T0" y="T1"/>
                  </a:cxn>
                  <a:cxn ang="0">
                    <a:pos x="T2" y="T3"/>
                  </a:cxn>
                  <a:cxn ang="0">
                    <a:pos x="T4" y="T5"/>
                  </a:cxn>
                  <a:cxn ang="0">
                    <a:pos x="T6" y="T7"/>
                  </a:cxn>
                  <a:cxn ang="0">
                    <a:pos x="T8" y="T9"/>
                  </a:cxn>
                </a:cxnLst>
                <a:rect l="0" t="0" r="r" b="b"/>
                <a:pathLst>
                  <a:path w="102" h="825">
                    <a:moveTo>
                      <a:pt x="0" y="825"/>
                    </a:moveTo>
                    <a:lnTo>
                      <a:pt x="102" y="723"/>
                    </a:lnTo>
                    <a:lnTo>
                      <a:pt x="102" y="0"/>
                    </a:lnTo>
                    <a:lnTo>
                      <a:pt x="0" y="95"/>
                    </a:lnTo>
                    <a:lnTo>
                      <a:pt x="0" y="82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161" name="Freeform 151"/>
              <p:cNvSpPr>
                <a:spLocks/>
              </p:cNvSpPr>
              <p:nvPr/>
            </p:nvSpPr>
            <p:spPr bwMode="auto">
              <a:xfrm>
                <a:off x="4594" y="2698"/>
                <a:ext cx="102" cy="825"/>
              </a:xfrm>
              <a:custGeom>
                <a:avLst/>
                <a:gdLst>
                  <a:gd name="T0" fmla="*/ 0 w 102"/>
                  <a:gd name="T1" fmla="*/ 825 h 825"/>
                  <a:gd name="T2" fmla="*/ 102 w 102"/>
                  <a:gd name="T3" fmla="*/ 723 h 825"/>
                  <a:gd name="T4" fmla="*/ 102 w 102"/>
                  <a:gd name="T5" fmla="*/ 0 h 825"/>
                  <a:gd name="T6" fmla="*/ 0 w 102"/>
                  <a:gd name="T7" fmla="*/ 95 h 825"/>
                  <a:gd name="T8" fmla="*/ 0 w 102"/>
                  <a:gd name="T9" fmla="*/ 825 h 825"/>
                </a:gdLst>
                <a:ahLst/>
                <a:cxnLst>
                  <a:cxn ang="0">
                    <a:pos x="T0" y="T1"/>
                  </a:cxn>
                  <a:cxn ang="0">
                    <a:pos x="T2" y="T3"/>
                  </a:cxn>
                  <a:cxn ang="0">
                    <a:pos x="T4" y="T5"/>
                  </a:cxn>
                  <a:cxn ang="0">
                    <a:pos x="T6" y="T7"/>
                  </a:cxn>
                  <a:cxn ang="0">
                    <a:pos x="T8" y="T9"/>
                  </a:cxn>
                </a:cxnLst>
                <a:rect l="0" t="0" r="r" b="b"/>
                <a:pathLst>
                  <a:path w="102" h="825">
                    <a:moveTo>
                      <a:pt x="0" y="825"/>
                    </a:moveTo>
                    <a:lnTo>
                      <a:pt x="102" y="723"/>
                    </a:lnTo>
                    <a:lnTo>
                      <a:pt x="102" y="0"/>
                    </a:lnTo>
                    <a:lnTo>
                      <a:pt x="0" y="95"/>
                    </a:lnTo>
                    <a:lnTo>
                      <a:pt x="0" y="825"/>
                    </a:lnTo>
                    <a:close/>
                  </a:path>
                </a:pathLst>
              </a:custGeom>
              <a:solidFill>
                <a:srgbClr val="7A7A5A"/>
              </a:solidFill>
              <a:ln w="11113">
                <a:solidFill>
                  <a:srgbClr val="494936"/>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grpSp>
      </p:grpSp>
    </p:spTree>
    <p:extLst>
      <p:ext uri="{BB962C8B-B14F-4D97-AF65-F5344CB8AC3E}">
        <p14:creationId xmlns:p14="http://schemas.microsoft.com/office/powerpoint/2010/main" val="407022096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53634" name="Group 2"/>
          <p:cNvGrpSpPr>
            <a:grpSpLocks/>
          </p:cNvGrpSpPr>
          <p:nvPr/>
        </p:nvGrpSpPr>
        <p:grpSpPr bwMode="auto">
          <a:xfrm>
            <a:off x="3857625" y="1773239"/>
            <a:ext cx="3562350" cy="3127375"/>
            <a:chOff x="1818" y="1114"/>
            <a:chExt cx="2244" cy="1928"/>
          </a:xfrm>
        </p:grpSpPr>
        <p:sp>
          <p:nvSpPr>
            <p:cNvPr id="453635" name="AutoShape 3"/>
            <p:cNvSpPr>
              <a:spLocks noChangeArrowheads="1"/>
            </p:cNvSpPr>
            <p:nvPr/>
          </p:nvSpPr>
          <p:spPr bwMode="auto">
            <a:xfrm>
              <a:off x="1818" y="1114"/>
              <a:ext cx="2244" cy="644"/>
            </a:xfrm>
            <a:prstGeom prst="homePlate">
              <a:avLst>
                <a:gd name="adj" fmla="val 87112"/>
              </a:avLst>
            </a:prstGeom>
            <a:solidFill>
              <a:srgbClr val="CCFFCC"/>
            </a:solidFill>
            <a:ln w="28575">
              <a:solidFill>
                <a:srgbClr val="FF0000"/>
              </a:solidFill>
              <a:miter lim="800000"/>
              <a:headEnd/>
              <a:tailEnd/>
            </a:ln>
            <a:effectLst>
              <a:outerShdw dist="35921" dir="2700000" algn="ctr" rotWithShape="0">
                <a:schemeClr val="bg2"/>
              </a:outerShdw>
            </a:effec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453636" name="AutoShape 4"/>
            <p:cNvSpPr>
              <a:spLocks noChangeArrowheads="1"/>
            </p:cNvSpPr>
            <p:nvPr/>
          </p:nvSpPr>
          <p:spPr bwMode="auto">
            <a:xfrm>
              <a:off x="1818" y="1756"/>
              <a:ext cx="2244" cy="644"/>
            </a:xfrm>
            <a:prstGeom prst="homePlate">
              <a:avLst>
                <a:gd name="adj" fmla="val 87112"/>
              </a:avLst>
            </a:prstGeom>
            <a:solidFill>
              <a:srgbClr val="CCFFCC"/>
            </a:solidFill>
            <a:ln w="28575">
              <a:solidFill>
                <a:srgbClr val="FF0000"/>
              </a:solidFill>
              <a:miter lim="800000"/>
              <a:headEnd/>
              <a:tailEnd/>
            </a:ln>
            <a:effectLst>
              <a:outerShdw dist="35921" dir="2700000" algn="ctr" rotWithShape="0">
                <a:schemeClr val="bg2"/>
              </a:outerShdw>
            </a:effec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453637" name="AutoShape 5"/>
            <p:cNvSpPr>
              <a:spLocks noChangeArrowheads="1"/>
            </p:cNvSpPr>
            <p:nvPr/>
          </p:nvSpPr>
          <p:spPr bwMode="auto">
            <a:xfrm>
              <a:off x="1818" y="2398"/>
              <a:ext cx="2244" cy="644"/>
            </a:xfrm>
            <a:prstGeom prst="homePlate">
              <a:avLst>
                <a:gd name="adj" fmla="val 87112"/>
              </a:avLst>
            </a:prstGeom>
            <a:solidFill>
              <a:srgbClr val="CCFFCC"/>
            </a:solidFill>
            <a:ln w="28575">
              <a:solidFill>
                <a:srgbClr val="FF0000"/>
              </a:solidFill>
              <a:miter lim="800000"/>
              <a:headEnd/>
              <a:tailEnd/>
            </a:ln>
            <a:effectLst>
              <a:outerShdw dist="35921" dir="2700000" algn="ctr" rotWithShape="0">
                <a:schemeClr val="bg2"/>
              </a:outerShdw>
            </a:effectLst>
          </p:spPr>
          <p:txBody>
            <a:bodyPr wrap="none" anchor="ct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grpSp>
      <p:sp>
        <p:nvSpPr>
          <p:cNvPr id="453638" name="Line 6"/>
          <p:cNvSpPr>
            <a:spLocks noChangeShapeType="1"/>
          </p:cNvSpPr>
          <p:nvPr/>
        </p:nvSpPr>
        <p:spPr bwMode="auto">
          <a:xfrm>
            <a:off x="2073275" y="4681539"/>
            <a:ext cx="1824038" cy="1587"/>
          </a:xfrm>
          <a:prstGeom prst="line">
            <a:avLst/>
          </a:prstGeom>
          <a:noFill/>
          <a:ln w="28575">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453639" name="Text Box 7"/>
          <p:cNvSpPr txBox="1">
            <a:spLocks noChangeArrowheads="1"/>
          </p:cNvSpPr>
          <p:nvPr/>
        </p:nvSpPr>
        <p:spPr bwMode="auto">
          <a:xfrm>
            <a:off x="3975100" y="3833814"/>
            <a:ext cx="286385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anchor="ctr">
            <a:spAutoFit/>
          </a:bodyPr>
          <a:lstStyle/>
          <a:p>
            <a:pPr eaLnBrk="0" fontAlgn="base" hangingPunct="0">
              <a:spcBef>
                <a:spcPct val="0"/>
              </a:spcBef>
              <a:spcAft>
                <a:spcPct val="0"/>
              </a:spcAft>
            </a:pPr>
            <a:r>
              <a:rPr kumimoji="1" lang="zh-CN" altLang="en-US" sz="2000" b="1">
                <a:solidFill>
                  <a:srgbClr val="000054"/>
                </a:solidFill>
                <a:latin typeface="Times New Roman" panose="02020603050405020304" pitchFamily="18" charset="0"/>
                <a:ea typeface="宋体" panose="02010600030101010101" pitchFamily="2" charset="-122"/>
              </a:rPr>
              <a:t>控制、协调应用进程间的对话，同步。令牌管理</a:t>
            </a:r>
          </a:p>
        </p:txBody>
      </p:sp>
      <p:sp>
        <p:nvSpPr>
          <p:cNvPr id="453640" name="Text Box 8"/>
          <p:cNvSpPr txBox="1">
            <a:spLocks noChangeArrowheads="1"/>
          </p:cNvSpPr>
          <p:nvPr/>
        </p:nvSpPr>
        <p:spPr bwMode="auto">
          <a:xfrm>
            <a:off x="3975100" y="1957388"/>
            <a:ext cx="2292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anchor="ctr">
            <a:spAutoFit/>
          </a:bodyPr>
          <a:lstStyle/>
          <a:p>
            <a:pPr eaLnBrk="0" fontAlgn="base" hangingPunct="0">
              <a:spcBef>
                <a:spcPct val="0"/>
              </a:spcBef>
              <a:spcAft>
                <a:spcPct val="0"/>
              </a:spcAft>
            </a:pPr>
            <a:r>
              <a:rPr lang="zh-CN" altLang="en-US" b="1">
                <a:solidFill>
                  <a:srgbClr val="000054"/>
                </a:solidFill>
                <a:latin typeface="Helvetica" panose="020B0604020202020204" pitchFamily="34" charset="0"/>
                <a:ea typeface="宋体" panose="02010600030101010101" pitchFamily="2" charset="-122"/>
              </a:rPr>
              <a:t>用户接口、为应用处理提供网络服务</a:t>
            </a:r>
          </a:p>
        </p:txBody>
      </p:sp>
      <p:sp>
        <p:nvSpPr>
          <p:cNvPr id="453641" name="Text Box 9"/>
          <p:cNvSpPr txBox="1">
            <a:spLocks noChangeArrowheads="1"/>
          </p:cNvSpPr>
          <p:nvPr/>
        </p:nvSpPr>
        <p:spPr bwMode="auto">
          <a:xfrm>
            <a:off x="3822700" y="2851150"/>
            <a:ext cx="3341688"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anchor="ctr">
            <a:spAutoFit/>
          </a:bodyPr>
          <a:lstStyle>
            <a:lvl1pPr marL="114300" indent="-114300">
              <a:spcBef>
                <a:spcPct val="0"/>
              </a:spcBef>
              <a:defRPr>
                <a:solidFill>
                  <a:schemeClr val="tx1"/>
                </a:solidFill>
                <a:latin typeface="Arial" panose="020B0604020202020204" pitchFamily="34" charset="0"/>
                <a:ea typeface="宋体" panose="02010600030101010101" pitchFamily="2" charset="-122"/>
              </a:defRPr>
            </a:lvl1pPr>
            <a:lvl2pPr>
              <a:spcBef>
                <a:spcPct val="0"/>
              </a:spcBef>
              <a:defRPr>
                <a:solidFill>
                  <a:schemeClr val="tx1"/>
                </a:solidFill>
                <a:latin typeface="Arial" panose="020B0604020202020204" pitchFamily="34" charset="0"/>
                <a:ea typeface="宋体" panose="02010600030101010101" pitchFamily="2" charset="-122"/>
              </a:defRPr>
            </a:lvl2pPr>
            <a:lvl3pPr>
              <a:spcBef>
                <a:spcPct val="0"/>
              </a:spcBef>
              <a:defRPr>
                <a:solidFill>
                  <a:schemeClr val="tx1"/>
                </a:solidFill>
                <a:latin typeface="Arial" panose="020B0604020202020204" pitchFamily="34" charset="0"/>
                <a:ea typeface="宋体" panose="02010600030101010101" pitchFamily="2" charset="-122"/>
              </a:defRPr>
            </a:lvl3pPr>
            <a:lvl4pPr>
              <a:spcBef>
                <a:spcPct val="0"/>
              </a:spcBef>
              <a:defRPr>
                <a:solidFill>
                  <a:schemeClr val="tx1"/>
                </a:solidFill>
                <a:latin typeface="Arial" panose="020B0604020202020204" pitchFamily="34" charset="0"/>
                <a:ea typeface="宋体" panose="02010600030101010101" pitchFamily="2" charset="-122"/>
              </a:defRPr>
            </a:lvl4pPr>
            <a:lvl5pPr>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Aft>
                <a:spcPct val="0"/>
              </a:spcAft>
              <a:buFontTx/>
              <a:buChar char="•"/>
            </a:pPr>
            <a:r>
              <a:rPr lang="zh-CN" altLang="en-US" b="1">
                <a:solidFill>
                  <a:srgbClr val="000054"/>
                </a:solidFill>
                <a:latin typeface="Helvetica" panose="020B0604020202020204" pitchFamily="34" charset="0"/>
              </a:rPr>
              <a:t>数据表示、数据格式、编码</a:t>
            </a:r>
          </a:p>
          <a:p>
            <a:pPr eaLnBrk="0" fontAlgn="base" hangingPunct="0">
              <a:spcAft>
                <a:spcPct val="0"/>
              </a:spcAft>
              <a:buFontTx/>
              <a:buChar char="•"/>
            </a:pPr>
            <a:r>
              <a:rPr lang="zh-CN" altLang="en-US" b="1">
                <a:solidFill>
                  <a:srgbClr val="000054"/>
                </a:solidFill>
                <a:latin typeface="Helvetica" panose="020B0604020202020204" pitchFamily="34" charset="0"/>
              </a:rPr>
              <a:t>加密等特殊处理过程</a:t>
            </a:r>
          </a:p>
          <a:p>
            <a:pPr eaLnBrk="0" fontAlgn="base" hangingPunct="0">
              <a:spcAft>
                <a:spcPct val="0"/>
              </a:spcAft>
              <a:buFontTx/>
              <a:buChar char="•"/>
            </a:pPr>
            <a:r>
              <a:rPr lang="zh-CN" altLang="en-US" b="1">
                <a:solidFill>
                  <a:srgbClr val="000054"/>
                </a:solidFill>
                <a:latin typeface="Helvetica" panose="020B0604020202020204" pitchFamily="34" charset="0"/>
              </a:rPr>
              <a:t>协商数据传输语法</a:t>
            </a:r>
          </a:p>
        </p:txBody>
      </p:sp>
      <p:grpSp>
        <p:nvGrpSpPr>
          <p:cNvPr id="453642" name="Group 10"/>
          <p:cNvGrpSpPr>
            <a:grpSpLocks/>
          </p:cNvGrpSpPr>
          <p:nvPr/>
        </p:nvGrpSpPr>
        <p:grpSpPr bwMode="auto">
          <a:xfrm>
            <a:off x="7680328" y="1795464"/>
            <a:ext cx="3865564" cy="3151188"/>
            <a:chOff x="4016" y="1128"/>
            <a:chExt cx="2435" cy="1985"/>
          </a:xfrm>
        </p:grpSpPr>
        <p:sp>
          <p:nvSpPr>
            <p:cNvPr id="453643" name="Text Box 11"/>
            <p:cNvSpPr txBox="1">
              <a:spLocks noChangeArrowheads="1"/>
            </p:cNvSpPr>
            <p:nvPr/>
          </p:nvSpPr>
          <p:spPr bwMode="auto">
            <a:xfrm>
              <a:off x="4016" y="1128"/>
              <a:ext cx="2174" cy="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square" anchor="ctr">
              <a:spAutoFit/>
            </a:bodyPr>
            <a:lstStyle/>
            <a:p>
              <a:pPr eaLnBrk="0" fontAlgn="base" hangingPunct="0">
                <a:spcBef>
                  <a:spcPct val="0"/>
                </a:spcBef>
                <a:spcAft>
                  <a:spcPct val="0"/>
                </a:spcAft>
              </a:pPr>
              <a:r>
                <a:rPr lang="en-US" altLang="zh-CN" sz="2000" b="1" dirty="0" smtClean="0">
                  <a:solidFill>
                    <a:srgbClr val="000054"/>
                  </a:solidFill>
                  <a:latin typeface="Helvetica" panose="020B0604020202020204" pitchFamily="34" charset="0"/>
                  <a:ea typeface="宋体" panose="02010600030101010101" pitchFamily="2" charset="-122"/>
                </a:rPr>
                <a:t>SMTP/POP</a:t>
              </a:r>
              <a:r>
                <a:rPr lang="zh-CN" altLang="en-US" sz="2000" b="1" dirty="0" smtClean="0">
                  <a:solidFill>
                    <a:srgbClr val="000054"/>
                  </a:solidFill>
                  <a:latin typeface="Helvetica" panose="020B0604020202020204" pitchFamily="34" charset="0"/>
                  <a:ea typeface="宋体" panose="02010600030101010101" pitchFamily="2" charset="-122"/>
                </a:rPr>
                <a:t>（电子邮件）</a:t>
              </a:r>
              <a:endParaRPr lang="en-US" altLang="zh-CN" sz="2000" b="1" dirty="0">
                <a:solidFill>
                  <a:srgbClr val="000054"/>
                </a:solidFill>
                <a:latin typeface="Helvetica" panose="020B0604020202020204" pitchFamily="34" charset="0"/>
                <a:ea typeface="宋体" panose="02010600030101010101" pitchFamily="2" charset="-122"/>
              </a:endParaRPr>
            </a:p>
            <a:p>
              <a:pPr eaLnBrk="0" fontAlgn="base" hangingPunct="0">
                <a:spcBef>
                  <a:spcPct val="0"/>
                </a:spcBef>
                <a:spcAft>
                  <a:spcPct val="0"/>
                </a:spcAft>
              </a:pPr>
              <a:r>
                <a:rPr lang="en-US" altLang="zh-CN" sz="2000" b="1" dirty="0" smtClean="0">
                  <a:solidFill>
                    <a:srgbClr val="000054"/>
                  </a:solidFill>
                  <a:latin typeface="Helvetica" panose="020B0604020202020204" pitchFamily="34" charset="0"/>
                  <a:ea typeface="宋体" panose="02010600030101010101" pitchFamily="2" charset="-122"/>
                </a:rPr>
                <a:t>HTTP</a:t>
              </a:r>
              <a:r>
                <a:rPr lang="zh-CN" altLang="en-US" sz="2000" b="1" dirty="0" smtClean="0">
                  <a:solidFill>
                    <a:srgbClr val="000054"/>
                  </a:solidFill>
                  <a:latin typeface="Helvetica" panose="020B0604020202020204" pitchFamily="34" charset="0"/>
                  <a:ea typeface="宋体" panose="02010600030101010101" pitchFamily="2" charset="-122"/>
                </a:rPr>
                <a:t>（浏览器）</a:t>
              </a:r>
              <a:endParaRPr lang="en-US" altLang="zh-CN" sz="2000" b="1" dirty="0" smtClean="0">
                <a:solidFill>
                  <a:srgbClr val="000054"/>
                </a:solidFill>
                <a:latin typeface="Helvetica" panose="020B0604020202020204" pitchFamily="34" charset="0"/>
                <a:ea typeface="宋体" panose="02010600030101010101" pitchFamily="2" charset="-122"/>
              </a:endParaRPr>
            </a:p>
            <a:p>
              <a:pPr eaLnBrk="0" fontAlgn="base" hangingPunct="0">
                <a:spcBef>
                  <a:spcPct val="0"/>
                </a:spcBef>
                <a:spcAft>
                  <a:spcPct val="0"/>
                </a:spcAft>
              </a:pPr>
              <a:r>
                <a:rPr lang="en-US" altLang="zh-CN" sz="2000" b="1" dirty="0" smtClean="0">
                  <a:solidFill>
                    <a:srgbClr val="000054"/>
                  </a:solidFill>
                  <a:latin typeface="Helvetica" panose="020B0604020202020204" pitchFamily="34" charset="0"/>
                  <a:ea typeface="宋体" panose="02010600030101010101" pitchFamily="2" charset="-122"/>
                </a:rPr>
                <a:t>FTP</a:t>
              </a:r>
              <a:r>
                <a:rPr lang="zh-CN" altLang="en-US" sz="2000" b="1" dirty="0" smtClean="0">
                  <a:solidFill>
                    <a:srgbClr val="000054"/>
                  </a:solidFill>
                  <a:latin typeface="Helvetica" panose="020B0604020202020204" pitchFamily="34" charset="0"/>
                  <a:ea typeface="宋体" panose="02010600030101010101" pitchFamily="2" charset="-122"/>
                </a:rPr>
                <a:t>（文件下载）</a:t>
              </a:r>
              <a:endParaRPr lang="en-US" altLang="zh-CN" sz="2000" b="1" dirty="0">
                <a:solidFill>
                  <a:srgbClr val="000054"/>
                </a:solidFill>
                <a:latin typeface="Helvetica" panose="020B0604020202020204" pitchFamily="34" charset="0"/>
                <a:ea typeface="宋体" panose="02010600030101010101" pitchFamily="2" charset="-122"/>
              </a:endParaRPr>
            </a:p>
          </p:txBody>
        </p:sp>
        <p:sp>
          <p:nvSpPr>
            <p:cNvPr id="453644" name="Text Box 12"/>
            <p:cNvSpPr txBox="1">
              <a:spLocks noChangeArrowheads="1"/>
            </p:cNvSpPr>
            <p:nvPr/>
          </p:nvSpPr>
          <p:spPr bwMode="auto">
            <a:xfrm>
              <a:off x="4016" y="1876"/>
              <a:ext cx="2435"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square" anchor="ctr">
              <a:spAutoFit/>
            </a:bodyPr>
            <a:lstStyle/>
            <a:p>
              <a:pPr eaLnBrk="0" fontAlgn="base" hangingPunct="0">
                <a:spcBef>
                  <a:spcPct val="0"/>
                </a:spcBef>
                <a:spcAft>
                  <a:spcPct val="0"/>
                </a:spcAft>
              </a:pPr>
              <a:r>
                <a:rPr lang="en-US" altLang="zh-CN" sz="2000" b="1" dirty="0" smtClean="0">
                  <a:solidFill>
                    <a:srgbClr val="000054"/>
                  </a:solidFill>
                  <a:latin typeface="Helvetica" panose="020B0604020202020204" pitchFamily="34" charset="0"/>
                  <a:ea typeface="宋体" panose="02010600030101010101" pitchFamily="2" charset="-122"/>
                </a:rPr>
                <a:t>ASCII</a:t>
              </a:r>
              <a:r>
                <a:rPr lang="zh-CN" altLang="en-US" sz="2000" b="1" dirty="0" smtClean="0">
                  <a:solidFill>
                    <a:srgbClr val="000054"/>
                  </a:solidFill>
                  <a:latin typeface="Helvetica" panose="020B0604020202020204" pitchFamily="34" charset="0"/>
                  <a:ea typeface="宋体" panose="02010600030101010101" pitchFamily="2" charset="-122"/>
                </a:rPr>
                <a:t>（文本格式）</a:t>
              </a:r>
              <a:endParaRPr lang="en-US" altLang="zh-CN" sz="2000" b="1" dirty="0">
                <a:solidFill>
                  <a:srgbClr val="000054"/>
                </a:solidFill>
                <a:latin typeface="Helvetica" panose="020B0604020202020204" pitchFamily="34" charset="0"/>
                <a:ea typeface="宋体" panose="02010600030101010101" pitchFamily="2" charset="-122"/>
              </a:endParaRPr>
            </a:p>
            <a:p>
              <a:pPr eaLnBrk="0" fontAlgn="base" hangingPunct="0">
                <a:spcBef>
                  <a:spcPct val="0"/>
                </a:spcBef>
                <a:spcAft>
                  <a:spcPct val="0"/>
                </a:spcAft>
              </a:pPr>
              <a:r>
                <a:rPr lang="en-US" altLang="zh-CN" sz="2000" b="1" dirty="0" smtClean="0">
                  <a:solidFill>
                    <a:srgbClr val="000054"/>
                  </a:solidFill>
                  <a:latin typeface="Helvetica" panose="020B0604020202020204" pitchFamily="34" charset="0"/>
                  <a:ea typeface="宋体" panose="02010600030101010101" pitchFamily="2" charset="-122"/>
                </a:rPr>
                <a:t>BMP</a:t>
              </a:r>
              <a:r>
                <a:rPr lang="zh-CN" altLang="en-US" sz="2000" b="1" dirty="0">
                  <a:solidFill>
                    <a:srgbClr val="000054"/>
                  </a:solidFill>
                  <a:latin typeface="Helvetica" panose="020B0604020202020204" pitchFamily="34" charset="0"/>
                  <a:ea typeface="宋体" panose="02010600030101010101" pitchFamily="2" charset="-122"/>
                </a:rPr>
                <a:t>、</a:t>
              </a:r>
              <a:r>
                <a:rPr lang="en-US" altLang="zh-CN" sz="2000" b="1" dirty="0" smtClean="0">
                  <a:solidFill>
                    <a:srgbClr val="000054"/>
                  </a:solidFill>
                  <a:latin typeface="Helvetica" panose="020B0604020202020204" pitchFamily="34" charset="0"/>
                  <a:ea typeface="宋体" panose="02010600030101010101" pitchFamily="2" charset="-122"/>
                </a:rPr>
                <a:t>JPEG</a:t>
              </a:r>
              <a:r>
                <a:rPr lang="zh-CN" altLang="en-US" sz="2000" b="1" dirty="0" smtClean="0">
                  <a:solidFill>
                    <a:srgbClr val="000054"/>
                  </a:solidFill>
                  <a:latin typeface="Helvetica" panose="020B0604020202020204" pitchFamily="34" charset="0"/>
                  <a:ea typeface="宋体" panose="02010600030101010101" pitchFamily="2" charset="-122"/>
                </a:rPr>
                <a:t>、</a:t>
              </a:r>
              <a:r>
                <a:rPr lang="en-US" altLang="zh-CN" sz="2000" b="1" dirty="0" smtClean="0">
                  <a:solidFill>
                    <a:srgbClr val="000054"/>
                  </a:solidFill>
                  <a:latin typeface="Helvetica" panose="020B0604020202020204" pitchFamily="34" charset="0"/>
                  <a:ea typeface="宋体" panose="02010600030101010101" pitchFamily="2" charset="-122"/>
                </a:rPr>
                <a:t>TIF</a:t>
              </a:r>
              <a:r>
                <a:rPr lang="zh-CN" altLang="en-US" sz="2000" b="1" dirty="0" smtClean="0">
                  <a:solidFill>
                    <a:srgbClr val="000054"/>
                  </a:solidFill>
                  <a:latin typeface="Helvetica" panose="020B0604020202020204" pitchFamily="34" charset="0"/>
                  <a:ea typeface="宋体" panose="02010600030101010101" pitchFamily="2" charset="-122"/>
                </a:rPr>
                <a:t>（图片格式）</a:t>
              </a:r>
              <a:endParaRPr lang="en-US" altLang="zh-CN" sz="2000" b="1" dirty="0">
                <a:solidFill>
                  <a:srgbClr val="000054"/>
                </a:solidFill>
                <a:latin typeface="Helvetica" panose="020B0604020202020204" pitchFamily="34" charset="0"/>
                <a:ea typeface="宋体" panose="02010600030101010101" pitchFamily="2" charset="-122"/>
              </a:endParaRPr>
            </a:p>
          </p:txBody>
        </p:sp>
        <p:sp>
          <p:nvSpPr>
            <p:cNvPr id="453645" name="Rectangle 13"/>
            <p:cNvSpPr>
              <a:spLocks noChangeArrowheads="1"/>
            </p:cNvSpPr>
            <p:nvPr/>
          </p:nvSpPr>
          <p:spPr bwMode="auto">
            <a:xfrm>
              <a:off x="4016" y="2479"/>
              <a:ext cx="1636" cy="6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eaLnBrk="0" fontAlgn="base" hangingPunct="0">
                <a:spcBef>
                  <a:spcPct val="0"/>
                </a:spcBef>
                <a:spcAft>
                  <a:spcPct val="0"/>
                </a:spcAft>
              </a:pPr>
              <a:r>
                <a:rPr lang="en-US" altLang="zh-CN" sz="2000" b="1" dirty="0">
                  <a:solidFill>
                    <a:srgbClr val="000054"/>
                  </a:solidFill>
                  <a:latin typeface="Helvetica" panose="020B0604020202020204" pitchFamily="34" charset="0"/>
                  <a:ea typeface="宋体" panose="02010600030101010101" pitchFamily="2" charset="-122"/>
                </a:rPr>
                <a:t>Operating System/</a:t>
              </a:r>
            </a:p>
            <a:p>
              <a:pPr eaLnBrk="0" fontAlgn="base" hangingPunct="0">
                <a:spcBef>
                  <a:spcPct val="0"/>
                </a:spcBef>
                <a:spcAft>
                  <a:spcPct val="0"/>
                </a:spcAft>
              </a:pPr>
              <a:r>
                <a:rPr lang="en-US" altLang="zh-CN" sz="2000" b="1" dirty="0">
                  <a:solidFill>
                    <a:srgbClr val="000054"/>
                  </a:solidFill>
                  <a:latin typeface="Helvetica" panose="020B0604020202020204" pitchFamily="34" charset="0"/>
                  <a:ea typeface="宋体" panose="02010600030101010101" pitchFamily="2" charset="-122"/>
                </a:rPr>
                <a:t>Application Access </a:t>
              </a:r>
            </a:p>
            <a:p>
              <a:pPr eaLnBrk="0" fontAlgn="base" hangingPunct="0">
                <a:spcBef>
                  <a:spcPct val="0"/>
                </a:spcBef>
                <a:spcAft>
                  <a:spcPct val="0"/>
                </a:spcAft>
              </a:pPr>
              <a:r>
                <a:rPr lang="en-US" altLang="zh-CN" sz="2000" b="1" dirty="0" smtClean="0">
                  <a:solidFill>
                    <a:srgbClr val="000054"/>
                  </a:solidFill>
                  <a:latin typeface="Helvetica" panose="020B0604020202020204" pitchFamily="34" charset="0"/>
                  <a:ea typeface="宋体" panose="02010600030101010101" pitchFamily="2" charset="-122"/>
                </a:rPr>
                <a:t>Scheduling</a:t>
              </a:r>
              <a:endParaRPr lang="en-US" altLang="zh-CN" sz="2000" b="1" dirty="0">
                <a:solidFill>
                  <a:srgbClr val="000054"/>
                </a:solidFill>
                <a:latin typeface="Helvetica" panose="020B0604020202020204" pitchFamily="34" charset="0"/>
                <a:ea typeface="宋体" panose="02010600030101010101" pitchFamily="2" charset="-122"/>
              </a:endParaRPr>
            </a:p>
          </p:txBody>
        </p:sp>
      </p:grpSp>
      <p:sp>
        <p:nvSpPr>
          <p:cNvPr id="453646" name="Rectangle 14"/>
          <p:cNvSpPr>
            <a:spLocks noChangeArrowheads="1"/>
          </p:cNvSpPr>
          <p:nvPr/>
        </p:nvSpPr>
        <p:spPr bwMode="auto">
          <a:xfrm>
            <a:off x="2062164" y="4852344"/>
            <a:ext cx="1817687" cy="461665"/>
          </a:xfrm>
          <a:prstGeom prst="rect">
            <a:avLst/>
          </a:prstGeom>
          <a:solidFill>
            <a:srgbClr val="99CCFF"/>
          </a:solidFill>
          <a:ln w="28575" algn="ctr">
            <a:solidFill>
              <a:schemeClr val="bg1"/>
            </a:solidFill>
            <a:miter lim="800000"/>
            <a:headEnd type="none" w="sm" len="sm"/>
            <a:tailEnd type="none" w="sm" len="sm"/>
          </a:ln>
          <a:effectLst>
            <a:outerShdw dist="35921" dir="2700000" algn="ctr" rotWithShape="0">
              <a:schemeClr val="tx1"/>
            </a:outerShdw>
          </a:effectLst>
        </p:spPr>
        <p:txBody>
          <a:bodyPr anchor="ctr">
            <a:spAutoFit/>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453647" name="Text Box 15"/>
          <p:cNvSpPr txBox="1">
            <a:spLocks noChangeArrowheads="1"/>
          </p:cNvSpPr>
          <p:nvPr/>
        </p:nvSpPr>
        <p:spPr bwMode="auto">
          <a:xfrm>
            <a:off x="2205039" y="4848225"/>
            <a:ext cx="881973"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pPr eaLnBrk="0" fontAlgn="base" hangingPunct="0">
              <a:spcBef>
                <a:spcPct val="0"/>
              </a:spcBef>
              <a:spcAft>
                <a:spcPct val="0"/>
              </a:spcAft>
            </a:pPr>
            <a:r>
              <a:rPr lang="zh-CN" altLang="en-US" b="1">
                <a:solidFill>
                  <a:srgbClr val="000054"/>
                </a:solidFill>
                <a:latin typeface="Helvetica" panose="020B0604020202020204" pitchFamily="34" charset="0"/>
                <a:ea typeface="宋体" panose="02010600030101010101" pitchFamily="2" charset="-122"/>
              </a:rPr>
              <a:t>传输层</a:t>
            </a:r>
          </a:p>
        </p:txBody>
      </p:sp>
      <p:sp>
        <p:nvSpPr>
          <p:cNvPr id="453648" name="Rectangle 16"/>
          <p:cNvSpPr>
            <a:spLocks noChangeArrowheads="1"/>
          </p:cNvSpPr>
          <p:nvPr/>
        </p:nvSpPr>
        <p:spPr bwMode="auto">
          <a:xfrm>
            <a:off x="2063750" y="5233344"/>
            <a:ext cx="1817688" cy="461665"/>
          </a:xfrm>
          <a:prstGeom prst="rect">
            <a:avLst/>
          </a:prstGeom>
          <a:solidFill>
            <a:srgbClr val="99CCFF"/>
          </a:solidFill>
          <a:ln w="28575" algn="ctr">
            <a:solidFill>
              <a:schemeClr val="bg1"/>
            </a:solidFill>
            <a:miter lim="800000"/>
            <a:headEnd type="none" w="sm" len="sm"/>
            <a:tailEnd type="none" w="sm" len="sm"/>
          </a:ln>
          <a:effectLst>
            <a:outerShdw dist="35921" dir="2700000" algn="ctr" rotWithShape="0">
              <a:schemeClr val="tx1"/>
            </a:outerShdw>
          </a:effectLst>
        </p:spPr>
        <p:txBody>
          <a:bodyPr anchor="ctr">
            <a:spAutoFit/>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453649" name="Rectangle 17"/>
          <p:cNvSpPr>
            <a:spLocks noChangeArrowheads="1"/>
          </p:cNvSpPr>
          <p:nvPr/>
        </p:nvSpPr>
        <p:spPr bwMode="auto">
          <a:xfrm>
            <a:off x="2063750" y="5633394"/>
            <a:ext cx="1817688" cy="461665"/>
          </a:xfrm>
          <a:prstGeom prst="rect">
            <a:avLst/>
          </a:prstGeom>
          <a:solidFill>
            <a:srgbClr val="99CCFF"/>
          </a:solidFill>
          <a:ln w="28575" algn="ctr">
            <a:solidFill>
              <a:schemeClr val="bg1"/>
            </a:solidFill>
            <a:miter lim="800000"/>
            <a:headEnd type="none" w="sm" len="sm"/>
            <a:tailEnd type="none" w="sm" len="sm"/>
          </a:ln>
          <a:effectLst>
            <a:outerShdw dist="35921" dir="2700000" algn="ctr" rotWithShape="0">
              <a:schemeClr val="tx1"/>
            </a:outerShdw>
          </a:effectLst>
        </p:spPr>
        <p:txBody>
          <a:bodyPr anchor="ctr">
            <a:spAutoFit/>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453650" name="Rectangle 18"/>
          <p:cNvSpPr>
            <a:spLocks noChangeArrowheads="1"/>
          </p:cNvSpPr>
          <p:nvPr/>
        </p:nvSpPr>
        <p:spPr bwMode="auto">
          <a:xfrm>
            <a:off x="2063750" y="6033444"/>
            <a:ext cx="1817688" cy="461665"/>
          </a:xfrm>
          <a:prstGeom prst="rect">
            <a:avLst/>
          </a:prstGeom>
          <a:solidFill>
            <a:srgbClr val="99CCFF"/>
          </a:solidFill>
          <a:ln w="28575" algn="ctr">
            <a:solidFill>
              <a:schemeClr val="bg1"/>
            </a:solidFill>
            <a:miter lim="800000"/>
            <a:headEnd type="none" w="sm" len="sm"/>
            <a:tailEnd type="none" w="sm" len="sm"/>
          </a:ln>
          <a:effectLst>
            <a:outerShdw dist="35921" dir="2700000" algn="ctr" rotWithShape="0">
              <a:schemeClr val="tx1"/>
            </a:outerShdw>
          </a:effectLst>
        </p:spPr>
        <p:txBody>
          <a:bodyPr anchor="ctr">
            <a:spAutoFit/>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453651" name="Text Box 19"/>
          <p:cNvSpPr txBox="1">
            <a:spLocks noChangeArrowheads="1"/>
          </p:cNvSpPr>
          <p:nvPr/>
        </p:nvSpPr>
        <p:spPr bwMode="auto">
          <a:xfrm>
            <a:off x="2205038" y="5708650"/>
            <a:ext cx="1346844"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lgn="ctr">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pPr eaLnBrk="0" fontAlgn="base" hangingPunct="0">
              <a:spcBef>
                <a:spcPct val="0"/>
              </a:spcBef>
              <a:spcAft>
                <a:spcPct val="0"/>
              </a:spcAft>
            </a:pPr>
            <a:r>
              <a:rPr lang="zh-CN" altLang="en-US" b="1">
                <a:solidFill>
                  <a:srgbClr val="000054"/>
                </a:solidFill>
                <a:latin typeface="Helvetica" panose="020B0604020202020204" pitchFamily="34" charset="0"/>
                <a:ea typeface="宋体" panose="02010600030101010101" pitchFamily="2" charset="-122"/>
              </a:rPr>
              <a:t>数据链路层</a:t>
            </a:r>
          </a:p>
        </p:txBody>
      </p:sp>
      <p:sp>
        <p:nvSpPr>
          <p:cNvPr id="453652" name="Text Box 20"/>
          <p:cNvSpPr txBox="1">
            <a:spLocks noChangeArrowheads="1"/>
          </p:cNvSpPr>
          <p:nvPr/>
        </p:nvSpPr>
        <p:spPr bwMode="auto">
          <a:xfrm>
            <a:off x="2205039" y="5262563"/>
            <a:ext cx="881973"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pPr eaLnBrk="0" fontAlgn="base" hangingPunct="0">
              <a:spcBef>
                <a:spcPct val="0"/>
              </a:spcBef>
              <a:spcAft>
                <a:spcPct val="0"/>
              </a:spcAft>
            </a:pPr>
            <a:r>
              <a:rPr lang="zh-CN" altLang="en-US" b="1">
                <a:solidFill>
                  <a:srgbClr val="000054"/>
                </a:solidFill>
                <a:latin typeface="Helvetica" panose="020B0604020202020204" pitchFamily="34" charset="0"/>
                <a:ea typeface="宋体" panose="02010600030101010101" pitchFamily="2" charset="-122"/>
              </a:rPr>
              <a:t>网络层</a:t>
            </a:r>
          </a:p>
        </p:txBody>
      </p:sp>
      <p:sp>
        <p:nvSpPr>
          <p:cNvPr id="453653" name="Text Box 21"/>
          <p:cNvSpPr txBox="1">
            <a:spLocks noChangeArrowheads="1"/>
          </p:cNvSpPr>
          <p:nvPr/>
        </p:nvSpPr>
        <p:spPr bwMode="auto">
          <a:xfrm>
            <a:off x="2205039" y="6102350"/>
            <a:ext cx="881973"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lgn="ctr">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pPr eaLnBrk="0" fontAlgn="base" hangingPunct="0">
              <a:spcBef>
                <a:spcPct val="0"/>
              </a:spcBef>
              <a:spcAft>
                <a:spcPct val="0"/>
              </a:spcAft>
            </a:pPr>
            <a:r>
              <a:rPr lang="zh-CN" altLang="en-US" b="1">
                <a:solidFill>
                  <a:srgbClr val="000054"/>
                </a:solidFill>
                <a:latin typeface="Helvetica" panose="020B0604020202020204" pitchFamily="34" charset="0"/>
                <a:ea typeface="宋体" panose="02010600030101010101" pitchFamily="2" charset="-122"/>
              </a:rPr>
              <a:t>物理层</a:t>
            </a:r>
          </a:p>
        </p:txBody>
      </p:sp>
      <p:sp>
        <p:nvSpPr>
          <p:cNvPr id="453654" name="Text Box 22"/>
          <p:cNvSpPr txBox="1">
            <a:spLocks noChangeArrowheads="1"/>
          </p:cNvSpPr>
          <p:nvPr/>
        </p:nvSpPr>
        <p:spPr bwMode="auto">
          <a:xfrm>
            <a:off x="7764463" y="1377951"/>
            <a:ext cx="17970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anchor="ctr">
            <a:spAutoFit/>
          </a:bodyPr>
          <a:lstStyle/>
          <a:p>
            <a:pPr eaLnBrk="0" fontAlgn="base" hangingPunct="0">
              <a:spcBef>
                <a:spcPct val="0"/>
              </a:spcBef>
              <a:spcAft>
                <a:spcPct val="0"/>
              </a:spcAft>
            </a:pPr>
            <a:r>
              <a:rPr lang="zh-CN" altLang="en-US" sz="2000" b="1" dirty="0" smtClean="0">
                <a:solidFill>
                  <a:srgbClr val="000054"/>
                </a:solidFill>
                <a:latin typeface="Helvetica" panose="020B0604020202020204" pitchFamily="34" charset="0"/>
                <a:ea typeface="宋体" panose="02010600030101010101" pitchFamily="2" charset="-122"/>
              </a:rPr>
              <a:t>协议示例</a:t>
            </a:r>
            <a:endParaRPr lang="zh-CN" altLang="en-US" sz="2000" b="1" dirty="0">
              <a:solidFill>
                <a:srgbClr val="000054"/>
              </a:solidFill>
              <a:latin typeface="Helvetica" panose="020B0604020202020204" pitchFamily="34" charset="0"/>
              <a:ea typeface="宋体" panose="02010600030101010101" pitchFamily="2" charset="-122"/>
            </a:endParaRPr>
          </a:p>
        </p:txBody>
      </p:sp>
      <p:sp>
        <p:nvSpPr>
          <p:cNvPr id="453655" name="Rectangle 23"/>
          <p:cNvSpPr>
            <a:spLocks noChangeArrowheads="1"/>
          </p:cNvSpPr>
          <p:nvPr/>
        </p:nvSpPr>
        <p:spPr bwMode="auto">
          <a:xfrm>
            <a:off x="2073275" y="1773239"/>
            <a:ext cx="1784350" cy="1058262"/>
          </a:xfrm>
          <a:prstGeom prst="rect">
            <a:avLst/>
          </a:prstGeom>
          <a:solidFill>
            <a:srgbClr val="CCFFCC"/>
          </a:solidFill>
          <a:ln w="28575" algn="ctr">
            <a:solidFill>
              <a:srgbClr val="FF0000"/>
            </a:solidFill>
            <a:miter lim="800000"/>
            <a:headEnd type="none" w="sm" len="sm"/>
            <a:tailEnd type="none" w="sm" len="sm"/>
          </a:ln>
          <a:effectLst>
            <a:outerShdw dist="35921" dir="2700000" algn="ctr" rotWithShape="0">
              <a:schemeClr val="tx1"/>
            </a:outerShdw>
          </a:effectLst>
        </p:spPr>
        <p:txBody>
          <a:bodyPr wrap="square" anchor="ctr">
            <a:spAutoFit/>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453656" name="Rectangle 24"/>
          <p:cNvSpPr>
            <a:spLocks noChangeArrowheads="1"/>
          </p:cNvSpPr>
          <p:nvPr/>
        </p:nvSpPr>
        <p:spPr bwMode="auto">
          <a:xfrm>
            <a:off x="2058989" y="2811464"/>
            <a:ext cx="1798636" cy="1052600"/>
          </a:xfrm>
          <a:prstGeom prst="rect">
            <a:avLst/>
          </a:prstGeom>
          <a:solidFill>
            <a:srgbClr val="CCFFCC"/>
          </a:solidFill>
          <a:ln w="28575" algn="ctr">
            <a:solidFill>
              <a:srgbClr val="FF0000"/>
            </a:solidFill>
            <a:miter lim="800000"/>
            <a:headEnd type="none" w="sm" len="sm"/>
            <a:tailEnd type="none" w="sm" len="sm"/>
          </a:ln>
          <a:effectLst>
            <a:outerShdw dist="35921" dir="2700000" algn="ctr" rotWithShape="0">
              <a:schemeClr val="tx1"/>
            </a:outerShdw>
          </a:effectLst>
        </p:spPr>
        <p:txBody>
          <a:bodyPr wrap="square" anchor="ctr">
            <a:spAutoFit/>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453657" name="Rectangle 25"/>
          <p:cNvSpPr>
            <a:spLocks noChangeArrowheads="1"/>
          </p:cNvSpPr>
          <p:nvPr/>
        </p:nvSpPr>
        <p:spPr bwMode="auto">
          <a:xfrm>
            <a:off x="2066941" y="3869756"/>
            <a:ext cx="1790683" cy="962582"/>
          </a:xfrm>
          <a:prstGeom prst="rect">
            <a:avLst/>
          </a:prstGeom>
          <a:solidFill>
            <a:srgbClr val="CCFFCC"/>
          </a:solidFill>
          <a:ln w="28575" algn="ctr">
            <a:solidFill>
              <a:srgbClr val="FF0000"/>
            </a:solidFill>
            <a:miter lim="800000"/>
            <a:headEnd type="none" w="sm" len="sm"/>
            <a:tailEnd type="none" w="sm" len="sm"/>
          </a:ln>
          <a:effectLst>
            <a:outerShdw dist="35921" dir="2700000" algn="ctr" rotWithShape="0">
              <a:schemeClr val="tx1"/>
            </a:outerShdw>
          </a:effectLst>
        </p:spPr>
        <p:txBody>
          <a:bodyPr wrap="square" anchor="ctr">
            <a:spAutoFit/>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453658" name="Text Box 26"/>
          <p:cNvSpPr txBox="1">
            <a:spLocks noChangeArrowheads="1"/>
          </p:cNvSpPr>
          <p:nvPr/>
        </p:nvSpPr>
        <p:spPr bwMode="auto">
          <a:xfrm>
            <a:off x="2189163" y="4132263"/>
            <a:ext cx="1060450"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a:spAutoFit/>
          </a:bodyPr>
          <a:lstStyle/>
          <a:p>
            <a:pPr eaLnBrk="0" fontAlgn="base" hangingPunct="0">
              <a:spcBef>
                <a:spcPct val="0"/>
              </a:spcBef>
              <a:spcAft>
                <a:spcPct val="0"/>
              </a:spcAft>
            </a:pPr>
            <a:r>
              <a:rPr lang="zh-CN" altLang="en-US" b="1" dirty="0">
                <a:solidFill>
                  <a:srgbClr val="000054"/>
                </a:solidFill>
                <a:latin typeface="Helvetica" panose="020B0604020202020204" pitchFamily="34" charset="0"/>
                <a:ea typeface="宋体" panose="02010600030101010101" pitchFamily="2" charset="-122"/>
              </a:rPr>
              <a:t>会话层</a:t>
            </a:r>
          </a:p>
        </p:txBody>
      </p:sp>
      <p:sp>
        <p:nvSpPr>
          <p:cNvPr id="453659" name="Text Box 27"/>
          <p:cNvSpPr txBox="1">
            <a:spLocks noChangeArrowheads="1"/>
          </p:cNvSpPr>
          <p:nvPr/>
        </p:nvSpPr>
        <p:spPr bwMode="auto">
          <a:xfrm>
            <a:off x="2189164" y="3108325"/>
            <a:ext cx="881973"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pPr eaLnBrk="0" fontAlgn="base" hangingPunct="0">
              <a:spcBef>
                <a:spcPct val="0"/>
              </a:spcBef>
              <a:spcAft>
                <a:spcPct val="0"/>
              </a:spcAft>
            </a:pPr>
            <a:r>
              <a:rPr lang="zh-CN" altLang="en-US" b="1">
                <a:solidFill>
                  <a:srgbClr val="000054"/>
                </a:solidFill>
                <a:latin typeface="Helvetica" panose="020B0604020202020204" pitchFamily="34" charset="0"/>
                <a:ea typeface="宋体" panose="02010600030101010101" pitchFamily="2" charset="-122"/>
              </a:rPr>
              <a:t>表示层</a:t>
            </a:r>
          </a:p>
        </p:txBody>
      </p:sp>
      <p:sp>
        <p:nvSpPr>
          <p:cNvPr id="453660" name="Text Box 28"/>
          <p:cNvSpPr txBox="1">
            <a:spLocks noChangeArrowheads="1"/>
          </p:cNvSpPr>
          <p:nvPr/>
        </p:nvSpPr>
        <p:spPr bwMode="auto">
          <a:xfrm>
            <a:off x="2246314" y="2078038"/>
            <a:ext cx="881973"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pPr eaLnBrk="0" fontAlgn="base" hangingPunct="0">
              <a:spcBef>
                <a:spcPct val="0"/>
              </a:spcBef>
              <a:spcAft>
                <a:spcPct val="0"/>
              </a:spcAft>
            </a:pPr>
            <a:r>
              <a:rPr lang="zh-CN" altLang="en-US" b="1">
                <a:solidFill>
                  <a:srgbClr val="000054"/>
                </a:solidFill>
                <a:latin typeface="Helvetica" panose="020B0604020202020204" pitchFamily="34" charset="0"/>
                <a:ea typeface="宋体" panose="02010600030101010101" pitchFamily="2" charset="-122"/>
              </a:rPr>
              <a:t>应用层</a:t>
            </a:r>
          </a:p>
        </p:txBody>
      </p:sp>
      <p:sp>
        <p:nvSpPr>
          <p:cNvPr id="453661" name="Line 29"/>
          <p:cNvSpPr>
            <a:spLocks noChangeShapeType="1"/>
          </p:cNvSpPr>
          <p:nvPr/>
        </p:nvSpPr>
        <p:spPr bwMode="auto">
          <a:xfrm>
            <a:off x="2060575" y="2824163"/>
            <a:ext cx="8140700" cy="0"/>
          </a:xfrm>
          <a:prstGeom prst="line">
            <a:avLst/>
          </a:prstGeom>
          <a:noFill/>
          <a:ln w="381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453662" name="Line 30"/>
          <p:cNvSpPr>
            <a:spLocks noChangeShapeType="1"/>
          </p:cNvSpPr>
          <p:nvPr/>
        </p:nvSpPr>
        <p:spPr bwMode="auto">
          <a:xfrm>
            <a:off x="2060575" y="3865563"/>
            <a:ext cx="8140700" cy="0"/>
          </a:xfrm>
          <a:prstGeom prst="line">
            <a:avLst/>
          </a:prstGeom>
          <a:noFill/>
          <a:ln w="381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453663" name="Rectangle 31"/>
          <p:cNvSpPr>
            <a:spLocks noGrp="1" noChangeArrowheads="1"/>
          </p:cNvSpPr>
          <p:nvPr>
            <p:ph type="title"/>
          </p:nvPr>
        </p:nvSpPr>
        <p:spPr>
          <a:xfrm>
            <a:off x="5470525" y="333376"/>
            <a:ext cx="4419600" cy="519113"/>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algn="ctr"/>
            <a:r>
              <a:rPr lang="en-US" altLang="zh-CN">
                <a:solidFill>
                  <a:schemeClr val="tx1"/>
                </a:solidFill>
                <a:latin typeface="Times New Roman" panose="02020603050405020304" pitchFamily="18" charset="0"/>
                <a:ea typeface="黑体" panose="02010609060101010101" pitchFamily="49" charset="-122"/>
                <a:cs typeface="Times New Roman" panose="02020603050405020304" pitchFamily="18" charset="0"/>
              </a:rPr>
              <a:t>OSI </a:t>
            </a:r>
            <a:r>
              <a:rPr lang="zh-CN" altLang="en-US">
                <a:solidFill>
                  <a:schemeClr val="tx1"/>
                </a:solidFill>
                <a:latin typeface="Times New Roman" panose="02020603050405020304" pitchFamily="18" charset="0"/>
                <a:ea typeface="黑体" panose="02010609060101010101" pitchFamily="49" charset="-122"/>
                <a:cs typeface="Times New Roman" panose="02020603050405020304" pitchFamily="18" charset="0"/>
              </a:rPr>
              <a:t>各层基本功能</a:t>
            </a:r>
          </a:p>
        </p:txBody>
      </p:sp>
    </p:spTree>
    <p:extLst>
      <p:ext uri="{BB962C8B-B14F-4D97-AF65-F5344CB8AC3E}">
        <p14:creationId xmlns:p14="http://schemas.microsoft.com/office/powerpoint/2010/main" val="109180274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5682" name="Text Box 2"/>
          <p:cNvSpPr txBox="1">
            <a:spLocks noChangeArrowheads="1"/>
          </p:cNvSpPr>
          <p:nvPr/>
        </p:nvSpPr>
        <p:spPr bwMode="auto">
          <a:xfrm>
            <a:off x="8670925" y="2563814"/>
            <a:ext cx="9017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anchor="ctr">
            <a:spAutoFit/>
          </a:bodyPr>
          <a:lstStyle/>
          <a:p>
            <a:pPr eaLnBrk="0" fontAlgn="base" hangingPunct="0">
              <a:spcBef>
                <a:spcPct val="0"/>
              </a:spcBef>
              <a:spcAft>
                <a:spcPct val="0"/>
              </a:spcAft>
            </a:pPr>
            <a:r>
              <a:rPr lang="en-US" altLang="zh-CN" sz="2000" b="1">
                <a:solidFill>
                  <a:srgbClr val="000054"/>
                </a:solidFill>
                <a:latin typeface="Helvetica" panose="020B0604020202020204" pitchFamily="34" charset="0"/>
                <a:ea typeface="宋体" panose="02010600030101010101" pitchFamily="2" charset="-122"/>
              </a:rPr>
              <a:t>TCP</a:t>
            </a:r>
          </a:p>
          <a:p>
            <a:pPr eaLnBrk="0" fontAlgn="base" hangingPunct="0">
              <a:spcBef>
                <a:spcPct val="0"/>
              </a:spcBef>
              <a:spcAft>
                <a:spcPct val="0"/>
              </a:spcAft>
            </a:pPr>
            <a:r>
              <a:rPr lang="en-US" altLang="zh-CN" sz="2000" b="1">
                <a:solidFill>
                  <a:srgbClr val="000054"/>
                </a:solidFill>
                <a:latin typeface="Helvetica" panose="020B0604020202020204" pitchFamily="34" charset="0"/>
                <a:ea typeface="宋体" panose="02010600030101010101" pitchFamily="2" charset="-122"/>
              </a:rPr>
              <a:t>UDP</a:t>
            </a:r>
          </a:p>
          <a:p>
            <a:pPr eaLnBrk="0" fontAlgn="base" hangingPunct="0">
              <a:spcBef>
                <a:spcPct val="0"/>
              </a:spcBef>
              <a:spcAft>
                <a:spcPct val="0"/>
              </a:spcAft>
            </a:pPr>
            <a:r>
              <a:rPr lang="en-US" altLang="zh-CN" sz="2000" b="1">
                <a:solidFill>
                  <a:srgbClr val="000054"/>
                </a:solidFill>
                <a:latin typeface="Helvetica" panose="020B0604020202020204" pitchFamily="34" charset="0"/>
                <a:ea typeface="宋体" panose="02010600030101010101" pitchFamily="2" charset="-122"/>
              </a:rPr>
              <a:t>SPX</a:t>
            </a:r>
          </a:p>
        </p:txBody>
      </p:sp>
      <p:sp>
        <p:nvSpPr>
          <p:cNvPr id="455683" name="Text Box 3"/>
          <p:cNvSpPr txBox="1">
            <a:spLocks noChangeArrowheads="1"/>
          </p:cNvSpPr>
          <p:nvPr/>
        </p:nvSpPr>
        <p:spPr bwMode="auto">
          <a:xfrm>
            <a:off x="8670925" y="4721226"/>
            <a:ext cx="16700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anchor="ctr">
            <a:spAutoFit/>
          </a:bodyPr>
          <a:lstStyle/>
          <a:p>
            <a:pPr eaLnBrk="0" fontAlgn="base" hangingPunct="0">
              <a:spcBef>
                <a:spcPct val="0"/>
              </a:spcBef>
              <a:spcAft>
                <a:spcPct val="0"/>
              </a:spcAft>
            </a:pPr>
            <a:r>
              <a:rPr lang="en-US" altLang="zh-CN" sz="2000" b="1">
                <a:solidFill>
                  <a:srgbClr val="000054"/>
                </a:solidFill>
                <a:latin typeface="Helvetica" panose="020B0604020202020204" pitchFamily="34" charset="0"/>
                <a:ea typeface="宋体" panose="02010600030101010101" pitchFamily="2" charset="-122"/>
              </a:rPr>
              <a:t>802.3 </a:t>
            </a:r>
          </a:p>
          <a:p>
            <a:pPr eaLnBrk="0" fontAlgn="base" hangingPunct="0">
              <a:spcBef>
                <a:spcPct val="0"/>
              </a:spcBef>
              <a:spcAft>
                <a:spcPct val="0"/>
              </a:spcAft>
            </a:pPr>
            <a:r>
              <a:rPr lang="en-US" altLang="zh-CN" sz="2000" b="1">
                <a:solidFill>
                  <a:srgbClr val="000054"/>
                </a:solidFill>
                <a:latin typeface="Helvetica" panose="020B0604020202020204" pitchFamily="34" charset="0"/>
                <a:ea typeface="宋体" panose="02010600030101010101" pitchFamily="2" charset="-122"/>
              </a:rPr>
              <a:t>HDLC</a:t>
            </a:r>
          </a:p>
        </p:txBody>
      </p:sp>
      <p:sp>
        <p:nvSpPr>
          <p:cNvPr id="455684" name="Rectangle 4"/>
          <p:cNvSpPr>
            <a:spLocks noChangeArrowheads="1"/>
          </p:cNvSpPr>
          <p:nvPr/>
        </p:nvSpPr>
        <p:spPr bwMode="auto">
          <a:xfrm>
            <a:off x="8670925" y="5808664"/>
            <a:ext cx="159543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eaLnBrk="0" fontAlgn="base" hangingPunct="0">
              <a:spcBef>
                <a:spcPct val="0"/>
              </a:spcBef>
              <a:spcAft>
                <a:spcPct val="0"/>
              </a:spcAft>
            </a:pPr>
            <a:r>
              <a:rPr lang="en-US" altLang="zh-CN" sz="2000" b="1">
                <a:solidFill>
                  <a:srgbClr val="000054"/>
                </a:solidFill>
                <a:latin typeface="Helvetica" panose="020B0604020202020204" pitchFamily="34" charset="0"/>
                <a:ea typeface="宋体" panose="02010600030101010101" pitchFamily="2" charset="-122"/>
              </a:rPr>
              <a:t>EIA/TIA-232</a:t>
            </a:r>
            <a:br>
              <a:rPr lang="en-US" altLang="zh-CN" sz="2000" b="1">
                <a:solidFill>
                  <a:srgbClr val="000054"/>
                </a:solidFill>
                <a:latin typeface="Helvetica" panose="020B0604020202020204" pitchFamily="34" charset="0"/>
                <a:ea typeface="宋体" panose="02010600030101010101" pitchFamily="2" charset="-122"/>
              </a:rPr>
            </a:br>
            <a:r>
              <a:rPr lang="en-US" altLang="zh-CN" sz="2000" b="1">
                <a:solidFill>
                  <a:srgbClr val="000054"/>
                </a:solidFill>
                <a:latin typeface="Helvetica" panose="020B0604020202020204" pitchFamily="34" charset="0"/>
                <a:ea typeface="宋体" panose="02010600030101010101" pitchFamily="2" charset="-122"/>
              </a:rPr>
              <a:t>V.35</a:t>
            </a:r>
          </a:p>
        </p:txBody>
      </p:sp>
      <p:sp>
        <p:nvSpPr>
          <p:cNvPr id="455685" name="Text Box 5"/>
          <p:cNvSpPr txBox="1">
            <a:spLocks noChangeArrowheads="1"/>
          </p:cNvSpPr>
          <p:nvPr/>
        </p:nvSpPr>
        <p:spPr bwMode="auto">
          <a:xfrm>
            <a:off x="8670925" y="3687764"/>
            <a:ext cx="9017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anchor="ctr">
            <a:spAutoFit/>
          </a:bodyPr>
          <a:lstStyle/>
          <a:p>
            <a:pPr eaLnBrk="0" fontAlgn="base" hangingPunct="0">
              <a:spcBef>
                <a:spcPct val="0"/>
              </a:spcBef>
              <a:spcAft>
                <a:spcPct val="0"/>
              </a:spcAft>
            </a:pPr>
            <a:r>
              <a:rPr lang="en-US" altLang="zh-CN" sz="2000" b="1" dirty="0">
                <a:solidFill>
                  <a:srgbClr val="000054"/>
                </a:solidFill>
                <a:latin typeface="Helvetica" panose="020B0604020202020204" pitchFamily="34" charset="0"/>
                <a:ea typeface="宋体" panose="02010600030101010101" pitchFamily="2" charset="-122"/>
              </a:rPr>
              <a:t>IP</a:t>
            </a:r>
          </a:p>
          <a:p>
            <a:pPr eaLnBrk="0" fontAlgn="base" hangingPunct="0">
              <a:spcBef>
                <a:spcPct val="0"/>
              </a:spcBef>
              <a:spcAft>
                <a:spcPct val="0"/>
              </a:spcAft>
            </a:pPr>
            <a:r>
              <a:rPr lang="en-US" altLang="zh-CN" sz="2000" b="1" dirty="0">
                <a:solidFill>
                  <a:srgbClr val="000054"/>
                </a:solidFill>
                <a:latin typeface="Helvetica" panose="020B0604020202020204" pitchFamily="34" charset="0"/>
                <a:ea typeface="宋体" panose="02010600030101010101" pitchFamily="2" charset="-122"/>
              </a:rPr>
              <a:t>IPX</a:t>
            </a:r>
          </a:p>
        </p:txBody>
      </p:sp>
      <p:sp>
        <p:nvSpPr>
          <p:cNvPr id="455686" name="Rectangle 6"/>
          <p:cNvSpPr>
            <a:spLocks noChangeArrowheads="1"/>
          </p:cNvSpPr>
          <p:nvPr/>
        </p:nvSpPr>
        <p:spPr bwMode="auto">
          <a:xfrm>
            <a:off x="1773239" y="1799581"/>
            <a:ext cx="1474787" cy="461665"/>
          </a:xfrm>
          <a:prstGeom prst="rect">
            <a:avLst/>
          </a:prstGeom>
          <a:solidFill>
            <a:srgbClr val="CCFFCC"/>
          </a:solidFill>
          <a:ln w="28575" algn="ctr">
            <a:solidFill>
              <a:schemeClr val="bg1"/>
            </a:solidFill>
            <a:miter lim="800000"/>
            <a:headEnd type="none" w="sm" len="sm"/>
            <a:tailEnd type="none" w="sm" len="sm"/>
          </a:ln>
          <a:effectLst>
            <a:outerShdw dist="35921" dir="2700000" algn="ctr" rotWithShape="0">
              <a:schemeClr val="tx1"/>
            </a:outerShdw>
          </a:effectLst>
        </p:spPr>
        <p:txBody>
          <a:bodyPr anchor="ctr">
            <a:spAutoFit/>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455687" name="Text Box 7"/>
          <p:cNvSpPr txBox="1">
            <a:spLocks noChangeArrowheads="1"/>
          </p:cNvSpPr>
          <p:nvPr/>
        </p:nvSpPr>
        <p:spPr bwMode="auto">
          <a:xfrm>
            <a:off x="2032001" y="1812925"/>
            <a:ext cx="881973"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pPr eaLnBrk="0" fontAlgn="base" hangingPunct="0">
              <a:spcBef>
                <a:spcPct val="0"/>
              </a:spcBef>
              <a:spcAft>
                <a:spcPct val="0"/>
              </a:spcAft>
            </a:pPr>
            <a:r>
              <a:rPr lang="zh-CN" altLang="en-US" b="1">
                <a:solidFill>
                  <a:srgbClr val="000054"/>
                </a:solidFill>
                <a:latin typeface="Helvetica" panose="020B0604020202020204" pitchFamily="34" charset="0"/>
                <a:ea typeface="宋体" panose="02010600030101010101" pitchFamily="2" charset="-122"/>
              </a:rPr>
              <a:t>表示层</a:t>
            </a:r>
          </a:p>
        </p:txBody>
      </p:sp>
      <p:sp>
        <p:nvSpPr>
          <p:cNvPr id="455688" name="Rectangle 8"/>
          <p:cNvSpPr>
            <a:spLocks noChangeArrowheads="1"/>
          </p:cNvSpPr>
          <p:nvPr/>
        </p:nvSpPr>
        <p:spPr bwMode="auto">
          <a:xfrm>
            <a:off x="1773239" y="1402706"/>
            <a:ext cx="1474787" cy="461665"/>
          </a:xfrm>
          <a:prstGeom prst="rect">
            <a:avLst/>
          </a:prstGeom>
          <a:solidFill>
            <a:srgbClr val="CCFFCC"/>
          </a:solidFill>
          <a:ln w="28575" algn="ctr">
            <a:solidFill>
              <a:schemeClr val="bg1"/>
            </a:solidFill>
            <a:miter lim="800000"/>
            <a:headEnd type="none" w="sm" len="sm"/>
            <a:tailEnd type="none" w="sm" len="sm"/>
          </a:ln>
          <a:effectLst>
            <a:outerShdw dist="35921" dir="2700000" algn="ctr" rotWithShape="0">
              <a:schemeClr val="tx1"/>
            </a:outerShdw>
          </a:effectLst>
        </p:spPr>
        <p:txBody>
          <a:bodyPr anchor="ctr">
            <a:spAutoFit/>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455689" name="Text Box 9"/>
          <p:cNvSpPr txBox="1">
            <a:spLocks noChangeArrowheads="1"/>
          </p:cNvSpPr>
          <p:nvPr/>
        </p:nvSpPr>
        <p:spPr bwMode="auto">
          <a:xfrm>
            <a:off x="2032001" y="1416050"/>
            <a:ext cx="881973"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pPr eaLnBrk="0" fontAlgn="base" hangingPunct="0">
              <a:spcBef>
                <a:spcPct val="0"/>
              </a:spcBef>
              <a:spcAft>
                <a:spcPct val="0"/>
              </a:spcAft>
            </a:pPr>
            <a:r>
              <a:rPr lang="zh-CN" altLang="en-US" b="1">
                <a:solidFill>
                  <a:srgbClr val="000054"/>
                </a:solidFill>
                <a:latin typeface="Helvetica" panose="020B0604020202020204" pitchFamily="34" charset="0"/>
                <a:ea typeface="宋体" panose="02010600030101010101" pitchFamily="2" charset="-122"/>
              </a:rPr>
              <a:t>应用层</a:t>
            </a:r>
          </a:p>
        </p:txBody>
      </p:sp>
      <p:sp>
        <p:nvSpPr>
          <p:cNvPr id="455690" name="Rectangle 10"/>
          <p:cNvSpPr>
            <a:spLocks noChangeArrowheads="1"/>
          </p:cNvSpPr>
          <p:nvPr/>
        </p:nvSpPr>
        <p:spPr bwMode="auto">
          <a:xfrm>
            <a:off x="1773239" y="2174231"/>
            <a:ext cx="1474787" cy="461665"/>
          </a:xfrm>
          <a:prstGeom prst="rect">
            <a:avLst/>
          </a:prstGeom>
          <a:solidFill>
            <a:srgbClr val="CCFFCC"/>
          </a:solidFill>
          <a:ln w="28575" algn="ctr">
            <a:solidFill>
              <a:schemeClr val="bg1"/>
            </a:solidFill>
            <a:miter lim="800000"/>
            <a:headEnd type="none" w="sm" len="sm"/>
            <a:tailEnd type="none" w="sm" len="sm"/>
          </a:ln>
          <a:effectLst>
            <a:outerShdw dist="35921" dir="2700000" algn="ctr" rotWithShape="0">
              <a:schemeClr val="tx1"/>
            </a:outerShdw>
          </a:effectLst>
        </p:spPr>
        <p:txBody>
          <a:bodyPr anchor="ctr">
            <a:spAutoFit/>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455691" name="Text Box 11"/>
          <p:cNvSpPr txBox="1">
            <a:spLocks noChangeArrowheads="1"/>
          </p:cNvSpPr>
          <p:nvPr/>
        </p:nvSpPr>
        <p:spPr bwMode="auto">
          <a:xfrm>
            <a:off x="2032001" y="2200275"/>
            <a:ext cx="881973"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pPr eaLnBrk="0" fontAlgn="base" hangingPunct="0">
              <a:spcBef>
                <a:spcPct val="0"/>
              </a:spcBef>
              <a:spcAft>
                <a:spcPct val="0"/>
              </a:spcAft>
            </a:pPr>
            <a:r>
              <a:rPr lang="zh-CN" altLang="en-US" b="1">
                <a:solidFill>
                  <a:srgbClr val="000054"/>
                </a:solidFill>
                <a:latin typeface="Helvetica" panose="020B0604020202020204" pitchFamily="34" charset="0"/>
                <a:ea typeface="宋体" panose="02010600030101010101" pitchFamily="2" charset="-122"/>
              </a:rPr>
              <a:t>会话层</a:t>
            </a:r>
          </a:p>
        </p:txBody>
      </p:sp>
      <p:sp>
        <p:nvSpPr>
          <p:cNvPr id="455692" name="Text Box 12"/>
          <p:cNvSpPr txBox="1">
            <a:spLocks noChangeArrowheads="1"/>
          </p:cNvSpPr>
          <p:nvPr/>
        </p:nvSpPr>
        <p:spPr bwMode="auto">
          <a:xfrm>
            <a:off x="8620125" y="1898651"/>
            <a:ext cx="17970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anchor="ctr">
            <a:spAutoFit/>
          </a:bodyPr>
          <a:lstStyle/>
          <a:p>
            <a:pPr eaLnBrk="0" fontAlgn="base" hangingPunct="0">
              <a:spcBef>
                <a:spcPct val="0"/>
              </a:spcBef>
              <a:spcAft>
                <a:spcPct val="0"/>
              </a:spcAft>
            </a:pPr>
            <a:r>
              <a:rPr lang="zh-CN" altLang="en-US" sz="2000" b="1" dirty="0" smtClean="0">
                <a:solidFill>
                  <a:srgbClr val="000054"/>
                </a:solidFill>
                <a:latin typeface="Helvetica" panose="020B0604020202020204" pitchFamily="34" charset="0"/>
                <a:ea typeface="宋体" panose="02010600030101010101" pitchFamily="2" charset="-122"/>
              </a:rPr>
              <a:t>协议示例</a:t>
            </a:r>
            <a:endParaRPr lang="zh-CN" altLang="en-US" sz="2000" b="1" dirty="0">
              <a:solidFill>
                <a:srgbClr val="000054"/>
              </a:solidFill>
              <a:latin typeface="Helvetica" panose="020B0604020202020204" pitchFamily="34" charset="0"/>
              <a:ea typeface="宋体" panose="02010600030101010101" pitchFamily="2" charset="-122"/>
            </a:endParaRPr>
          </a:p>
        </p:txBody>
      </p:sp>
      <p:sp>
        <p:nvSpPr>
          <p:cNvPr id="455693" name="AutoShape 13"/>
          <p:cNvSpPr>
            <a:spLocks noChangeArrowheads="1"/>
          </p:cNvSpPr>
          <p:nvPr/>
        </p:nvSpPr>
        <p:spPr bwMode="auto">
          <a:xfrm>
            <a:off x="3248026" y="2591495"/>
            <a:ext cx="5372099" cy="922586"/>
          </a:xfrm>
          <a:prstGeom prst="homePlate">
            <a:avLst>
              <a:gd name="adj" fmla="val 140136"/>
            </a:avLst>
          </a:prstGeom>
          <a:solidFill>
            <a:srgbClr val="99CCFF"/>
          </a:solidFill>
          <a:ln w="28575" algn="ctr">
            <a:solidFill>
              <a:srgbClr val="FF0000"/>
            </a:solidFill>
            <a:miter lim="800000"/>
            <a:headEnd/>
            <a:tailEnd/>
          </a:ln>
          <a:effectLst/>
          <a:extLst>
            <a:ext uri="{AF507438-7753-43E0-B8FC-AC1667EBCBE1}">
              <a14:hiddenEffects xmlns:a14="http://schemas.microsoft.com/office/drawing/2010/main">
                <a:effectLst>
                  <a:outerShdw dist="28398" dir="1593903" algn="ctr" rotWithShape="0">
                    <a:schemeClr val="tx1"/>
                  </a:outerShdw>
                </a:effectLst>
              </a14:hiddenEffects>
            </a:ext>
          </a:extLst>
        </p:spPr>
        <p:txBody>
          <a:bodyPr wrap="square" anchor="ctr">
            <a:spAutoFit/>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455694" name="AutoShape 14"/>
          <p:cNvSpPr>
            <a:spLocks noChangeArrowheads="1"/>
          </p:cNvSpPr>
          <p:nvPr/>
        </p:nvSpPr>
        <p:spPr bwMode="auto">
          <a:xfrm>
            <a:off x="3251173" y="3510032"/>
            <a:ext cx="5232400" cy="938720"/>
          </a:xfrm>
          <a:prstGeom prst="homePlate">
            <a:avLst>
              <a:gd name="adj" fmla="val 140136"/>
            </a:avLst>
          </a:prstGeom>
          <a:solidFill>
            <a:srgbClr val="99CCFF"/>
          </a:solidFill>
          <a:ln w="28575" algn="ctr">
            <a:solidFill>
              <a:srgbClr val="FF0000"/>
            </a:solidFill>
            <a:miter lim="800000"/>
            <a:headEnd/>
            <a:tailEnd/>
          </a:ln>
          <a:effectLst/>
          <a:extLst>
            <a:ext uri="{AF507438-7753-43E0-B8FC-AC1667EBCBE1}">
              <a14:hiddenEffects xmlns:a14="http://schemas.microsoft.com/office/drawing/2010/main">
                <a:effectLst>
                  <a:outerShdw dist="28398" dir="1593903" algn="ctr" rotWithShape="0">
                    <a:schemeClr val="tx1"/>
                  </a:outerShdw>
                </a:effectLst>
              </a14:hiddenEffects>
            </a:ext>
          </a:extLst>
        </p:spPr>
        <p:txBody>
          <a:bodyPr wrap="square" anchor="ctr">
            <a:spAutoFit/>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455695" name="AutoShape 15"/>
          <p:cNvSpPr>
            <a:spLocks noChangeArrowheads="1"/>
          </p:cNvSpPr>
          <p:nvPr/>
        </p:nvSpPr>
        <p:spPr bwMode="auto">
          <a:xfrm>
            <a:off x="3243222" y="4457700"/>
            <a:ext cx="5232400" cy="1133477"/>
          </a:xfrm>
          <a:prstGeom prst="homePlate">
            <a:avLst>
              <a:gd name="adj" fmla="val 112568"/>
            </a:avLst>
          </a:prstGeom>
          <a:solidFill>
            <a:srgbClr val="99CCFF"/>
          </a:solidFill>
          <a:ln w="28575" algn="ctr">
            <a:solidFill>
              <a:srgbClr val="FF0000"/>
            </a:solidFill>
            <a:miter lim="800000"/>
            <a:headEnd/>
            <a:tailEnd/>
          </a:ln>
          <a:effectLst/>
          <a:extLst>
            <a:ext uri="{AF507438-7753-43E0-B8FC-AC1667EBCBE1}">
              <a14:hiddenEffects xmlns:a14="http://schemas.microsoft.com/office/drawing/2010/main">
                <a:effectLst>
                  <a:outerShdw dist="28398" dir="1593903" algn="ctr" rotWithShape="0">
                    <a:schemeClr val="tx1"/>
                  </a:outerShdw>
                </a:effectLst>
              </a14:hiddenEffects>
            </a:ext>
          </a:extLst>
        </p:spPr>
        <p:txBody>
          <a:bodyPr wrap="square" anchor="ctr">
            <a:spAutoFit/>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455696" name="AutoShape 16"/>
          <p:cNvSpPr>
            <a:spLocks noChangeArrowheads="1"/>
          </p:cNvSpPr>
          <p:nvPr/>
        </p:nvSpPr>
        <p:spPr bwMode="auto">
          <a:xfrm>
            <a:off x="3286125" y="5600124"/>
            <a:ext cx="5213350" cy="956251"/>
          </a:xfrm>
          <a:prstGeom prst="homePlate">
            <a:avLst>
              <a:gd name="adj" fmla="val 140136"/>
            </a:avLst>
          </a:prstGeom>
          <a:solidFill>
            <a:srgbClr val="99CCFF"/>
          </a:solidFill>
          <a:ln w="28575" algn="ctr">
            <a:solidFill>
              <a:srgbClr val="FF0000"/>
            </a:solidFill>
            <a:miter lim="800000"/>
            <a:headEnd/>
            <a:tailEnd/>
          </a:ln>
          <a:effectLst/>
          <a:extLst>
            <a:ext uri="{AF507438-7753-43E0-B8FC-AC1667EBCBE1}">
              <a14:hiddenEffects xmlns:a14="http://schemas.microsoft.com/office/drawing/2010/main">
                <a:effectLst>
                  <a:outerShdw dist="28398" dir="1593903" algn="ctr" rotWithShape="0">
                    <a:schemeClr val="tx1"/>
                  </a:outerShdw>
                </a:effectLst>
              </a14:hiddenEffects>
            </a:ext>
          </a:extLst>
        </p:spPr>
        <p:txBody>
          <a:bodyPr wrap="square" anchor="ctr">
            <a:spAutoFit/>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455698" name="Text Box 18"/>
          <p:cNvSpPr txBox="1">
            <a:spLocks noChangeArrowheads="1"/>
          </p:cNvSpPr>
          <p:nvPr/>
        </p:nvSpPr>
        <p:spPr bwMode="auto">
          <a:xfrm>
            <a:off x="3286126" y="4519613"/>
            <a:ext cx="3132589" cy="10772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lgn="ctr">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pPr eaLnBrk="0" fontAlgn="base" hangingPunct="0">
              <a:spcBef>
                <a:spcPct val="0"/>
              </a:spcBef>
              <a:spcAft>
                <a:spcPct val="0"/>
              </a:spcAft>
            </a:pPr>
            <a:r>
              <a:rPr lang="zh-CN" altLang="en-US" sz="1600" b="1" dirty="0">
                <a:solidFill>
                  <a:srgbClr val="000054"/>
                </a:solidFill>
                <a:latin typeface="Helvetica" panose="020B0604020202020204" pitchFamily="34" charset="0"/>
                <a:ea typeface="宋体" panose="02010600030101010101" pitchFamily="2" charset="-122"/>
              </a:rPr>
              <a:t>将比特组合成字节进而组合成帧</a:t>
            </a:r>
          </a:p>
          <a:p>
            <a:pPr eaLnBrk="0" fontAlgn="base" hangingPunct="0">
              <a:spcBef>
                <a:spcPct val="0"/>
              </a:spcBef>
              <a:spcAft>
                <a:spcPct val="0"/>
              </a:spcAft>
            </a:pPr>
            <a:r>
              <a:rPr lang="zh-CN" altLang="en-US" sz="1600" b="1" dirty="0">
                <a:solidFill>
                  <a:srgbClr val="000054"/>
                </a:solidFill>
                <a:latin typeface="Helvetica" panose="020B0604020202020204" pitchFamily="34" charset="0"/>
                <a:ea typeface="宋体" panose="02010600030101010101" pitchFamily="2" charset="-122"/>
              </a:rPr>
              <a:t>用</a:t>
            </a:r>
            <a:r>
              <a:rPr lang="en-US" altLang="zh-CN" sz="1600" b="1" dirty="0">
                <a:solidFill>
                  <a:srgbClr val="000054"/>
                </a:solidFill>
                <a:latin typeface="Helvetica" panose="020B0604020202020204" pitchFamily="34" charset="0"/>
                <a:ea typeface="宋体" panose="02010600030101010101" pitchFamily="2" charset="-122"/>
              </a:rPr>
              <a:t>MAC</a:t>
            </a:r>
            <a:r>
              <a:rPr lang="zh-CN" altLang="en-US" sz="1600" b="1" dirty="0">
                <a:solidFill>
                  <a:srgbClr val="000054"/>
                </a:solidFill>
                <a:latin typeface="Helvetica" panose="020B0604020202020204" pitchFamily="34" charset="0"/>
                <a:ea typeface="宋体" panose="02010600030101010101" pitchFamily="2" charset="-122"/>
              </a:rPr>
              <a:t>地址访问介质、网络拓扑</a:t>
            </a:r>
          </a:p>
          <a:p>
            <a:pPr eaLnBrk="0" fontAlgn="base" hangingPunct="0">
              <a:spcBef>
                <a:spcPct val="0"/>
              </a:spcBef>
              <a:spcAft>
                <a:spcPct val="0"/>
              </a:spcAft>
            </a:pPr>
            <a:r>
              <a:rPr lang="zh-CN" altLang="en-US" sz="1600" b="1" dirty="0">
                <a:solidFill>
                  <a:srgbClr val="000054"/>
                </a:solidFill>
                <a:latin typeface="Helvetica" panose="020B0604020202020204" pitchFamily="34" charset="0"/>
                <a:ea typeface="宋体" panose="02010600030101010101" pitchFamily="2" charset="-122"/>
              </a:rPr>
              <a:t>错误发现、通知但不能纠正</a:t>
            </a:r>
          </a:p>
          <a:p>
            <a:pPr eaLnBrk="0" fontAlgn="base" hangingPunct="0">
              <a:spcBef>
                <a:spcPct val="0"/>
              </a:spcBef>
              <a:spcAft>
                <a:spcPct val="0"/>
              </a:spcAft>
            </a:pPr>
            <a:r>
              <a:rPr lang="zh-CN" altLang="en-US" sz="1600" b="1" dirty="0">
                <a:solidFill>
                  <a:srgbClr val="000054"/>
                </a:solidFill>
                <a:latin typeface="Helvetica" panose="020B0604020202020204" pitchFamily="34" charset="0"/>
                <a:ea typeface="宋体" panose="02010600030101010101" pitchFamily="2" charset="-122"/>
              </a:rPr>
              <a:t>提供穿越介质的可靠数据传输</a:t>
            </a:r>
          </a:p>
        </p:txBody>
      </p:sp>
      <p:sp>
        <p:nvSpPr>
          <p:cNvPr id="455699" name="Text Box 19"/>
          <p:cNvSpPr txBox="1">
            <a:spLocks noChangeArrowheads="1"/>
          </p:cNvSpPr>
          <p:nvPr/>
        </p:nvSpPr>
        <p:spPr bwMode="auto">
          <a:xfrm>
            <a:off x="3286125" y="5773739"/>
            <a:ext cx="2459328" cy="5847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lgn="ctr">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pPr eaLnBrk="0" fontAlgn="base" hangingPunct="0">
              <a:spcBef>
                <a:spcPct val="0"/>
              </a:spcBef>
              <a:spcAft>
                <a:spcPct val="0"/>
              </a:spcAft>
            </a:pPr>
            <a:r>
              <a:rPr lang="zh-CN" altLang="en-US" sz="1600" b="1">
                <a:solidFill>
                  <a:srgbClr val="000054"/>
                </a:solidFill>
                <a:latin typeface="Helvetica" panose="020B0604020202020204" pitchFamily="34" charset="0"/>
                <a:ea typeface="宋体" panose="02010600030101010101" pitchFamily="2" charset="-122"/>
              </a:rPr>
              <a:t>设备间接收或发送比特流</a:t>
            </a:r>
          </a:p>
          <a:p>
            <a:pPr eaLnBrk="0" fontAlgn="base" hangingPunct="0">
              <a:spcBef>
                <a:spcPct val="0"/>
              </a:spcBef>
              <a:spcAft>
                <a:spcPct val="0"/>
              </a:spcAft>
            </a:pPr>
            <a:r>
              <a:rPr lang="zh-CN" altLang="en-US" sz="1600" b="1">
                <a:solidFill>
                  <a:srgbClr val="000054"/>
                </a:solidFill>
                <a:latin typeface="Helvetica" panose="020B0604020202020204" pitchFamily="34" charset="0"/>
                <a:ea typeface="宋体" panose="02010600030101010101" pitchFamily="2" charset="-122"/>
              </a:rPr>
              <a:t>说明电压、线速和线缆等</a:t>
            </a:r>
          </a:p>
        </p:txBody>
      </p:sp>
      <p:sp>
        <p:nvSpPr>
          <p:cNvPr id="455700" name="Rectangle 20"/>
          <p:cNvSpPr>
            <a:spLocks noChangeArrowheads="1"/>
          </p:cNvSpPr>
          <p:nvPr/>
        </p:nvSpPr>
        <p:spPr bwMode="auto">
          <a:xfrm>
            <a:off x="1773240" y="2612449"/>
            <a:ext cx="1474786" cy="910530"/>
          </a:xfrm>
          <a:prstGeom prst="rect">
            <a:avLst/>
          </a:prstGeom>
          <a:solidFill>
            <a:srgbClr val="99CCFF"/>
          </a:solidFill>
          <a:ln w="28575">
            <a:solidFill>
              <a:srgbClr val="FF0000"/>
            </a:solidFill>
            <a:miter lim="800000"/>
            <a:headEnd type="none" w="sm" len="sm"/>
            <a:tailEnd type="none" w="sm" len="sm"/>
          </a:ln>
          <a:effectLst/>
          <a:extLst>
            <a:ext uri="{AF507438-7753-43E0-B8FC-AC1667EBCBE1}">
              <a14:hiddenEffects xmlns:a14="http://schemas.microsoft.com/office/drawing/2010/main">
                <a:effectLst>
                  <a:outerShdw dist="28398" dir="1593903" algn="ctr" rotWithShape="0">
                    <a:schemeClr val="tx1"/>
                  </a:outerShdw>
                </a:effectLst>
              </a14:hiddenEffects>
            </a:ext>
          </a:extLst>
        </p:spPr>
        <p:txBody>
          <a:bodyPr wrap="square" anchor="ctr">
            <a:spAutoFit/>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455701" name="Text Box 21"/>
          <p:cNvSpPr txBox="1">
            <a:spLocks noChangeArrowheads="1"/>
          </p:cNvSpPr>
          <p:nvPr/>
        </p:nvSpPr>
        <p:spPr bwMode="auto">
          <a:xfrm>
            <a:off x="1889126" y="2857501"/>
            <a:ext cx="869149" cy="6463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pPr eaLnBrk="0" fontAlgn="base" hangingPunct="0">
              <a:spcBef>
                <a:spcPct val="0"/>
              </a:spcBef>
              <a:spcAft>
                <a:spcPct val="0"/>
              </a:spcAft>
            </a:pPr>
            <a:r>
              <a:rPr lang="zh-CN" altLang="en-US" sz="1600" b="1" dirty="0">
                <a:solidFill>
                  <a:srgbClr val="000054"/>
                </a:solidFill>
                <a:latin typeface="Helvetica" panose="020B0604020202020204" pitchFamily="34" charset="0"/>
                <a:ea typeface="宋体" panose="02010600030101010101" pitchFamily="2" charset="-122"/>
              </a:rPr>
              <a:t>传输层</a:t>
            </a:r>
            <a:r>
              <a:rPr lang="zh-CN" altLang="en-US" b="1" dirty="0">
                <a:solidFill>
                  <a:srgbClr val="000054"/>
                </a:solidFill>
                <a:latin typeface="Helvetica" panose="020B0604020202020204" pitchFamily="34" charset="0"/>
                <a:ea typeface="宋体" panose="02010600030101010101" pitchFamily="2" charset="-122"/>
              </a:rPr>
              <a:t> </a:t>
            </a:r>
          </a:p>
          <a:p>
            <a:pPr eaLnBrk="0" fontAlgn="base" hangingPunct="0">
              <a:spcBef>
                <a:spcPct val="0"/>
              </a:spcBef>
              <a:spcAft>
                <a:spcPct val="0"/>
              </a:spcAft>
            </a:pPr>
            <a:endParaRPr lang="en-US" altLang="zh-CN" b="1" dirty="0">
              <a:solidFill>
                <a:srgbClr val="000054"/>
              </a:solidFill>
              <a:latin typeface="Helvetica" panose="020B0604020202020204" pitchFamily="34" charset="0"/>
              <a:ea typeface="宋体" panose="02010600030101010101" pitchFamily="2" charset="-122"/>
            </a:endParaRPr>
          </a:p>
        </p:txBody>
      </p:sp>
      <p:sp>
        <p:nvSpPr>
          <p:cNvPr id="455702" name="Rectangle 22"/>
          <p:cNvSpPr>
            <a:spLocks noChangeArrowheads="1"/>
          </p:cNvSpPr>
          <p:nvPr/>
        </p:nvSpPr>
        <p:spPr bwMode="auto">
          <a:xfrm>
            <a:off x="1773239" y="3534806"/>
            <a:ext cx="1474787" cy="906325"/>
          </a:xfrm>
          <a:prstGeom prst="rect">
            <a:avLst/>
          </a:prstGeom>
          <a:solidFill>
            <a:srgbClr val="99CCFF"/>
          </a:solidFill>
          <a:ln w="28575" algn="ctr">
            <a:solidFill>
              <a:srgbClr val="FF0000"/>
            </a:solidFill>
            <a:miter lim="800000"/>
            <a:headEnd type="none" w="sm" len="sm"/>
            <a:tailEnd type="none" w="sm" len="sm"/>
          </a:ln>
          <a:effectLst/>
          <a:extLst>
            <a:ext uri="{AF507438-7753-43E0-B8FC-AC1667EBCBE1}">
              <a14:hiddenEffects xmlns:a14="http://schemas.microsoft.com/office/drawing/2010/main">
                <a:effectLst>
                  <a:outerShdw dist="28398" dir="1593903" algn="ctr" rotWithShape="0">
                    <a:schemeClr val="tx1"/>
                  </a:outerShdw>
                </a:effectLst>
              </a14:hiddenEffects>
            </a:ext>
          </a:extLst>
        </p:spPr>
        <p:txBody>
          <a:bodyPr wrap="square" anchor="ctr">
            <a:spAutoFit/>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455703" name="Rectangle 23"/>
          <p:cNvSpPr>
            <a:spLocks noChangeArrowheads="1"/>
          </p:cNvSpPr>
          <p:nvPr/>
        </p:nvSpPr>
        <p:spPr bwMode="auto">
          <a:xfrm>
            <a:off x="1773239" y="4473577"/>
            <a:ext cx="1493836" cy="1117600"/>
          </a:xfrm>
          <a:prstGeom prst="rect">
            <a:avLst/>
          </a:prstGeom>
          <a:solidFill>
            <a:srgbClr val="99CCFF"/>
          </a:solidFill>
          <a:ln w="28575" algn="ctr">
            <a:solidFill>
              <a:srgbClr val="FF0000"/>
            </a:solidFill>
            <a:miter lim="800000"/>
            <a:headEnd type="none" w="sm" len="sm"/>
            <a:tailEnd type="none" w="sm" len="sm"/>
          </a:ln>
          <a:effectLst/>
          <a:extLst>
            <a:ext uri="{AF507438-7753-43E0-B8FC-AC1667EBCBE1}">
              <a14:hiddenEffects xmlns:a14="http://schemas.microsoft.com/office/drawing/2010/main">
                <a:effectLst>
                  <a:outerShdw dist="28398" dir="1593903" algn="ctr" rotWithShape="0">
                    <a:schemeClr val="tx1"/>
                  </a:outerShdw>
                </a:effectLst>
              </a14:hiddenEffects>
            </a:ext>
          </a:extLst>
        </p:spPr>
        <p:txBody>
          <a:bodyPr wrap="square" anchor="ctr">
            <a:spAutoFit/>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455704" name="Text Box 24"/>
          <p:cNvSpPr txBox="1">
            <a:spLocks noChangeArrowheads="1"/>
          </p:cNvSpPr>
          <p:nvPr/>
        </p:nvSpPr>
        <p:spPr bwMode="auto">
          <a:xfrm>
            <a:off x="1877022" y="4856185"/>
            <a:ext cx="1218603" cy="33855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lgn="ctr">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pPr eaLnBrk="0" fontAlgn="base" hangingPunct="0">
              <a:spcBef>
                <a:spcPct val="0"/>
              </a:spcBef>
              <a:spcAft>
                <a:spcPct val="0"/>
              </a:spcAft>
            </a:pPr>
            <a:r>
              <a:rPr lang="zh-CN" altLang="en-US" sz="1600" b="1" dirty="0">
                <a:solidFill>
                  <a:srgbClr val="000054"/>
                </a:solidFill>
                <a:latin typeface="Helvetica" panose="020B0604020202020204" pitchFamily="34" charset="0"/>
                <a:ea typeface="宋体" panose="02010600030101010101" pitchFamily="2" charset="-122"/>
              </a:rPr>
              <a:t>数据链路层</a:t>
            </a:r>
          </a:p>
        </p:txBody>
      </p:sp>
      <p:sp>
        <p:nvSpPr>
          <p:cNvPr id="455705" name="Rectangle 25"/>
          <p:cNvSpPr>
            <a:spLocks noChangeArrowheads="1"/>
          </p:cNvSpPr>
          <p:nvPr/>
        </p:nvSpPr>
        <p:spPr bwMode="auto">
          <a:xfrm>
            <a:off x="1773240" y="5591177"/>
            <a:ext cx="1512884" cy="965197"/>
          </a:xfrm>
          <a:prstGeom prst="rect">
            <a:avLst/>
          </a:prstGeom>
          <a:solidFill>
            <a:srgbClr val="99CCFF"/>
          </a:solidFill>
          <a:ln w="28575" algn="ctr">
            <a:solidFill>
              <a:srgbClr val="FF0000"/>
            </a:solidFill>
            <a:miter lim="800000"/>
            <a:headEnd type="none" w="sm" len="sm"/>
            <a:tailEnd type="none" w="sm" len="sm"/>
          </a:ln>
          <a:effectLst/>
          <a:extLst>
            <a:ext uri="{AF507438-7753-43E0-B8FC-AC1667EBCBE1}">
              <a14:hiddenEffects xmlns:a14="http://schemas.microsoft.com/office/drawing/2010/main">
                <a:effectLst>
                  <a:outerShdw dist="28398" dir="1593903" algn="ctr" rotWithShape="0">
                    <a:schemeClr val="tx1"/>
                  </a:outerShdw>
                </a:effectLst>
              </a14:hiddenEffects>
            </a:ext>
          </a:extLst>
        </p:spPr>
        <p:txBody>
          <a:bodyPr wrap="square" anchor="ctr">
            <a:spAutoFit/>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455706" name="Text Box 26"/>
          <p:cNvSpPr txBox="1">
            <a:spLocks noChangeArrowheads="1"/>
          </p:cNvSpPr>
          <p:nvPr/>
        </p:nvSpPr>
        <p:spPr bwMode="auto">
          <a:xfrm>
            <a:off x="1889126" y="5872163"/>
            <a:ext cx="805029" cy="33855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lgn="ctr">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pPr eaLnBrk="0" fontAlgn="base" hangingPunct="0">
              <a:spcBef>
                <a:spcPct val="0"/>
              </a:spcBef>
              <a:spcAft>
                <a:spcPct val="0"/>
              </a:spcAft>
            </a:pPr>
            <a:r>
              <a:rPr lang="zh-CN" altLang="en-US" sz="1600" b="1">
                <a:solidFill>
                  <a:srgbClr val="000054"/>
                </a:solidFill>
                <a:latin typeface="Helvetica" panose="020B0604020202020204" pitchFamily="34" charset="0"/>
                <a:ea typeface="宋体" panose="02010600030101010101" pitchFamily="2" charset="-122"/>
              </a:rPr>
              <a:t>物理层</a:t>
            </a:r>
          </a:p>
        </p:txBody>
      </p:sp>
      <p:sp>
        <p:nvSpPr>
          <p:cNvPr id="455707" name="Text Box 27"/>
          <p:cNvSpPr txBox="1">
            <a:spLocks noChangeArrowheads="1"/>
          </p:cNvSpPr>
          <p:nvPr/>
        </p:nvSpPr>
        <p:spPr bwMode="auto">
          <a:xfrm>
            <a:off x="1889126" y="3651250"/>
            <a:ext cx="805029" cy="33855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lgn="ctr">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pPr eaLnBrk="0" fontAlgn="base" hangingPunct="0">
              <a:spcBef>
                <a:spcPct val="0"/>
              </a:spcBef>
              <a:spcAft>
                <a:spcPct val="0"/>
              </a:spcAft>
            </a:pPr>
            <a:r>
              <a:rPr lang="zh-CN" altLang="en-US" sz="1600" b="1">
                <a:solidFill>
                  <a:srgbClr val="000054"/>
                </a:solidFill>
                <a:latin typeface="Helvetica" panose="020B0604020202020204" pitchFamily="34" charset="0"/>
                <a:ea typeface="宋体" panose="02010600030101010101" pitchFamily="2" charset="-122"/>
              </a:rPr>
              <a:t>网络层</a:t>
            </a:r>
          </a:p>
        </p:txBody>
      </p:sp>
      <p:sp>
        <p:nvSpPr>
          <p:cNvPr id="455708" name="Text Box 28"/>
          <p:cNvSpPr txBox="1">
            <a:spLocks noChangeArrowheads="1"/>
          </p:cNvSpPr>
          <p:nvPr/>
        </p:nvSpPr>
        <p:spPr bwMode="auto">
          <a:xfrm>
            <a:off x="3286125" y="3703639"/>
            <a:ext cx="3608680" cy="5847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lgn="ctr">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pPr eaLnBrk="0" fontAlgn="base" hangingPunct="0">
              <a:spcBef>
                <a:spcPct val="0"/>
              </a:spcBef>
              <a:spcAft>
                <a:spcPct val="0"/>
              </a:spcAft>
            </a:pPr>
            <a:r>
              <a:rPr lang="en-US" altLang="zh-CN" sz="1600" b="1" dirty="0">
                <a:solidFill>
                  <a:srgbClr val="000054"/>
                </a:solidFill>
                <a:latin typeface="Helvetica" panose="020B0604020202020204" pitchFamily="34" charset="0"/>
                <a:ea typeface="宋体" panose="02010600030101010101" pitchFamily="2" charset="-122"/>
              </a:rPr>
              <a:t>  </a:t>
            </a:r>
            <a:r>
              <a:rPr lang="zh-CN" altLang="en-US" sz="1600" b="1" dirty="0">
                <a:solidFill>
                  <a:srgbClr val="000054"/>
                </a:solidFill>
                <a:latin typeface="Helvetica" panose="020B0604020202020204" pitchFamily="34" charset="0"/>
                <a:ea typeface="宋体" panose="02010600030101010101" pitchFamily="2" charset="-122"/>
              </a:rPr>
              <a:t>提供路由器用来决定路径的逻辑寻址</a:t>
            </a:r>
          </a:p>
          <a:p>
            <a:pPr eaLnBrk="0" fontAlgn="base" hangingPunct="0">
              <a:spcBef>
                <a:spcPct val="0"/>
              </a:spcBef>
              <a:spcAft>
                <a:spcPct val="0"/>
              </a:spcAft>
            </a:pPr>
            <a:r>
              <a:rPr lang="zh-CN" altLang="en-US" sz="1600" b="1" dirty="0">
                <a:solidFill>
                  <a:srgbClr val="000054"/>
                </a:solidFill>
                <a:latin typeface="Helvetica" panose="020B0604020202020204" pitchFamily="34" charset="0"/>
                <a:ea typeface="宋体" panose="02010600030101010101" pitchFamily="2" charset="-122"/>
              </a:rPr>
              <a:t>  异种网互连</a:t>
            </a:r>
          </a:p>
        </p:txBody>
      </p:sp>
      <p:sp>
        <p:nvSpPr>
          <p:cNvPr id="455709" name="Line 29"/>
          <p:cNvSpPr>
            <a:spLocks noChangeShapeType="1"/>
          </p:cNvSpPr>
          <p:nvPr/>
        </p:nvSpPr>
        <p:spPr bwMode="auto">
          <a:xfrm>
            <a:off x="1774825" y="5613400"/>
            <a:ext cx="8458200" cy="0"/>
          </a:xfrm>
          <a:prstGeom prst="line">
            <a:avLst/>
          </a:prstGeom>
          <a:noFill/>
          <a:ln w="381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anchor="ctr">
            <a:spAutoFit/>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455710" name="Line 30"/>
          <p:cNvSpPr>
            <a:spLocks noChangeShapeType="1"/>
          </p:cNvSpPr>
          <p:nvPr/>
        </p:nvSpPr>
        <p:spPr bwMode="auto">
          <a:xfrm>
            <a:off x="1774825" y="4457700"/>
            <a:ext cx="8458200" cy="0"/>
          </a:xfrm>
          <a:prstGeom prst="line">
            <a:avLst/>
          </a:prstGeom>
          <a:noFill/>
          <a:ln w="381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anchor="ctr">
            <a:spAutoFit/>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455711" name="Line 31"/>
          <p:cNvSpPr>
            <a:spLocks noChangeShapeType="1"/>
          </p:cNvSpPr>
          <p:nvPr/>
        </p:nvSpPr>
        <p:spPr bwMode="auto">
          <a:xfrm>
            <a:off x="1774825" y="3530600"/>
            <a:ext cx="8458200" cy="0"/>
          </a:xfrm>
          <a:prstGeom prst="line">
            <a:avLst/>
          </a:prstGeom>
          <a:noFill/>
          <a:ln w="381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anchor="ctr">
            <a:spAutoFit/>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455712" name="Line 32"/>
          <p:cNvSpPr>
            <a:spLocks noChangeShapeType="1"/>
          </p:cNvSpPr>
          <p:nvPr/>
        </p:nvSpPr>
        <p:spPr bwMode="auto">
          <a:xfrm>
            <a:off x="1774825" y="2574925"/>
            <a:ext cx="8458200" cy="0"/>
          </a:xfrm>
          <a:prstGeom prst="line">
            <a:avLst/>
          </a:prstGeom>
          <a:noFill/>
          <a:ln w="381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anchor="ctr">
            <a:spAutoFit/>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455713" name="Line 33"/>
          <p:cNvSpPr>
            <a:spLocks noChangeShapeType="1"/>
          </p:cNvSpPr>
          <p:nvPr/>
        </p:nvSpPr>
        <p:spPr bwMode="auto">
          <a:xfrm>
            <a:off x="1774825" y="6578600"/>
            <a:ext cx="8458200" cy="0"/>
          </a:xfrm>
          <a:prstGeom prst="line">
            <a:avLst/>
          </a:prstGeom>
          <a:noFill/>
          <a:ln w="38100">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anchor="ctr">
            <a:spAutoFit/>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455714" name="Rectangle 34"/>
          <p:cNvSpPr>
            <a:spLocks noGrp="1" noChangeArrowheads="1"/>
          </p:cNvSpPr>
          <p:nvPr>
            <p:ph type="title"/>
          </p:nvPr>
        </p:nvSpPr>
        <p:spPr>
          <a:xfrm>
            <a:off x="5843589" y="333376"/>
            <a:ext cx="4351337" cy="519113"/>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algn="ctr"/>
            <a:r>
              <a:rPr lang="en-US" altLang="zh-CN"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OSI </a:t>
            </a:r>
            <a:r>
              <a:rPr lang="zh-CN" altLang="en-US"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各层基本功能</a:t>
            </a:r>
          </a:p>
        </p:txBody>
      </p:sp>
      <p:sp>
        <p:nvSpPr>
          <p:cNvPr id="455697" name="Text Box 17"/>
          <p:cNvSpPr txBox="1">
            <a:spLocks noChangeArrowheads="1"/>
          </p:cNvSpPr>
          <p:nvPr/>
        </p:nvSpPr>
        <p:spPr bwMode="auto">
          <a:xfrm>
            <a:off x="3263861" y="2493963"/>
            <a:ext cx="3906839" cy="10772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lgn="ctr">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pPr eaLnBrk="0" fontAlgn="base" hangingPunct="0">
              <a:spcBef>
                <a:spcPct val="0"/>
              </a:spcBef>
              <a:spcAft>
                <a:spcPct val="0"/>
              </a:spcAft>
            </a:pPr>
            <a:r>
              <a:rPr lang="zh-CN" altLang="en-US" sz="1600" b="1" dirty="0">
                <a:solidFill>
                  <a:srgbClr val="000054"/>
                </a:solidFill>
                <a:latin typeface="Helvetica" panose="020B0604020202020204" pitchFamily="34" charset="0"/>
                <a:ea typeface="宋体" panose="02010600030101010101" pitchFamily="2" charset="-122"/>
              </a:rPr>
              <a:t>端到端的连接，可靠或不可靠的数据传输</a:t>
            </a:r>
          </a:p>
          <a:p>
            <a:pPr eaLnBrk="0" fontAlgn="base" hangingPunct="0">
              <a:spcBef>
                <a:spcPct val="0"/>
              </a:spcBef>
              <a:spcAft>
                <a:spcPct val="0"/>
              </a:spcAft>
            </a:pPr>
            <a:r>
              <a:rPr lang="zh-CN" altLang="en-US" sz="1600" b="1" dirty="0">
                <a:solidFill>
                  <a:srgbClr val="000054"/>
                </a:solidFill>
                <a:latin typeface="Helvetica" panose="020B0604020202020204" pitchFamily="34" charset="0"/>
                <a:ea typeface="宋体" panose="02010600030101010101" pitchFamily="2" charset="-122"/>
              </a:rPr>
              <a:t>数据重传前的错误纠正、流控</a:t>
            </a:r>
          </a:p>
          <a:p>
            <a:pPr eaLnBrk="0" fontAlgn="base" hangingPunct="0">
              <a:spcBef>
                <a:spcPct val="0"/>
              </a:spcBef>
              <a:spcAft>
                <a:spcPct val="0"/>
              </a:spcAft>
            </a:pPr>
            <a:r>
              <a:rPr lang="zh-CN" altLang="en-US" sz="1600" b="1" dirty="0">
                <a:solidFill>
                  <a:srgbClr val="000054"/>
                </a:solidFill>
                <a:latin typeface="Helvetica" panose="020B0604020202020204" pitchFamily="34" charset="0"/>
                <a:ea typeface="宋体" panose="02010600030101010101" pitchFamily="2" charset="-122"/>
              </a:rPr>
              <a:t>建立、维护、终止虚电路</a:t>
            </a:r>
          </a:p>
          <a:p>
            <a:pPr eaLnBrk="0" fontAlgn="base" hangingPunct="0">
              <a:spcBef>
                <a:spcPct val="0"/>
              </a:spcBef>
              <a:spcAft>
                <a:spcPct val="0"/>
              </a:spcAft>
            </a:pPr>
            <a:r>
              <a:rPr lang="zh-CN" altLang="en-US" sz="1600" b="1" dirty="0">
                <a:solidFill>
                  <a:srgbClr val="000054"/>
                </a:solidFill>
                <a:latin typeface="Helvetica" panose="020B0604020202020204" pitchFamily="34" charset="0"/>
                <a:ea typeface="宋体" panose="02010600030101010101" pitchFamily="2" charset="-122"/>
              </a:rPr>
              <a:t>对多个连接，区别的不同报文，</a:t>
            </a:r>
          </a:p>
        </p:txBody>
      </p:sp>
    </p:spTree>
    <p:extLst>
      <p:ext uri="{BB962C8B-B14F-4D97-AF65-F5344CB8AC3E}">
        <p14:creationId xmlns:p14="http://schemas.microsoft.com/office/powerpoint/2010/main" val="408238297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450" name="Rectangle 2"/>
          <p:cNvSpPr>
            <a:spLocks noGrp="1" noChangeArrowheads="1"/>
          </p:cNvSpPr>
          <p:nvPr>
            <p:ph type="title"/>
          </p:nvPr>
        </p:nvSpPr>
        <p:spPr>
          <a:xfrm>
            <a:off x="3889375" y="122239"/>
            <a:ext cx="6527800" cy="858837"/>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algn="ctr"/>
            <a:r>
              <a:rPr lang="en-US" altLang="zh-CN"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OSI</a:t>
            </a:r>
            <a:r>
              <a:rPr lang="zh-CN" altLang="en-US"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参考模型各层功能</a:t>
            </a:r>
          </a:p>
        </p:txBody>
      </p:sp>
      <p:sp>
        <p:nvSpPr>
          <p:cNvPr id="360451" name="Rectangle 3"/>
          <p:cNvSpPr>
            <a:spLocks noGrp="1" noChangeArrowheads="1"/>
          </p:cNvSpPr>
          <p:nvPr>
            <p:ph type="body" idx="1"/>
          </p:nvPr>
        </p:nvSpPr>
        <p:spPr>
          <a:xfrm>
            <a:off x="79129" y="1312012"/>
            <a:ext cx="7376679" cy="2296892"/>
          </a:xfrm>
        </p:spPr>
        <p:txBody>
          <a:bodyPr/>
          <a:lstStyle/>
          <a:p>
            <a:pPr>
              <a:buClr>
                <a:schemeClr val="bg1"/>
              </a:buClr>
            </a:pPr>
            <a:r>
              <a:rPr lang="zh-CN" altLang="en-US" sz="2400" dirty="0">
                <a:solidFill>
                  <a:schemeClr val="bg1"/>
                </a:solidFill>
                <a:effectLst/>
                <a:latin typeface="楷体" panose="02010609060101010101" pitchFamily="49" charset="-122"/>
                <a:ea typeface="楷体" panose="02010609060101010101" pitchFamily="49" charset="-122"/>
              </a:rPr>
              <a:t>以传输层为界</a:t>
            </a:r>
          </a:p>
          <a:p>
            <a:pPr lvl="1">
              <a:buClr>
                <a:schemeClr val="bg1"/>
              </a:buClr>
              <a:buFont typeface="Arial" panose="020B0604020202020204" pitchFamily="34" charset="0"/>
              <a:buChar char="•"/>
            </a:pPr>
            <a:r>
              <a:rPr lang="zh-CN" altLang="en-US" sz="2400" dirty="0">
                <a:solidFill>
                  <a:schemeClr val="bg1"/>
                </a:solidFill>
                <a:effectLst/>
                <a:latin typeface="楷体" panose="02010609060101010101" pitchFamily="49" charset="-122"/>
                <a:ea typeface="楷体" panose="02010609060101010101" pitchFamily="49" charset="-122"/>
              </a:rPr>
              <a:t>下四层与通信紧密相关</a:t>
            </a:r>
          </a:p>
          <a:p>
            <a:pPr lvl="2">
              <a:buClr>
                <a:schemeClr val="bg1"/>
              </a:buClr>
              <a:buFont typeface="Arial" panose="020B0604020202020204" pitchFamily="34" charset="0"/>
              <a:buChar char="•"/>
            </a:pPr>
            <a:r>
              <a:rPr lang="zh-CN" altLang="en-US" dirty="0">
                <a:solidFill>
                  <a:schemeClr val="bg1"/>
                </a:solidFill>
                <a:effectLst/>
                <a:latin typeface="楷体" panose="02010609060101010101" pitchFamily="49" charset="-122"/>
                <a:ea typeface="楷体" panose="02010609060101010101" pitchFamily="49" charset="-122"/>
              </a:rPr>
              <a:t>物理层、数据链路层、网络层、传输层</a:t>
            </a:r>
          </a:p>
          <a:p>
            <a:pPr lvl="1">
              <a:buClr>
                <a:schemeClr val="bg1"/>
              </a:buClr>
              <a:buFont typeface="Arial" panose="020B0604020202020204" pitchFamily="34" charset="0"/>
              <a:buChar char="•"/>
            </a:pPr>
            <a:r>
              <a:rPr lang="zh-CN" altLang="en-US" sz="2400" dirty="0">
                <a:solidFill>
                  <a:schemeClr val="bg1"/>
                </a:solidFill>
                <a:effectLst/>
                <a:latin typeface="楷体" panose="02010609060101010101" pitchFamily="49" charset="-122"/>
                <a:ea typeface="楷体" panose="02010609060101010101" pitchFamily="49" charset="-122"/>
              </a:rPr>
              <a:t>上三层与应用紧密相关</a:t>
            </a:r>
          </a:p>
          <a:p>
            <a:pPr lvl="2">
              <a:buClr>
                <a:schemeClr val="bg1"/>
              </a:buClr>
              <a:buFont typeface="Arial" panose="020B0604020202020204" pitchFamily="34" charset="0"/>
              <a:buChar char="•"/>
            </a:pPr>
            <a:r>
              <a:rPr lang="zh-CN" altLang="en-US" dirty="0">
                <a:solidFill>
                  <a:schemeClr val="bg1"/>
                </a:solidFill>
                <a:effectLst/>
                <a:latin typeface="楷体" panose="02010609060101010101" pitchFamily="49" charset="-122"/>
                <a:ea typeface="楷体" panose="02010609060101010101" pitchFamily="49" charset="-122"/>
              </a:rPr>
              <a:t>应用层、表示层、会话层</a:t>
            </a:r>
          </a:p>
        </p:txBody>
      </p:sp>
      <p:sp>
        <p:nvSpPr>
          <p:cNvPr id="360452" name="Line 4"/>
          <p:cNvSpPr>
            <a:spLocks noChangeShapeType="1"/>
          </p:cNvSpPr>
          <p:nvPr/>
        </p:nvSpPr>
        <p:spPr bwMode="auto">
          <a:xfrm>
            <a:off x="3183268" y="4625976"/>
            <a:ext cx="360362" cy="1008063"/>
          </a:xfrm>
          <a:prstGeom prst="line">
            <a:avLst/>
          </a:prstGeom>
          <a:noFill/>
          <a:ln w="5715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453" name="Line 5"/>
          <p:cNvSpPr>
            <a:spLocks noChangeShapeType="1"/>
          </p:cNvSpPr>
          <p:nvPr/>
        </p:nvSpPr>
        <p:spPr bwMode="auto">
          <a:xfrm>
            <a:off x="879806" y="4984751"/>
            <a:ext cx="576263" cy="358775"/>
          </a:xfrm>
          <a:prstGeom prst="line">
            <a:avLst/>
          </a:prstGeom>
          <a:noFill/>
          <a:ln w="3810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454" name="Line 6"/>
          <p:cNvSpPr>
            <a:spLocks noChangeShapeType="1"/>
          </p:cNvSpPr>
          <p:nvPr/>
        </p:nvSpPr>
        <p:spPr bwMode="auto">
          <a:xfrm flipH="1">
            <a:off x="3615069" y="5129213"/>
            <a:ext cx="1512887" cy="792162"/>
          </a:xfrm>
          <a:prstGeom prst="line">
            <a:avLst/>
          </a:prstGeom>
          <a:noFill/>
          <a:ln w="5715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455" name="Line 7"/>
          <p:cNvSpPr>
            <a:spLocks noChangeShapeType="1"/>
          </p:cNvSpPr>
          <p:nvPr/>
        </p:nvSpPr>
        <p:spPr bwMode="auto">
          <a:xfrm flipH="1">
            <a:off x="808368" y="5561013"/>
            <a:ext cx="647700" cy="215900"/>
          </a:xfrm>
          <a:prstGeom prst="line">
            <a:avLst/>
          </a:prstGeom>
          <a:noFill/>
          <a:ln w="3810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456" name="Line 8"/>
          <p:cNvSpPr>
            <a:spLocks noChangeShapeType="1"/>
          </p:cNvSpPr>
          <p:nvPr/>
        </p:nvSpPr>
        <p:spPr bwMode="auto">
          <a:xfrm>
            <a:off x="2030743" y="5489576"/>
            <a:ext cx="1225550" cy="360363"/>
          </a:xfrm>
          <a:prstGeom prst="line">
            <a:avLst/>
          </a:prstGeom>
          <a:noFill/>
          <a:ln w="5715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grpSp>
        <p:nvGrpSpPr>
          <p:cNvPr id="360457" name="Group 9"/>
          <p:cNvGrpSpPr>
            <a:grpSpLocks/>
          </p:cNvGrpSpPr>
          <p:nvPr/>
        </p:nvGrpSpPr>
        <p:grpSpPr bwMode="auto">
          <a:xfrm>
            <a:off x="448005" y="5561013"/>
            <a:ext cx="539750" cy="520700"/>
            <a:chOff x="3477" y="2698"/>
            <a:chExt cx="1445" cy="1307"/>
          </a:xfrm>
        </p:grpSpPr>
        <p:sp>
          <p:nvSpPr>
            <p:cNvPr id="360458" name="Rectangle 10"/>
            <p:cNvSpPr>
              <a:spLocks noChangeArrowheads="1"/>
            </p:cNvSpPr>
            <p:nvPr/>
          </p:nvSpPr>
          <p:spPr bwMode="auto">
            <a:xfrm>
              <a:off x="3477" y="3574"/>
              <a:ext cx="1307" cy="241"/>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459" name="Rectangle 11"/>
            <p:cNvSpPr>
              <a:spLocks noChangeArrowheads="1"/>
            </p:cNvSpPr>
            <p:nvPr/>
          </p:nvSpPr>
          <p:spPr bwMode="auto">
            <a:xfrm>
              <a:off x="3480" y="3577"/>
              <a:ext cx="1301" cy="235"/>
            </a:xfrm>
            <a:prstGeom prst="rect">
              <a:avLst/>
            </a:prstGeom>
            <a:solidFill>
              <a:srgbClr val="B7B79D"/>
            </a:solidFill>
            <a:ln w="11113">
              <a:solidFill>
                <a:srgbClr val="494936"/>
              </a:solidFill>
              <a:miter lim="800000"/>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460" name="Freeform 12"/>
            <p:cNvSpPr>
              <a:spLocks/>
            </p:cNvSpPr>
            <p:nvPr/>
          </p:nvSpPr>
          <p:spPr bwMode="auto">
            <a:xfrm>
              <a:off x="3477" y="3443"/>
              <a:ext cx="1445" cy="131"/>
            </a:xfrm>
            <a:custGeom>
              <a:avLst/>
              <a:gdLst>
                <a:gd name="T0" fmla="*/ 0 w 1445"/>
                <a:gd name="T1" fmla="*/ 131 h 131"/>
                <a:gd name="T2" fmla="*/ 138 w 1445"/>
                <a:gd name="T3" fmla="*/ 0 h 131"/>
                <a:gd name="T4" fmla="*/ 1445 w 1445"/>
                <a:gd name="T5" fmla="*/ 0 h 131"/>
                <a:gd name="T6" fmla="*/ 1307 w 1445"/>
                <a:gd name="T7" fmla="*/ 131 h 131"/>
                <a:gd name="T8" fmla="*/ 0 w 1445"/>
                <a:gd name="T9" fmla="*/ 131 h 131"/>
              </a:gdLst>
              <a:ahLst/>
              <a:cxnLst>
                <a:cxn ang="0">
                  <a:pos x="T0" y="T1"/>
                </a:cxn>
                <a:cxn ang="0">
                  <a:pos x="T2" y="T3"/>
                </a:cxn>
                <a:cxn ang="0">
                  <a:pos x="T4" y="T5"/>
                </a:cxn>
                <a:cxn ang="0">
                  <a:pos x="T6" y="T7"/>
                </a:cxn>
                <a:cxn ang="0">
                  <a:pos x="T8" y="T9"/>
                </a:cxn>
              </a:cxnLst>
              <a:rect l="0" t="0" r="r" b="b"/>
              <a:pathLst>
                <a:path w="1445" h="131">
                  <a:moveTo>
                    <a:pt x="0" y="131"/>
                  </a:moveTo>
                  <a:lnTo>
                    <a:pt x="138" y="0"/>
                  </a:lnTo>
                  <a:lnTo>
                    <a:pt x="1445" y="0"/>
                  </a:lnTo>
                  <a:lnTo>
                    <a:pt x="1307" y="131"/>
                  </a:lnTo>
                  <a:lnTo>
                    <a:pt x="0" y="13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461" name="Freeform 13"/>
            <p:cNvSpPr>
              <a:spLocks/>
            </p:cNvSpPr>
            <p:nvPr/>
          </p:nvSpPr>
          <p:spPr bwMode="auto">
            <a:xfrm>
              <a:off x="3477" y="3443"/>
              <a:ext cx="1445" cy="131"/>
            </a:xfrm>
            <a:custGeom>
              <a:avLst/>
              <a:gdLst>
                <a:gd name="T0" fmla="*/ 0 w 1445"/>
                <a:gd name="T1" fmla="*/ 131 h 131"/>
                <a:gd name="T2" fmla="*/ 138 w 1445"/>
                <a:gd name="T3" fmla="*/ 0 h 131"/>
                <a:gd name="T4" fmla="*/ 1445 w 1445"/>
                <a:gd name="T5" fmla="*/ 0 h 131"/>
                <a:gd name="T6" fmla="*/ 1307 w 1445"/>
                <a:gd name="T7" fmla="*/ 131 h 131"/>
                <a:gd name="T8" fmla="*/ 0 w 1445"/>
                <a:gd name="T9" fmla="*/ 131 h 131"/>
              </a:gdLst>
              <a:ahLst/>
              <a:cxnLst>
                <a:cxn ang="0">
                  <a:pos x="T0" y="T1"/>
                </a:cxn>
                <a:cxn ang="0">
                  <a:pos x="T2" y="T3"/>
                </a:cxn>
                <a:cxn ang="0">
                  <a:pos x="T4" y="T5"/>
                </a:cxn>
                <a:cxn ang="0">
                  <a:pos x="T6" y="T7"/>
                </a:cxn>
                <a:cxn ang="0">
                  <a:pos x="T8" y="T9"/>
                </a:cxn>
              </a:cxnLst>
              <a:rect l="0" t="0" r="r" b="b"/>
              <a:pathLst>
                <a:path w="1445" h="131">
                  <a:moveTo>
                    <a:pt x="0" y="131"/>
                  </a:moveTo>
                  <a:lnTo>
                    <a:pt x="138" y="0"/>
                  </a:lnTo>
                  <a:lnTo>
                    <a:pt x="1445" y="0"/>
                  </a:lnTo>
                  <a:lnTo>
                    <a:pt x="1307" y="131"/>
                  </a:lnTo>
                  <a:lnTo>
                    <a:pt x="0" y="131"/>
                  </a:lnTo>
                  <a:close/>
                </a:path>
              </a:pathLst>
            </a:custGeom>
            <a:solidFill>
              <a:srgbClr val="C9C9B6"/>
            </a:solidFill>
            <a:ln w="11113">
              <a:solidFill>
                <a:srgbClr val="494936"/>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462" name="Line 14"/>
            <p:cNvSpPr>
              <a:spLocks noChangeShapeType="1"/>
            </p:cNvSpPr>
            <p:nvPr/>
          </p:nvSpPr>
          <p:spPr bwMode="auto">
            <a:xfrm flipH="1">
              <a:off x="4397" y="3684"/>
              <a:ext cx="314" cy="1"/>
            </a:xfrm>
            <a:prstGeom prst="line">
              <a:avLst/>
            </a:prstGeom>
            <a:noFill/>
            <a:ln w="349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463" name="Freeform 15"/>
            <p:cNvSpPr>
              <a:spLocks/>
            </p:cNvSpPr>
            <p:nvPr/>
          </p:nvSpPr>
          <p:spPr bwMode="auto">
            <a:xfrm>
              <a:off x="4784" y="3443"/>
              <a:ext cx="138" cy="372"/>
            </a:xfrm>
            <a:custGeom>
              <a:avLst/>
              <a:gdLst>
                <a:gd name="T0" fmla="*/ 0 w 138"/>
                <a:gd name="T1" fmla="*/ 372 h 372"/>
                <a:gd name="T2" fmla="*/ 138 w 138"/>
                <a:gd name="T3" fmla="*/ 234 h 372"/>
                <a:gd name="T4" fmla="*/ 138 w 138"/>
                <a:gd name="T5" fmla="*/ 0 h 372"/>
                <a:gd name="T6" fmla="*/ 0 w 138"/>
                <a:gd name="T7" fmla="*/ 131 h 372"/>
                <a:gd name="T8" fmla="*/ 0 w 138"/>
                <a:gd name="T9" fmla="*/ 372 h 372"/>
              </a:gdLst>
              <a:ahLst/>
              <a:cxnLst>
                <a:cxn ang="0">
                  <a:pos x="T0" y="T1"/>
                </a:cxn>
                <a:cxn ang="0">
                  <a:pos x="T2" y="T3"/>
                </a:cxn>
                <a:cxn ang="0">
                  <a:pos x="T4" y="T5"/>
                </a:cxn>
                <a:cxn ang="0">
                  <a:pos x="T6" y="T7"/>
                </a:cxn>
                <a:cxn ang="0">
                  <a:pos x="T8" y="T9"/>
                </a:cxn>
              </a:cxnLst>
              <a:rect l="0" t="0" r="r" b="b"/>
              <a:pathLst>
                <a:path w="138" h="372">
                  <a:moveTo>
                    <a:pt x="0" y="372"/>
                  </a:moveTo>
                  <a:lnTo>
                    <a:pt x="138" y="234"/>
                  </a:lnTo>
                  <a:lnTo>
                    <a:pt x="138" y="0"/>
                  </a:lnTo>
                  <a:lnTo>
                    <a:pt x="0" y="131"/>
                  </a:lnTo>
                  <a:lnTo>
                    <a:pt x="0" y="372"/>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464" name="Freeform 16"/>
            <p:cNvSpPr>
              <a:spLocks/>
            </p:cNvSpPr>
            <p:nvPr/>
          </p:nvSpPr>
          <p:spPr bwMode="auto">
            <a:xfrm>
              <a:off x="4784" y="3443"/>
              <a:ext cx="138" cy="372"/>
            </a:xfrm>
            <a:custGeom>
              <a:avLst/>
              <a:gdLst>
                <a:gd name="T0" fmla="*/ 0 w 138"/>
                <a:gd name="T1" fmla="*/ 372 h 372"/>
                <a:gd name="T2" fmla="*/ 138 w 138"/>
                <a:gd name="T3" fmla="*/ 234 h 372"/>
                <a:gd name="T4" fmla="*/ 138 w 138"/>
                <a:gd name="T5" fmla="*/ 0 h 372"/>
                <a:gd name="T6" fmla="*/ 0 w 138"/>
                <a:gd name="T7" fmla="*/ 131 h 372"/>
                <a:gd name="T8" fmla="*/ 0 w 138"/>
                <a:gd name="T9" fmla="*/ 372 h 372"/>
              </a:gdLst>
              <a:ahLst/>
              <a:cxnLst>
                <a:cxn ang="0">
                  <a:pos x="T0" y="T1"/>
                </a:cxn>
                <a:cxn ang="0">
                  <a:pos x="T2" y="T3"/>
                </a:cxn>
                <a:cxn ang="0">
                  <a:pos x="T4" y="T5"/>
                </a:cxn>
                <a:cxn ang="0">
                  <a:pos x="T6" y="T7"/>
                </a:cxn>
                <a:cxn ang="0">
                  <a:pos x="T8" y="T9"/>
                </a:cxn>
              </a:cxnLst>
              <a:rect l="0" t="0" r="r" b="b"/>
              <a:pathLst>
                <a:path w="138" h="372">
                  <a:moveTo>
                    <a:pt x="0" y="372"/>
                  </a:moveTo>
                  <a:lnTo>
                    <a:pt x="138" y="234"/>
                  </a:lnTo>
                  <a:lnTo>
                    <a:pt x="138" y="0"/>
                  </a:lnTo>
                  <a:lnTo>
                    <a:pt x="0" y="131"/>
                  </a:lnTo>
                  <a:lnTo>
                    <a:pt x="0" y="372"/>
                  </a:lnTo>
                  <a:close/>
                </a:path>
              </a:pathLst>
            </a:custGeom>
            <a:solidFill>
              <a:srgbClr val="7A7A5A"/>
            </a:solidFill>
            <a:ln w="11113">
              <a:solidFill>
                <a:srgbClr val="494936"/>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465" name="Freeform 17"/>
            <p:cNvSpPr>
              <a:spLocks/>
            </p:cNvSpPr>
            <p:nvPr/>
          </p:nvSpPr>
          <p:spPr bwMode="auto">
            <a:xfrm>
              <a:off x="3484" y="3786"/>
              <a:ext cx="1154" cy="183"/>
            </a:xfrm>
            <a:custGeom>
              <a:avLst/>
              <a:gdLst>
                <a:gd name="T0" fmla="*/ 0 w 1154"/>
                <a:gd name="T1" fmla="*/ 183 h 183"/>
                <a:gd name="T2" fmla="*/ 146 w 1154"/>
                <a:gd name="T3" fmla="*/ 0 h 183"/>
                <a:gd name="T4" fmla="*/ 1154 w 1154"/>
                <a:gd name="T5" fmla="*/ 0 h 183"/>
                <a:gd name="T6" fmla="*/ 1008 w 1154"/>
                <a:gd name="T7" fmla="*/ 183 h 183"/>
                <a:gd name="T8" fmla="*/ 0 w 1154"/>
                <a:gd name="T9" fmla="*/ 183 h 183"/>
              </a:gdLst>
              <a:ahLst/>
              <a:cxnLst>
                <a:cxn ang="0">
                  <a:pos x="T0" y="T1"/>
                </a:cxn>
                <a:cxn ang="0">
                  <a:pos x="T2" y="T3"/>
                </a:cxn>
                <a:cxn ang="0">
                  <a:pos x="T4" y="T5"/>
                </a:cxn>
                <a:cxn ang="0">
                  <a:pos x="T6" y="T7"/>
                </a:cxn>
                <a:cxn ang="0">
                  <a:pos x="T8" y="T9"/>
                </a:cxn>
              </a:cxnLst>
              <a:rect l="0" t="0" r="r" b="b"/>
              <a:pathLst>
                <a:path w="1154" h="183">
                  <a:moveTo>
                    <a:pt x="0" y="183"/>
                  </a:moveTo>
                  <a:lnTo>
                    <a:pt x="146" y="0"/>
                  </a:lnTo>
                  <a:lnTo>
                    <a:pt x="1154" y="0"/>
                  </a:lnTo>
                  <a:lnTo>
                    <a:pt x="1008" y="183"/>
                  </a:lnTo>
                  <a:lnTo>
                    <a:pt x="0" y="18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466" name="Freeform 18"/>
            <p:cNvSpPr>
              <a:spLocks/>
            </p:cNvSpPr>
            <p:nvPr/>
          </p:nvSpPr>
          <p:spPr bwMode="auto">
            <a:xfrm>
              <a:off x="3484" y="3786"/>
              <a:ext cx="1154" cy="183"/>
            </a:xfrm>
            <a:custGeom>
              <a:avLst/>
              <a:gdLst>
                <a:gd name="T0" fmla="*/ 0 w 1154"/>
                <a:gd name="T1" fmla="*/ 183 h 183"/>
                <a:gd name="T2" fmla="*/ 146 w 1154"/>
                <a:gd name="T3" fmla="*/ 0 h 183"/>
                <a:gd name="T4" fmla="*/ 1154 w 1154"/>
                <a:gd name="T5" fmla="*/ 0 h 183"/>
                <a:gd name="T6" fmla="*/ 1008 w 1154"/>
                <a:gd name="T7" fmla="*/ 183 h 183"/>
                <a:gd name="T8" fmla="*/ 0 w 1154"/>
                <a:gd name="T9" fmla="*/ 183 h 183"/>
              </a:gdLst>
              <a:ahLst/>
              <a:cxnLst>
                <a:cxn ang="0">
                  <a:pos x="T0" y="T1"/>
                </a:cxn>
                <a:cxn ang="0">
                  <a:pos x="T2" y="T3"/>
                </a:cxn>
                <a:cxn ang="0">
                  <a:pos x="T4" y="T5"/>
                </a:cxn>
                <a:cxn ang="0">
                  <a:pos x="T6" y="T7"/>
                </a:cxn>
                <a:cxn ang="0">
                  <a:pos x="T8" y="T9"/>
                </a:cxn>
              </a:cxnLst>
              <a:rect l="0" t="0" r="r" b="b"/>
              <a:pathLst>
                <a:path w="1154" h="183">
                  <a:moveTo>
                    <a:pt x="0" y="183"/>
                  </a:moveTo>
                  <a:lnTo>
                    <a:pt x="146" y="0"/>
                  </a:lnTo>
                  <a:lnTo>
                    <a:pt x="1154" y="0"/>
                  </a:lnTo>
                  <a:lnTo>
                    <a:pt x="1008" y="183"/>
                  </a:lnTo>
                  <a:lnTo>
                    <a:pt x="0" y="183"/>
                  </a:lnTo>
                  <a:close/>
                </a:path>
              </a:pathLst>
            </a:custGeom>
            <a:solidFill>
              <a:srgbClr val="C9C9B6"/>
            </a:solidFill>
            <a:ln w="11113">
              <a:solidFill>
                <a:srgbClr val="494936"/>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467" name="Freeform 19"/>
            <p:cNvSpPr>
              <a:spLocks/>
            </p:cNvSpPr>
            <p:nvPr/>
          </p:nvSpPr>
          <p:spPr bwMode="auto">
            <a:xfrm>
              <a:off x="4492" y="3786"/>
              <a:ext cx="146" cy="219"/>
            </a:xfrm>
            <a:custGeom>
              <a:avLst/>
              <a:gdLst>
                <a:gd name="T0" fmla="*/ 0 w 146"/>
                <a:gd name="T1" fmla="*/ 219 h 219"/>
                <a:gd name="T2" fmla="*/ 146 w 146"/>
                <a:gd name="T3" fmla="*/ 66 h 219"/>
                <a:gd name="T4" fmla="*/ 146 w 146"/>
                <a:gd name="T5" fmla="*/ 0 h 219"/>
                <a:gd name="T6" fmla="*/ 0 w 146"/>
                <a:gd name="T7" fmla="*/ 183 h 219"/>
                <a:gd name="T8" fmla="*/ 0 w 146"/>
                <a:gd name="T9" fmla="*/ 219 h 219"/>
              </a:gdLst>
              <a:ahLst/>
              <a:cxnLst>
                <a:cxn ang="0">
                  <a:pos x="T0" y="T1"/>
                </a:cxn>
                <a:cxn ang="0">
                  <a:pos x="T2" y="T3"/>
                </a:cxn>
                <a:cxn ang="0">
                  <a:pos x="T4" y="T5"/>
                </a:cxn>
                <a:cxn ang="0">
                  <a:pos x="T6" y="T7"/>
                </a:cxn>
                <a:cxn ang="0">
                  <a:pos x="T8" y="T9"/>
                </a:cxn>
              </a:cxnLst>
              <a:rect l="0" t="0" r="r" b="b"/>
              <a:pathLst>
                <a:path w="146" h="219">
                  <a:moveTo>
                    <a:pt x="0" y="219"/>
                  </a:moveTo>
                  <a:lnTo>
                    <a:pt x="146" y="66"/>
                  </a:lnTo>
                  <a:lnTo>
                    <a:pt x="146" y="0"/>
                  </a:lnTo>
                  <a:lnTo>
                    <a:pt x="0" y="183"/>
                  </a:lnTo>
                  <a:lnTo>
                    <a:pt x="0" y="219"/>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468" name="Freeform 20"/>
            <p:cNvSpPr>
              <a:spLocks/>
            </p:cNvSpPr>
            <p:nvPr/>
          </p:nvSpPr>
          <p:spPr bwMode="auto">
            <a:xfrm>
              <a:off x="4492" y="3786"/>
              <a:ext cx="146" cy="219"/>
            </a:xfrm>
            <a:custGeom>
              <a:avLst/>
              <a:gdLst>
                <a:gd name="T0" fmla="*/ 0 w 146"/>
                <a:gd name="T1" fmla="*/ 219 h 219"/>
                <a:gd name="T2" fmla="*/ 146 w 146"/>
                <a:gd name="T3" fmla="*/ 66 h 219"/>
                <a:gd name="T4" fmla="*/ 146 w 146"/>
                <a:gd name="T5" fmla="*/ 0 h 219"/>
                <a:gd name="T6" fmla="*/ 0 w 146"/>
                <a:gd name="T7" fmla="*/ 183 h 219"/>
                <a:gd name="T8" fmla="*/ 0 w 146"/>
                <a:gd name="T9" fmla="*/ 219 h 219"/>
              </a:gdLst>
              <a:ahLst/>
              <a:cxnLst>
                <a:cxn ang="0">
                  <a:pos x="T0" y="T1"/>
                </a:cxn>
                <a:cxn ang="0">
                  <a:pos x="T2" y="T3"/>
                </a:cxn>
                <a:cxn ang="0">
                  <a:pos x="T4" y="T5"/>
                </a:cxn>
                <a:cxn ang="0">
                  <a:pos x="T6" y="T7"/>
                </a:cxn>
                <a:cxn ang="0">
                  <a:pos x="T8" y="T9"/>
                </a:cxn>
              </a:cxnLst>
              <a:rect l="0" t="0" r="r" b="b"/>
              <a:pathLst>
                <a:path w="146" h="219">
                  <a:moveTo>
                    <a:pt x="0" y="219"/>
                  </a:moveTo>
                  <a:lnTo>
                    <a:pt x="146" y="66"/>
                  </a:lnTo>
                  <a:lnTo>
                    <a:pt x="146" y="0"/>
                  </a:lnTo>
                  <a:lnTo>
                    <a:pt x="0" y="183"/>
                  </a:lnTo>
                  <a:lnTo>
                    <a:pt x="0" y="219"/>
                  </a:lnTo>
                  <a:close/>
                </a:path>
              </a:pathLst>
            </a:custGeom>
            <a:solidFill>
              <a:srgbClr val="7A7A5A"/>
            </a:solidFill>
            <a:ln w="11113">
              <a:solidFill>
                <a:srgbClr val="494936"/>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469" name="Rectangle 21"/>
            <p:cNvSpPr>
              <a:spLocks noChangeArrowheads="1"/>
            </p:cNvSpPr>
            <p:nvPr/>
          </p:nvSpPr>
          <p:spPr bwMode="auto">
            <a:xfrm>
              <a:off x="3484" y="3969"/>
              <a:ext cx="1008" cy="36"/>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470" name="Rectangle 22"/>
            <p:cNvSpPr>
              <a:spLocks noChangeArrowheads="1"/>
            </p:cNvSpPr>
            <p:nvPr/>
          </p:nvSpPr>
          <p:spPr bwMode="auto">
            <a:xfrm>
              <a:off x="3487" y="3972"/>
              <a:ext cx="1002" cy="30"/>
            </a:xfrm>
            <a:prstGeom prst="rect">
              <a:avLst/>
            </a:prstGeom>
            <a:solidFill>
              <a:srgbClr val="B7B79D"/>
            </a:solidFill>
            <a:ln w="11113">
              <a:solidFill>
                <a:srgbClr val="494936"/>
              </a:solidFill>
              <a:miter lim="800000"/>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471" name="Freeform 23"/>
            <p:cNvSpPr>
              <a:spLocks/>
            </p:cNvSpPr>
            <p:nvPr/>
          </p:nvSpPr>
          <p:spPr bwMode="auto">
            <a:xfrm>
              <a:off x="3674" y="3443"/>
              <a:ext cx="1037" cy="102"/>
            </a:xfrm>
            <a:custGeom>
              <a:avLst/>
              <a:gdLst>
                <a:gd name="T0" fmla="*/ 0 w 1037"/>
                <a:gd name="T1" fmla="*/ 102 h 102"/>
                <a:gd name="T2" fmla="*/ 109 w 1037"/>
                <a:gd name="T3" fmla="*/ 0 h 102"/>
                <a:gd name="T4" fmla="*/ 1037 w 1037"/>
                <a:gd name="T5" fmla="*/ 0 h 102"/>
                <a:gd name="T6" fmla="*/ 934 w 1037"/>
                <a:gd name="T7" fmla="*/ 102 h 102"/>
                <a:gd name="T8" fmla="*/ 0 w 1037"/>
                <a:gd name="T9" fmla="*/ 102 h 102"/>
              </a:gdLst>
              <a:ahLst/>
              <a:cxnLst>
                <a:cxn ang="0">
                  <a:pos x="T0" y="T1"/>
                </a:cxn>
                <a:cxn ang="0">
                  <a:pos x="T2" y="T3"/>
                </a:cxn>
                <a:cxn ang="0">
                  <a:pos x="T4" y="T5"/>
                </a:cxn>
                <a:cxn ang="0">
                  <a:pos x="T6" y="T7"/>
                </a:cxn>
                <a:cxn ang="0">
                  <a:pos x="T8" y="T9"/>
                </a:cxn>
              </a:cxnLst>
              <a:rect l="0" t="0" r="r" b="b"/>
              <a:pathLst>
                <a:path w="1037" h="102">
                  <a:moveTo>
                    <a:pt x="0" y="102"/>
                  </a:moveTo>
                  <a:lnTo>
                    <a:pt x="109" y="0"/>
                  </a:lnTo>
                  <a:lnTo>
                    <a:pt x="1037" y="0"/>
                  </a:lnTo>
                  <a:lnTo>
                    <a:pt x="934" y="102"/>
                  </a:lnTo>
                  <a:lnTo>
                    <a:pt x="0" y="10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472" name="Freeform 24"/>
            <p:cNvSpPr>
              <a:spLocks/>
            </p:cNvSpPr>
            <p:nvPr/>
          </p:nvSpPr>
          <p:spPr bwMode="auto">
            <a:xfrm>
              <a:off x="3674" y="3443"/>
              <a:ext cx="1037" cy="102"/>
            </a:xfrm>
            <a:custGeom>
              <a:avLst/>
              <a:gdLst>
                <a:gd name="T0" fmla="*/ 0 w 1037"/>
                <a:gd name="T1" fmla="*/ 102 h 102"/>
                <a:gd name="T2" fmla="*/ 109 w 1037"/>
                <a:gd name="T3" fmla="*/ 0 h 102"/>
                <a:gd name="T4" fmla="*/ 1037 w 1037"/>
                <a:gd name="T5" fmla="*/ 0 h 102"/>
                <a:gd name="T6" fmla="*/ 934 w 1037"/>
                <a:gd name="T7" fmla="*/ 102 h 102"/>
                <a:gd name="T8" fmla="*/ 0 w 1037"/>
                <a:gd name="T9" fmla="*/ 102 h 102"/>
              </a:gdLst>
              <a:ahLst/>
              <a:cxnLst>
                <a:cxn ang="0">
                  <a:pos x="T0" y="T1"/>
                </a:cxn>
                <a:cxn ang="0">
                  <a:pos x="T2" y="T3"/>
                </a:cxn>
                <a:cxn ang="0">
                  <a:pos x="T4" y="T5"/>
                </a:cxn>
                <a:cxn ang="0">
                  <a:pos x="T6" y="T7"/>
                </a:cxn>
                <a:cxn ang="0">
                  <a:pos x="T8" y="T9"/>
                </a:cxn>
              </a:cxnLst>
              <a:rect l="0" t="0" r="r" b="b"/>
              <a:pathLst>
                <a:path w="1037" h="102">
                  <a:moveTo>
                    <a:pt x="0" y="102"/>
                  </a:moveTo>
                  <a:lnTo>
                    <a:pt x="109" y="0"/>
                  </a:lnTo>
                  <a:lnTo>
                    <a:pt x="1037" y="0"/>
                  </a:lnTo>
                  <a:lnTo>
                    <a:pt x="934" y="102"/>
                  </a:lnTo>
                  <a:lnTo>
                    <a:pt x="0" y="102"/>
                  </a:lnTo>
                  <a:close/>
                </a:path>
              </a:pathLst>
            </a:custGeom>
            <a:solidFill>
              <a:srgbClr val="000000"/>
            </a:solidFill>
            <a:ln w="11113">
              <a:solidFill>
                <a:srgbClr val="000000"/>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473" name="Freeform 25"/>
            <p:cNvSpPr>
              <a:spLocks/>
            </p:cNvSpPr>
            <p:nvPr/>
          </p:nvSpPr>
          <p:spPr bwMode="auto">
            <a:xfrm>
              <a:off x="3666" y="2698"/>
              <a:ext cx="1030" cy="95"/>
            </a:xfrm>
            <a:custGeom>
              <a:avLst/>
              <a:gdLst>
                <a:gd name="T0" fmla="*/ 0 w 1030"/>
                <a:gd name="T1" fmla="*/ 95 h 95"/>
                <a:gd name="T2" fmla="*/ 103 w 1030"/>
                <a:gd name="T3" fmla="*/ 0 h 95"/>
                <a:gd name="T4" fmla="*/ 1030 w 1030"/>
                <a:gd name="T5" fmla="*/ 0 h 95"/>
                <a:gd name="T6" fmla="*/ 928 w 1030"/>
                <a:gd name="T7" fmla="*/ 95 h 95"/>
                <a:gd name="T8" fmla="*/ 0 w 1030"/>
                <a:gd name="T9" fmla="*/ 95 h 95"/>
              </a:gdLst>
              <a:ahLst/>
              <a:cxnLst>
                <a:cxn ang="0">
                  <a:pos x="T0" y="T1"/>
                </a:cxn>
                <a:cxn ang="0">
                  <a:pos x="T2" y="T3"/>
                </a:cxn>
                <a:cxn ang="0">
                  <a:pos x="T4" y="T5"/>
                </a:cxn>
                <a:cxn ang="0">
                  <a:pos x="T6" y="T7"/>
                </a:cxn>
                <a:cxn ang="0">
                  <a:pos x="T8" y="T9"/>
                </a:cxn>
              </a:cxnLst>
              <a:rect l="0" t="0" r="r" b="b"/>
              <a:pathLst>
                <a:path w="1030" h="95">
                  <a:moveTo>
                    <a:pt x="0" y="95"/>
                  </a:moveTo>
                  <a:lnTo>
                    <a:pt x="103" y="0"/>
                  </a:lnTo>
                  <a:lnTo>
                    <a:pt x="1030" y="0"/>
                  </a:lnTo>
                  <a:lnTo>
                    <a:pt x="928" y="95"/>
                  </a:lnTo>
                  <a:lnTo>
                    <a:pt x="0" y="9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474" name="Freeform 26"/>
            <p:cNvSpPr>
              <a:spLocks/>
            </p:cNvSpPr>
            <p:nvPr/>
          </p:nvSpPr>
          <p:spPr bwMode="auto">
            <a:xfrm>
              <a:off x="3666" y="2698"/>
              <a:ext cx="1030" cy="95"/>
            </a:xfrm>
            <a:custGeom>
              <a:avLst/>
              <a:gdLst>
                <a:gd name="T0" fmla="*/ 0 w 1030"/>
                <a:gd name="T1" fmla="*/ 95 h 95"/>
                <a:gd name="T2" fmla="*/ 103 w 1030"/>
                <a:gd name="T3" fmla="*/ 0 h 95"/>
                <a:gd name="T4" fmla="*/ 1030 w 1030"/>
                <a:gd name="T5" fmla="*/ 0 h 95"/>
                <a:gd name="T6" fmla="*/ 928 w 1030"/>
                <a:gd name="T7" fmla="*/ 95 h 95"/>
                <a:gd name="T8" fmla="*/ 0 w 1030"/>
                <a:gd name="T9" fmla="*/ 95 h 95"/>
              </a:gdLst>
              <a:ahLst/>
              <a:cxnLst>
                <a:cxn ang="0">
                  <a:pos x="T0" y="T1"/>
                </a:cxn>
                <a:cxn ang="0">
                  <a:pos x="T2" y="T3"/>
                </a:cxn>
                <a:cxn ang="0">
                  <a:pos x="T4" y="T5"/>
                </a:cxn>
                <a:cxn ang="0">
                  <a:pos x="T6" y="T7"/>
                </a:cxn>
                <a:cxn ang="0">
                  <a:pos x="T8" y="T9"/>
                </a:cxn>
              </a:cxnLst>
              <a:rect l="0" t="0" r="r" b="b"/>
              <a:pathLst>
                <a:path w="1030" h="95">
                  <a:moveTo>
                    <a:pt x="0" y="95"/>
                  </a:moveTo>
                  <a:lnTo>
                    <a:pt x="103" y="0"/>
                  </a:lnTo>
                  <a:lnTo>
                    <a:pt x="1030" y="0"/>
                  </a:lnTo>
                  <a:lnTo>
                    <a:pt x="928" y="95"/>
                  </a:lnTo>
                  <a:lnTo>
                    <a:pt x="0" y="95"/>
                  </a:lnTo>
                  <a:close/>
                </a:path>
              </a:pathLst>
            </a:custGeom>
            <a:solidFill>
              <a:srgbClr val="C9C9B6"/>
            </a:solidFill>
            <a:ln w="11113">
              <a:solidFill>
                <a:srgbClr val="494936"/>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475" name="Rectangle 27"/>
            <p:cNvSpPr>
              <a:spLocks noChangeArrowheads="1"/>
            </p:cNvSpPr>
            <p:nvPr/>
          </p:nvSpPr>
          <p:spPr bwMode="auto">
            <a:xfrm>
              <a:off x="3669" y="2796"/>
              <a:ext cx="929" cy="732"/>
            </a:xfrm>
            <a:prstGeom prst="rect">
              <a:avLst/>
            </a:prstGeom>
            <a:solidFill>
              <a:srgbClr val="B7B79D"/>
            </a:solidFill>
            <a:ln w="11113">
              <a:solidFill>
                <a:srgbClr val="494936"/>
              </a:solidFill>
              <a:miter lim="800000"/>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476" name="Rectangle 28"/>
            <p:cNvSpPr>
              <a:spLocks noChangeArrowheads="1"/>
            </p:cNvSpPr>
            <p:nvPr/>
          </p:nvSpPr>
          <p:spPr bwMode="auto">
            <a:xfrm>
              <a:off x="3750" y="2891"/>
              <a:ext cx="768" cy="564"/>
            </a:xfrm>
            <a:prstGeom prst="rect">
              <a:avLst/>
            </a:prstGeom>
            <a:solidFill>
              <a:srgbClr val="FFFFFF"/>
            </a:solidFill>
            <a:ln w="11113">
              <a:solidFill>
                <a:srgbClr val="494936"/>
              </a:solidFill>
              <a:miter lim="800000"/>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477" name="Freeform 29"/>
            <p:cNvSpPr>
              <a:spLocks/>
            </p:cNvSpPr>
            <p:nvPr/>
          </p:nvSpPr>
          <p:spPr bwMode="auto">
            <a:xfrm>
              <a:off x="4594" y="2698"/>
              <a:ext cx="102" cy="825"/>
            </a:xfrm>
            <a:custGeom>
              <a:avLst/>
              <a:gdLst>
                <a:gd name="T0" fmla="*/ 0 w 102"/>
                <a:gd name="T1" fmla="*/ 825 h 825"/>
                <a:gd name="T2" fmla="*/ 102 w 102"/>
                <a:gd name="T3" fmla="*/ 723 h 825"/>
                <a:gd name="T4" fmla="*/ 102 w 102"/>
                <a:gd name="T5" fmla="*/ 0 h 825"/>
                <a:gd name="T6" fmla="*/ 0 w 102"/>
                <a:gd name="T7" fmla="*/ 95 h 825"/>
                <a:gd name="T8" fmla="*/ 0 w 102"/>
                <a:gd name="T9" fmla="*/ 825 h 825"/>
              </a:gdLst>
              <a:ahLst/>
              <a:cxnLst>
                <a:cxn ang="0">
                  <a:pos x="T0" y="T1"/>
                </a:cxn>
                <a:cxn ang="0">
                  <a:pos x="T2" y="T3"/>
                </a:cxn>
                <a:cxn ang="0">
                  <a:pos x="T4" y="T5"/>
                </a:cxn>
                <a:cxn ang="0">
                  <a:pos x="T6" y="T7"/>
                </a:cxn>
                <a:cxn ang="0">
                  <a:pos x="T8" y="T9"/>
                </a:cxn>
              </a:cxnLst>
              <a:rect l="0" t="0" r="r" b="b"/>
              <a:pathLst>
                <a:path w="102" h="825">
                  <a:moveTo>
                    <a:pt x="0" y="825"/>
                  </a:moveTo>
                  <a:lnTo>
                    <a:pt x="102" y="723"/>
                  </a:lnTo>
                  <a:lnTo>
                    <a:pt x="102" y="0"/>
                  </a:lnTo>
                  <a:lnTo>
                    <a:pt x="0" y="95"/>
                  </a:lnTo>
                  <a:lnTo>
                    <a:pt x="0" y="82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478" name="Freeform 30"/>
            <p:cNvSpPr>
              <a:spLocks/>
            </p:cNvSpPr>
            <p:nvPr/>
          </p:nvSpPr>
          <p:spPr bwMode="auto">
            <a:xfrm>
              <a:off x="4594" y="2698"/>
              <a:ext cx="102" cy="825"/>
            </a:xfrm>
            <a:custGeom>
              <a:avLst/>
              <a:gdLst>
                <a:gd name="T0" fmla="*/ 0 w 102"/>
                <a:gd name="T1" fmla="*/ 825 h 825"/>
                <a:gd name="T2" fmla="*/ 102 w 102"/>
                <a:gd name="T3" fmla="*/ 723 h 825"/>
                <a:gd name="T4" fmla="*/ 102 w 102"/>
                <a:gd name="T5" fmla="*/ 0 h 825"/>
                <a:gd name="T6" fmla="*/ 0 w 102"/>
                <a:gd name="T7" fmla="*/ 95 h 825"/>
                <a:gd name="T8" fmla="*/ 0 w 102"/>
                <a:gd name="T9" fmla="*/ 825 h 825"/>
              </a:gdLst>
              <a:ahLst/>
              <a:cxnLst>
                <a:cxn ang="0">
                  <a:pos x="T0" y="T1"/>
                </a:cxn>
                <a:cxn ang="0">
                  <a:pos x="T2" y="T3"/>
                </a:cxn>
                <a:cxn ang="0">
                  <a:pos x="T4" y="T5"/>
                </a:cxn>
                <a:cxn ang="0">
                  <a:pos x="T6" y="T7"/>
                </a:cxn>
                <a:cxn ang="0">
                  <a:pos x="T8" y="T9"/>
                </a:cxn>
              </a:cxnLst>
              <a:rect l="0" t="0" r="r" b="b"/>
              <a:pathLst>
                <a:path w="102" h="825">
                  <a:moveTo>
                    <a:pt x="0" y="825"/>
                  </a:moveTo>
                  <a:lnTo>
                    <a:pt x="102" y="723"/>
                  </a:lnTo>
                  <a:lnTo>
                    <a:pt x="102" y="0"/>
                  </a:lnTo>
                  <a:lnTo>
                    <a:pt x="0" y="95"/>
                  </a:lnTo>
                  <a:lnTo>
                    <a:pt x="0" y="825"/>
                  </a:lnTo>
                  <a:close/>
                </a:path>
              </a:pathLst>
            </a:custGeom>
            <a:solidFill>
              <a:srgbClr val="7A7A5A"/>
            </a:solidFill>
            <a:ln w="11113">
              <a:solidFill>
                <a:srgbClr val="494936"/>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grpSp>
      <p:sp>
        <p:nvSpPr>
          <p:cNvPr id="360479" name="Line 31"/>
          <p:cNvSpPr>
            <a:spLocks noChangeShapeType="1"/>
          </p:cNvSpPr>
          <p:nvPr/>
        </p:nvSpPr>
        <p:spPr bwMode="auto">
          <a:xfrm>
            <a:off x="3615069" y="4552950"/>
            <a:ext cx="1584325" cy="431800"/>
          </a:xfrm>
          <a:prstGeom prst="line">
            <a:avLst/>
          </a:prstGeom>
          <a:noFill/>
          <a:ln w="5715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480" name="Line 32"/>
          <p:cNvSpPr>
            <a:spLocks noChangeShapeType="1"/>
          </p:cNvSpPr>
          <p:nvPr/>
        </p:nvSpPr>
        <p:spPr bwMode="auto">
          <a:xfrm flipV="1">
            <a:off x="2103768" y="4552951"/>
            <a:ext cx="863600" cy="792163"/>
          </a:xfrm>
          <a:prstGeom prst="line">
            <a:avLst/>
          </a:prstGeom>
          <a:noFill/>
          <a:ln w="5715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pic>
        <p:nvPicPr>
          <p:cNvPr id="360481" name="Picture 3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3668" y="5200651"/>
            <a:ext cx="944562"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60482" name="Picture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22906" y="4175126"/>
            <a:ext cx="944563"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60483" name="Line 35"/>
          <p:cNvSpPr>
            <a:spLocks noChangeShapeType="1"/>
          </p:cNvSpPr>
          <p:nvPr/>
        </p:nvSpPr>
        <p:spPr bwMode="auto">
          <a:xfrm flipH="1">
            <a:off x="5812168" y="4465638"/>
            <a:ext cx="144462" cy="360362"/>
          </a:xfrm>
          <a:prstGeom prst="line">
            <a:avLst/>
          </a:prstGeom>
          <a:noFill/>
          <a:ln w="3810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484" name="Line 36"/>
          <p:cNvSpPr>
            <a:spLocks noChangeShapeType="1"/>
          </p:cNvSpPr>
          <p:nvPr/>
        </p:nvSpPr>
        <p:spPr bwMode="auto">
          <a:xfrm flipH="1" flipV="1">
            <a:off x="5848680" y="5040313"/>
            <a:ext cx="431800" cy="144462"/>
          </a:xfrm>
          <a:prstGeom prst="line">
            <a:avLst/>
          </a:prstGeom>
          <a:noFill/>
          <a:ln w="3810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grpSp>
        <p:nvGrpSpPr>
          <p:cNvPr id="360485" name="Group 37"/>
          <p:cNvGrpSpPr>
            <a:grpSpLocks/>
          </p:cNvGrpSpPr>
          <p:nvPr/>
        </p:nvGrpSpPr>
        <p:grpSpPr bwMode="auto">
          <a:xfrm>
            <a:off x="5775655" y="4033838"/>
            <a:ext cx="539750" cy="520700"/>
            <a:chOff x="3477" y="2698"/>
            <a:chExt cx="1445" cy="1307"/>
          </a:xfrm>
        </p:grpSpPr>
        <p:sp>
          <p:nvSpPr>
            <p:cNvPr id="360486" name="Rectangle 38"/>
            <p:cNvSpPr>
              <a:spLocks noChangeArrowheads="1"/>
            </p:cNvSpPr>
            <p:nvPr/>
          </p:nvSpPr>
          <p:spPr bwMode="auto">
            <a:xfrm>
              <a:off x="3477" y="3574"/>
              <a:ext cx="1307" cy="241"/>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487" name="Rectangle 39"/>
            <p:cNvSpPr>
              <a:spLocks noChangeArrowheads="1"/>
            </p:cNvSpPr>
            <p:nvPr/>
          </p:nvSpPr>
          <p:spPr bwMode="auto">
            <a:xfrm>
              <a:off x="3480" y="3577"/>
              <a:ext cx="1301" cy="235"/>
            </a:xfrm>
            <a:prstGeom prst="rect">
              <a:avLst/>
            </a:prstGeom>
            <a:solidFill>
              <a:srgbClr val="B7B79D"/>
            </a:solidFill>
            <a:ln w="11113">
              <a:solidFill>
                <a:srgbClr val="494936"/>
              </a:solidFill>
              <a:miter lim="800000"/>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488" name="Freeform 40"/>
            <p:cNvSpPr>
              <a:spLocks/>
            </p:cNvSpPr>
            <p:nvPr/>
          </p:nvSpPr>
          <p:spPr bwMode="auto">
            <a:xfrm>
              <a:off x="3477" y="3443"/>
              <a:ext cx="1445" cy="131"/>
            </a:xfrm>
            <a:custGeom>
              <a:avLst/>
              <a:gdLst>
                <a:gd name="T0" fmla="*/ 0 w 1445"/>
                <a:gd name="T1" fmla="*/ 131 h 131"/>
                <a:gd name="T2" fmla="*/ 138 w 1445"/>
                <a:gd name="T3" fmla="*/ 0 h 131"/>
                <a:gd name="T4" fmla="*/ 1445 w 1445"/>
                <a:gd name="T5" fmla="*/ 0 h 131"/>
                <a:gd name="T6" fmla="*/ 1307 w 1445"/>
                <a:gd name="T7" fmla="*/ 131 h 131"/>
                <a:gd name="T8" fmla="*/ 0 w 1445"/>
                <a:gd name="T9" fmla="*/ 131 h 131"/>
              </a:gdLst>
              <a:ahLst/>
              <a:cxnLst>
                <a:cxn ang="0">
                  <a:pos x="T0" y="T1"/>
                </a:cxn>
                <a:cxn ang="0">
                  <a:pos x="T2" y="T3"/>
                </a:cxn>
                <a:cxn ang="0">
                  <a:pos x="T4" y="T5"/>
                </a:cxn>
                <a:cxn ang="0">
                  <a:pos x="T6" y="T7"/>
                </a:cxn>
                <a:cxn ang="0">
                  <a:pos x="T8" y="T9"/>
                </a:cxn>
              </a:cxnLst>
              <a:rect l="0" t="0" r="r" b="b"/>
              <a:pathLst>
                <a:path w="1445" h="131">
                  <a:moveTo>
                    <a:pt x="0" y="131"/>
                  </a:moveTo>
                  <a:lnTo>
                    <a:pt x="138" y="0"/>
                  </a:lnTo>
                  <a:lnTo>
                    <a:pt x="1445" y="0"/>
                  </a:lnTo>
                  <a:lnTo>
                    <a:pt x="1307" y="131"/>
                  </a:lnTo>
                  <a:lnTo>
                    <a:pt x="0" y="13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489" name="Freeform 41"/>
            <p:cNvSpPr>
              <a:spLocks/>
            </p:cNvSpPr>
            <p:nvPr/>
          </p:nvSpPr>
          <p:spPr bwMode="auto">
            <a:xfrm>
              <a:off x="3477" y="3443"/>
              <a:ext cx="1445" cy="131"/>
            </a:xfrm>
            <a:custGeom>
              <a:avLst/>
              <a:gdLst>
                <a:gd name="T0" fmla="*/ 0 w 1445"/>
                <a:gd name="T1" fmla="*/ 131 h 131"/>
                <a:gd name="T2" fmla="*/ 138 w 1445"/>
                <a:gd name="T3" fmla="*/ 0 h 131"/>
                <a:gd name="T4" fmla="*/ 1445 w 1445"/>
                <a:gd name="T5" fmla="*/ 0 h 131"/>
                <a:gd name="T6" fmla="*/ 1307 w 1445"/>
                <a:gd name="T7" fmla="*/ 131 h 131"/>
                <a:gd name="T8" fmla="*/ 0 w 1445"/>
                <a:gd name="T9" fmla="*/ 131 h 131"/>
              </a:gdLst>
              <a:ahLst/>
              <a:cxnLst>
                <a:cxn ang="0">
                  <a:pos x="T0" y="T1"/>
                </a:cxn>
                <a:cxn ang="0">
                  <a:pos x="T2" y="T3"/>
                </a:cxn>
                <a:cxn ang="0">
                  <a:pos x="T4" y="T5"/>
                </a:cxn>
                <a:cxn ang="0">
                  <a:pos x="T6" y="T7"/>
                </a:cxn>
                <a:cxn ang="0">
                  <a:pos x="T8" y="T9"/>
                </a:cxn>
              </a:cxnLst>
              <a:rect l="0" t="0" r="r" b="b"/>
              <a:pathLst>
                <a:path w="1445" h="131">
                  <a:moveTo>
                    <a:pt x="0" y="131"/>
                  </a:moveTo>
                  <a:lnTo>
                    <a:pt x="138" y="0"/>
                  </a:lnTo>
                  <a:lnTo>
                    <a:pt x="1445" y="0"/>
                  </a:lnTo>
                  <a:lnTo>
                    <a:pt x="1307" y="131"/>
                  </a:lnTo>
                  <a:lnTo>
                    <a:pt x="0" y="131"/>
                  </a:lnTo>
                  <a:close/>
                </a:path>
              </a:pathLst>
            </a:custGeom>
            <a:solidFill>
              <a:srgbClr val="C9C9B6"/>
            </a:solidFill>
            <a:ln w="11113">
              <a:solidFill>
                <a:srgbClr val="494936"/>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490" name="Line 42"/>
            <p:cNvSpPr>
              <a:spLocks noChangeShapeType="1"/>
            </p:cNvSpPr>
            <p:nvPr/>
          </p:nvSpPr>
          <p:spPr bwMode="auto">
            <a:xfrm flipH="1">
              <a:off x="4397" y="3684"/>
              <a:ext cx="314" cy="1"/>
            </a:xfrm>
            <a:prstGeom prst="line">
              <a:avLst/>
            </a:prstGeom>
            <a:noFill/>
            <a:ln w="349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491" name="Freeform 43"/>
            <p:cNvSpPr>
              <a:spLocks/>
            </p:cNvSpPr>
            <p:nvPr/>
          </p:nvSpPr>
          <p:spPr bwMode="auto">
            <a:xfrm>
              <a:off x="4784" y="3443"/>
              <a:ext cx="138" cy="372"/>
            </a:xfrm>
            <a:custGeom>
              <a:avLst/>
              <a:gdLst>
                <a:gd name="T0" fmla="*/ 0 w 138"/>
                <a:gd name="T1" fmla="*/ 372 h 372"/>
                <a:gd name="T2" fmla="*/ 138 w 138"/>
                <a:gd name="T3" fmla="*/ 234 h 372"/>
                <a:gd name="T4" fmla="*/ 138 w 138"/>
                <a:gd name="T5" fmla="*/ 0 h 372"/>
                <a:gd name="T6" fmla="*/ 0 w 138"/>
                <a:gd name="T7" fmla="*/ 131 h 372"/>
                <a:gd name="T8" fmla="*/ 0 w 138"/>
                <a:gd name="T9" fmla="*/ 372 h 372"/>
              </a:gdLst>
              <a:ahLst/>
              <a:cxnLst>
                <a:cxn ang="0">
                  <a:pos x="T0" y="T1"/>
                </a:cxn>
                <a:cxn ang="0">
                  <a:pos x="T2" y="T3"/>
                </a:cxn>
                <a:cxn ang="0">
                  <a:pos x="T4" y="T5"/>
                </a:cxn>
                <a:cxn ang="0">
                  <a:pos x="T6" y="T7"/>
                </a:cxn>
                <a:cxn ang="0">
                  <a:pos x="T8" y="T9"/>
                </a:cxn>
              </a:cxnLst>
              <a:rect l="0" t="0" r="r" b="b"/>
              <a:pathLst>
                <a:path w="138" h="372">
                  <a:moveTo>
                    <a:pt x="0" y="372"/>
                  </a:moveTo>
                  <a:lnTo>
                    <a:pt x="138" y="234"/>
                  </a:lnTo>
                  <a:lnTo>
                    <a:pt x="138" y="0"/>
                  </a:lnTo>
                  <a:lnTo>
                    <a:pt x="0" y="131"/>
                  </a:lnTo>
                  <a:lnTo>
                    <a:pt x="0" y="372"/>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492" name="Freeform 44"/>
            <p:cNvSpPr>
              <a:spLocks/>
            </p:cNvSpPr>
            <p:nvPr/>
          </p:nvSpPr>
          <p:spPr bwMode="auto">
            <a:xfrm>
              <a:off x="4784" y="3443"/>
              <a:ext cx="138" cy="372"/>
            </a:xfrm>
            <a:custGeom>
              <a:avLst/>
              <a:gdLst>
                <a:gd name="T0" fmla="*/ 0 w 138"/>
                <a:gd name="T1" fmla="*/ 372 h 372"/>
                <a:gd name="T2" fmla="*/ 138 w 138"/>
                <a:gd name="T3" fmla="*/ 234 h 372"/>
                <a:gd name="T4" fmla="*/ 138 w 138"/>
                <a:gd name="T5" fmla="*/ 0 h 372"/>
                <a:gd name="T6" fmla="*/ 0 w 138"/>
                <a:gd name="T7" fmla="*/ 131 h 372"/>
                <a:gd name="T8" fmla="*/ 0 w 138"/>
                <a:gd name="T9" fmla="*/ 372 h 372"/>
              </a:gdLst>
              <a:ahLst/>
              <a:cxnLst>
                <a:cxn ang="0">
                  <a:pos x="T0" y="T1"/>
                </a:cxn>
                <a:cxn ang="0">
                  <a:pos x="T2" y="T3"/>
                </a:cxn>
                <a:cxn ang="0">
                  <a:pos x="T4" y="T5"/>
                </a:cxn>
                <a:cxn ang="0">
                  <a:pos x="T6" y="T7"/>
                </a:cxn>
                <a:cxn ang="0">
                  <a:pos x="T8" y="T9"/>
                </a:cxn>
              </a:cxnLst>
              <a:rect l="0" t="0" r="r" b="b"/>
              <a:pathLst>
                <a:path w="138" h="372">
                  <a:moveTo>
                    <a:pt x="0" y="372"/>
                  </a:moveTo>
                  <a:lnTo>
                    <a:pt x="138" y="234"/>
                  </a:lnTo>
                  <a:lnTo>
                    <a:pt x="138" y="0"/>
                  </a:lnTo>
                  <a:lnTo>
                    <a:pt x="0" y="131"/>
                  </a:lnTo>
                  <a:lnTo>
                    <a:pt x="0" y="372"/>
                  </a:lnTo>
                  <a:close/>
                </a:path>
              </a:pathLst>
            </a:custGeom>
            <a:solidFill>
              <a:srgbClr val="7A7A5A"/>
            </a:solidFill>
            <a:ln w="11113">
              <a:solidFill>
                <a:srgbClr val="494936"/>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493" name="Freeform 45"/>
            <p:cNvSpPr>
              <a:spLocks/>
            </p:cNvSpPr>
            <p:nvPr/>
          </p:nvSpPr>
          <p:spPr bwMode="auto">
            <a:xfrm>
              <a:off x="3484" y="3786"/>
              <a:ext cx="1154" cy="183"/>
            </a:xfrm>
            <a:custGeom>
              <a:avLst/>
              <a:gdLst>
                <a:gd name="T0" fmla="*/ 0 w 1154"/>
                <a:gd name="T1" fmla="*/ 183 h 183"/>
                <a:gd name="T2" fmla="*/ 146 w 1154"/>
                <a:gd name="T3" fmla="*/ 0 h 183"/>
                <a:gd name="T4" fmla="*/ 1154 w 1154"/>
                <a:gd name="T5" fmla="*/ 0 h 183"/>
                <a:gd name="T6" fmla="*/ 1008 w 1154"/>
                <a:gd name="T7" fmla="*/ 183 h 183"/>
                <a:gd name="T8" fmla="*/ 0 w 1154"/>
                <a:gd name="T9" fmla="*/ 183 h 183"/>
              </a:gdLst>
              <a:ahLst/>
              <a:cxnLst>
                <a:cxn ang="0">
                  <a:pos x="T0" y="T1"/>
                </a:cxn>
                <a:cxn ang="0">
                  <a:pos x="T2" y="T3"/>
                </a:cxn>
                <a:cxn ang="0">
                  <a:pos x="T4" y="T5"/>
                </a:cxn>
                <a:cxn ang="0">
                  <a:pos x="T6" y="T7"/>
                </a:cxn>
                <a:cxn ang="0">
                  <a:pos x="T8" y="T9"/>
                </a:cxn>
              </a:cxnLst>
              <a:rect l="0" t="0" r="r" b="b"/>
              <a:pathLst>
                <a:path w="1154" h="183">
                  <a:moveTo>
                    <a:pt x="0" y="183"/>
                  </a:moveTo>
                  <a:lnTo>
                    <a:pt x="146" y="0"/>
                  </a:lnTo>
                  <a:lnTo>
                    <a:pt x="1154" y="0"/>
                  </a:lnTo>
                  <a:lnTo>
                    <a:pt x="1008" y="183"/>
                  </a:lnTo>
                  <a:lnTo>
                    <a:pt x="0" y="18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494" name="Freeform 46"/>
            <p:cNvSpPr>
              <a:spLocks/>
            </p:cNvSpPr>
            <p:nvPr/>
          </p:nvSpPr>
          <p:spPr bwMode="auto">
            <a:xfrm>
              <a:off x="3484" y="3786"/>
              <a:ext cx="1154" cy="183"/>
            </a:xfrm>
            <a:custGeom>
              <a:avLst/>
              <a:gdLst>
                <a:gd name="T0" fmla="*/ 0 w 1154"/>
                <a:gd name="T1" fmla="*/ 183 h 183"/>
                <a:gd name="T2" fmla="*/ 146 w 1154"/>
                <a:gd name="T3" fmla="*/ 0 h 183"/>
                <a:gd name="T4" fmla="*/ 1154 w 1154"/>
                <a:gd name="T5" fmla="*/ 0 h 183"/>
                <a:gd name="T6" fmla="*/ 1008 w 1154"/>
                <a:gd name="T7" fmla="*/ 183 h 183"/>
                <a:gd name="T8" fmla="*/ 0 w 1154"/>
                <a:gd name="T9" fmla="*/ 183 h 183"/>
              </a:gdLst>
              <a:ahLst/>
              <a:cxnLst>
                <a:cxn ang="0">
                  <a:pos x="T0" y="T1"/>
                </a:cxn>
                <a:cxn ang="0">
                  <a:pos x="T2" y="T3"/>
                </a:cxn>
                <a:cxn ang="0">
                  <a:pos x="T4" y="T5"/>
                </a:cxn>
                <a:cxn ang="0">
                  <a:pos x="T6" y="T7"/>
                </a:cxn>
                <a:cxn ang="0">
                  <a:pos x="T8" y="T9"/>
                </a:cxn>
              </a:cxnLst>
              <a:rect l="0" t="0" r="r" b="b"/>
              <a:pathLst>
                <a:path w="1154" h="183">
                  <a:moveTo>
                    <a:pt x="0" y="183"/>
                  </a:moveTo>
                  <a:lnTo>
                    <a:pt x="146" y="0"/>
                  </a:lnTo>
                  <a:lnTo>
                    <a:pt x="1154" y="0"/>
                  </a:lnTo>
                  <a:lnTo>
                    <a:pt x="1008" y="183"/>
                  </a:lnTo>
                  <a:lnTo>
                    <a:pt x="0" y="183"/>
                  </a:lnTo>
                  <a:close/>
                </a:path>
              </a:pathLst>
            </a:custGeom>
            <a:solidFill>
              <a:srgbClr val="C9C9B6"/>
            </a:solidFill>
            <a:ln w="11113">
              <a:solidFill>
                <a:srgbClr val="494936"/>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495" name="Freeform 47"/>
            <p:cNvSpPr>
              <a:spLocks/>
            </p:cNvSpPr>
            <p:nvPr/>
          </p:nvSpPr>
          <p:spPr bwMode="auto">
            <a:xfrm>
              <a:off x="4492" y="3786"/>
              <a:ext cx="146" cy="219"/>
            </a:xfrm>
            <a:custGeom>
              <a:avLst/>
              <a:gdLst>
                <a:gd name="T0" fmla="*/ 0 w 146"/>
                <a:gd name="T1" fmla="*/ 219 h 219"/>
                <a:gd name="T2" fmla="*/ 146 w 146"/>
                <a:gd name="T3" fmla="*/ 66 h 219"/>
                <a:gd name="T4" fmla="*/ 146 w 146"/>
                <a:gd name="T5" fmla="*/ 0 h 219"/>
                <a:gd name="T6" fmla="*/ 0 w 146"/>
                <a:gd name="T7" fmla="*/ 183 h 219"/>
                <a:gd name="T8" fmla="*/ 0 w 146"/>
                <a:gd name="T9" fmla="*/ 219 h 219"/>
              </a:gdLst>
              <a:ahLst/>
              <a:cxnLst>
                <a:cxn ang="0">
                  <a:pos x="T0" y="T1"/>
                </a:cxn>
                <a:cxn ang="0">
                  <a:pos x="T2" y="T3"/>
                </a:cxn>
                <a:cxn ang="0">
                  <a:pos x="T4" y="T5"/>
                </a:cxn>
                <a:cxn ang="0">
                  <a:pos x="T6" y="T7"/>
                </a:cxn>
                <a:cxn ang="0">
                  <a:pos x="T8" y="T9"/>
                </a:cxn>
              </a:cxnLst>
              <a:rect l="0" t="0" r="r" b="b"/>
              <a:pathLst>
                <a:path w="146" h="219">
                  <a:moveTo>
                    <a:pt x="0" y="219"/>
                  </a:moveTo>
                  <a:lnTo>
                    <a:pt x="146" y="66"/>
                  </a:lnTo>
                  <a:lnTo>
                    <a:pt x="146" y="0"/>
                  </a:lnTo>
                  <a:lnTo>
                    <a:pt x="0" y="183"/>
                  </a:lnTo>
                  <a:lnTo>
                    <a:pt x="0" y="219"/>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496" name="Freeform 48"/>
            <p:cNvSpPr>
              <a:spLocks/>
            </p:cNvSpPr>
            <p:nvPr/>
          </p:nvSpPr>
          <p:spPr bwMode="auto">
            <a:xfrm>
              <a:off x="4492" y="3786"/>
              <a:ext cx="146" cy="219"/>
            </a:xfrm>
            <a:custGeom>
              <a:avLst/>
              <a:gdLst>
                <a:gd name="T0" fmla="*/ 0 w 146"/>
                <a:gd name="T1" fmla="*/ 219 h 219"/>
                <a:gd name="T2" fmla="*/ 146 w 146"/>
                <a:gd name="T3" fmla="*/ 66 h 219"/>
                <a:gd name="T4" fmla="*/ 146 w 146"/>
                <a:gd name="T5" fmla="*/ 0 h 219"/>
                <a:gd name="T6" fmla="*/ 0 w 146"/>
                <a:gd name="T7" fmla="*/ 183 h 219"/>
                <a:gd name="T8" fmla="*/ 0 w 146"/>
                <a:gd name="T9" fmla="*/ 219 h 219"/>
              </a:gdLst>
              <a:ahLst/>
              <a:cxnLst>
                <a:cxn ang="0">
                  <a:pos x="T0" y="T1"/>
                </a:cxn>
                <a:cxn ang="0">
                  <a:pos x="T2" y="T3"/>
                </a:cxn>
                <a:cxn ang="0">
                  <a:pos x="T4" y="T5"/>
                </a:cxn>
                <a:cxn ang="0">
                  <a:pos x="T6" y="T7"/>
                </a:cxn>
                <a:cxn ang="0">
                  <a:pos x="T8" y="T9"/>
                </a:cxn>
              </a:cxnLst>
              <a:rect l="0" t="0" r="r" b="b"/>
              <a:pathLst>
                <a:path w="146" h="219">
                  <a:moveTo>
                    <a:pt x="0" y="219"/>
                  </a:moveTo>
                  <a:lnTo>
                    <a:pt x="146" y="66"/>
                  </a:lnTo>
                  <a:lnTo>
                    <a:pt x="146" y="0"/>
                  </a:lnTo>
                  <a:lnTo>
                    <a:pt x="0" y="183"/>
                  </a:lnTo>
                  <a:lnTo>
                    <a:pt x="0" y="219"/>
                  </a:lnTo>
                  <a:close/>
                </a:path>
              </a:pathLst>
            </a:custGeom>
            <a:solidFill>
              <a:srgbClr val="7A7A5A"/>
            </a:solidFill>
            <a:ln w="11113">
              <a:solidFill>
                <a:srgbClr val="494936"/>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497" name="Rectangle 49"/>
            <p:cNvSpPr>
              <a:spLocks noChangeArrowheads="1"/>
            </p:cNvSpPr>
            <p:nvPr/>
          </p:nvSpPr>
          <p:spPr bwMode="auto">
            <a:xfrm>
              <a:off x="3484" y="3969"/>
              <a:ext cx="1008" cy="36"/>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498" name="Rectangle 50"/>
            <p:cNvSpPr>
              <a:spLocks noChangeArrowheads="1"/>
            </p:cNvSpPr>
            <p:nvPr/>
          </p:nvSpPr>
          <p:spPr bwMode="auto">
            <a:xfrm>
              <a:off x="3487" y="3972"/>
              <a:ext cx="1002" cy="30"/>
            </a:xfrm>
            <a:prstGeom prst="rect">
              <a:avLst/>
            </a:prstGeom>
            <a:solidFill>
              <a:srgbClr val="B7B79D"/>
            </a:solidFill>
            <a:ln w="11113">
              <a:solidFill>
                <a:srgbClr val="494936"/>
              </a:solidFill>
              <a:miter lim="800000"/>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499" name="Freeform 51"/>
            <p:cNvSpPr>
              <a:spLocks/>
            </p:cNvSpPr>
            <p:nvPr/>
          </p:nvSpPr>
          <p:spPr bwMode="auto">
            <a:xfrm>
              <a:off x="3674" y="3443"/>
              <a:ext cx="1037" cy="102"/>
            </a:xfrm>
            <a:custGeom>
              <a:avLst/>
              <a:gdLst>
                <a:gd name="T0" fmla="*/ 0 w 1037"/>
                <a:gd name="T1" fmla="*/ 102 h 102"/>
                <a:gd name="T2" fmla="*/ 109 w 1037"/>
                <a:gd name="T3" fmla="*/ 0 h 102"/>
                <a:gd name="T4" fmla="*/ 1037 w 1037"/>
                <a:gd name="T5" fmla="*/ 0 h 102"/>
                <a:gd name="T6" fmla="*/ 934 w 1037"/>
                <a:gd name="T7" fmla="*/ 102 h 102"/>
                <a:gd name="T8" fmla="*/ 0 w 1037"/>
                <a:gd name="T9" fmla="*/ 102 h 102"/>
              </a:gdLst>
              <a:ahLst/>
              <a:cxnLst>
                <a:cxn ang="0">
                  <a:pos x="T0" y="T1"/>
                </a:cxn>
                <a:cxn ang="0">
                  <a:pos x="T2" y="T3"/>
                </a:cxn>
                <a:cxn ang="0">
                  <a:pos x="T4" y="T5"/>
                </a:cxn>
                <a:cxn ang="0">
                  <a:pos x="T6" y="T7"/>
                </a:cxn>
                <a:cxn ang="0">
                  <a:pos x="T8" y="T9"/>
                </a:cxn>
              </a:cxnLst>
              <a:rect l="0" t="0" r="r" b="b"/>
              <a:pathLst>
                <a:path w="1037" h="102">
                  <a:moveTo>
                    <a:pt x="0" y="102"/>
                  </a:moveTo>
                  <a:lnTo>
                    <a:pt x="109" y="0"/>
                  </a:lnTo>
                  <a:lnTo>
                    <a:pt x="1037" y="0"/>
                  </a:lnTo>
                  <a:lnTo>
                    <a:pt x="934" y="102"/>
                  </a:lnTo>
                  <a:lnTo>
                    <a:pt x="0" y="10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00" name="Freeform 52"/>
            <p:cNvSpPr>
              <a:spLocks/>
            </p:cNvSpPr>
            <p:nvPr/>
          </p:nvSpPr>
          <p:spPr bwMode="auto">
            <a:xfrm>
              <a:off x="3674" y="3443"/>
              <a:ext cx="1037" cy="102"/>
            </a:xfrm>
            <a:custGeom>
              <a:avLst/>
              <a:gdLst>
                <a:gd name="T0" fmla="*/ 0 w 1037"/>
                <a:gd name="T1" fmla="*/ 102 h 102"/>
                <a:gd name="T2" fmla="*/ 109 w 1037"/>
                <a:gd name="T3" fmla="*/ 0 h 102"/>
                <a:gd name="T4" fmla="*/ 1037 w 1037"/>
                <a:gd name="T5" fmla="*/ 0 h 102"/>
                <a:gd name="T6" fmla="*/ 934 w 1037"/>
                <a:gd name="T7" fmla="*/ 102 h 102"/>
                <a:gd name="T8" fmla="*/ 0 w 1037"/>
                <a:gd name="T9" fmla="*/ 102 h 102"/>
              </a:gdLst>
              <a:ahLst/>
              <a:cxnLst>
                <a:cxn ang="0">
                  <a:pos x="T0" y="T1"/>
                </a:cxn>
                <a:cxn ang="0">
                  <a:pos x="T2" y="T3"/>
                </a:cxn>
                <a:cxn ang="0">
                  <a:pos x="T4" y="T5"/>
                </a:cxn>
                <a:cxn ang="0">
                  <a:pos x="T6" y="T7"/>
                </a:cxn>
                <a:cxn ang="0">
                  <a:pos x="T8" y="T9"/>
                </a:cxn>
              </a:cxnLst>
              <a:rect l="0" t="0" r="r" b="b"/>
              <a:pathLst>
                <a:path w="1037" h="102">
                  <a:moveTo>
                    <a:pt x="0" y="102"/>
                  </a:moveTo>
                  <a:lnTo>
                    <a:pt x="109" y="0"/>
                  </a:lnTo>
                  <a:lnTo>
                    <a:pt x="1037" y="0"/>
                  </a:lnTo>
                  <a:lnTo>
                    <a:pt x="934" y="102"/>
                  </a:lnTo>
                  <a:lnTo>
                    <a:pt x="0" y="102"/>
                  </a:lnTo>
                  <a:close/>
                </a:path>
              </a:pathLst>
            </a:custGeom>
            <a:solidFill>
              <a:srgbClr val="000000"/>
            </a:solidFill>
            <a:ln w="11113">
              <a:solidFill>
                <a:srgbClr val="000000"/>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01" name="Freeform 53"/>
            <p:cNvSpPr>
              <a:spLocks/>
            </p:cNvSpPr>
            <p:nvPr/>
          </p:nvSpPr>
          <p:spPr bwMode="auto">
            <a:xfrm>
              <a:off x="3666" y="2698"/>
              <a:ext cx="1030" cy="95"/>
            </a:xfrm>
            <a:custGeom>
              <a:avLst/>
              <a:gdLst>
                <a:gd name="T0" fmla="*/ 0 w 1030"/>
                <a:gd name="T1" fmla="*/ 95 h 95"/>
                <a:gd name="T2" fmla="*/ 103 w 1030"/>
                <a:gd name="T3" fmla="*/ 0 h 95"/>
                <a:gd name="T4" fmla="*/ 1030 w 1030"/>
                <a:gd name="T5" fmla="*/ 0 h 95"/>
                <a:gd name="T6" fmla="*/ 928 w 1030"/>
                <a:gd name="T7" fmla="*/ 95 h 95"/>
                <a:gd name="T8" fmla="*/ 0 w 1030"/>
                <a:gd name="T9" fmla="*/ 95 h 95"/>
              </a:gdLst>
              <a:ahLst/>
              <a:cxnLst>
                <a:cxn ang="0">
                  <a:pos x="T0" y="T1"/>
                </a:cxn>
                <a:cxn ang="0">
                  <a:pos x="T2" y="T3"/>
                </a:cxn>
                <a:cxn ang="0">
                  <a:pos x="T4" y="T5"/>
                </a:cxn>
                <a:cxn ang="0">
                  <a:pos x="T6" y="T7"/>
                </a:cxn>
                <a:cxn ang="0">
                  <a:pos x="T8" y="T9"/>
                </a:cxn>
              </a:cxnLst>
              <a:rect l="0" t="0" r="r" b="b"/>
              <a:pathLst>
                <a:path w="1030" h="95">
                  <a:moveTo>
                    <a:pt x="0" y="95"/>
                  </a:moveTo>
                  <a:lnTo>
                    <a:pt x="103" y="0"/>
                  </a:lnTo>
                  <a:lnTo>
                    <a:pt x="1030" y="0"/>
                  </a:lnTo>
                  <a:lnTo>
                    <a:pt x="928" y="95"/>
                  </a:lnTo>
                  <a:lnTo>
                    <a:pt x="0" y="9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02" name="Freeform 54"/>
            <p:cNvSpPr>
              <a:spLocks/>
            </p:cNvSpPr>
            <p:nvPr/>
          </p:nvSpPr>
          <p:spPr bwMode="auto">
            <a:xfrm>
              <a:off x="3666" y="2698"/>
              <a:ext cx="1030" cy="95"/>
            </a:xfrm>
            <a:custGeom>
              <a:avLst/>
              <a:gdLst>
                <a:gd name="T0" fmla="*/ 0 w 1030"/>
                <a:gd name="T1" fmla="*/ 95 h 95"/>
                <a:gd name="T2" fmla="*/ 103 w 1030"/>
                <a:gd name="T3" fmla="*/ 0 h 95"/>
                <a:gd name="T4" fmla="*/ 1030 w 1030"/>
                <a:gd name="T5" fmla="*/ 0 h 95"/>
                <a:gd name="T6" fmla="*/ 928 w 1030"/>
                <a:gd name="T7" fmla="*/ 95 h 95"/>
                <a:gd name="T8" fmla="*/ 0 w 1030"/>
                <a:gd name="T9" fmla="*/ 95 h 95"/>
              </a:gdLst>
              <a:ahLst/>
              <a:cxnLst>
                <a:cxn ang="0">
                  <a:pos x="T0" y="T1"/>
                </a:cxn>
                <a:cxn ang="0">
                  <a:pos x="T2" y="T3"/>
                </a:cxn>
                <a:cxn ang="0">
                  <a:pos x="T4" y="T5"/>
                </a:cxn>
                <a:cxn ang="0">
                  <a:pos x="T6" y="T7"/>
                </a:cxn>
                <a:cxn ang="0">
                  <a:pos x="T8" y="T9"/>
                </a:cxn>
              </a:cxnLst>
              <a:rect l="0" t="0" r="r" b="b"/>
              <a:pathLst>
                <a:path w="1030" h="95">
                  <a:moveTo>
                    <a:pt x="0" y="95"/>
                  </a:moveTo>
                  <a:lnTo>
                    <a:pt x="103" y="0"/>
                  </a:lnTo>
                  <a:lnTo>
                    <a:pt x="1030" y="0"/>
                  </a:lnTo>
                  <a:lnTo>
                    <a:pt x="928" y="95"/>
                  </a:lnTo>
                  <a:lnTo>
                    <a:pt x="0" y="95"/>
                  </a:lnTo>
                  <a:close/>
                </a:path>
              </a:pathLst>
            </a:custGeom>
            <a:solidFill>
              <a:srgbClr val="C9C9B6"/>
            </a:solidFill>
            <a:ln w="11113">
              <a:solidFill>
                <a:srgbClr val="494936"/>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03" name="Rectangle 55"/>
            <p:cNvSpPr>
              <a:spLocks noChangeArrowheads="1"/>
            </p:cNvSpPr>
            <p:nvPr/>
          </p:nvSpPr>
          <p:spPr bwMode="auto">
            <a:xfrm>
              <a:off x="3669" y="2796"/>
              <a:ext cx="929" cy="732"/>
            </a:xfrm>
            <a:prstGeom prst="rect">
              <a:avLst/>
            </a:prstGeom>
            <a:solidFill>
              <a:srgbClr val="B7B79D"/>
            </a:solidFill>
            <a:ln w="11113">
              <a:solidFill>
                <a:srgbClr val="494936"/>
              </a:solidFill>
              <a:miter lim="800000"/>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04" name="Rectangle 56"/>
            <p:cNvSpPr>
              <a:spLocks noChangeArrowheads="1"/>
            </p:cNvSpPr>
            <p:nvPr/>
          </p:nvSpPr>
          <p:spPr bwMode="auto">
            <a:xfrm>
              <a:off x="3750" y="2891"/>
              <a:ext cx="768" cy="564"/>
            </a:xfrm>
            <a:prstGeom prst="rect">
              <a:avLst/>
            </a:prstGeom>
            <a:solidFill>
              <a:srgbClr val="FFFFFF"/>
            </a:solidFill>
            <a:ln w="11113">
              <a:solidFill>
                <a:srgbClr val="494936"/>
              </a:solidFill>
              <a:miter lim="800000"/>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05" name="Freeform 57"/>
            <p:cNvSpPr>
              <a:spLocks/>
            </p:cNvSpPr>
            <p:nvPr/>
          </p:nvSpPr>
          <p:spPr bwMode="auto">
            <a:xfrm>
              <a:off x="4594" y="2698"/>
              <a:ext cx="102" cy="825"/>
            </a:xfrm>
            <a:custGeom>
              <a:avLst/>
              <a:gdLst>
                <a:gd name="T0" fmla="*/ 0 w 102"/>
                <a:gd name="T1" fmla="*/ 825 h 825"/>
                <a:gd name="T2" fmla="*/ 102 w 102"/>
                <a:gd name="T3" fmla="*/ 723 h 825"/>
                <a:gd name="T4" fmla="*/ 102 w 102"/>
                <a:gd name="T5" fmla="*/ 0 h 825"/>
                <a:gd name="T6" fmla="*/ 0 w 102"/>
                <a:gd name="T7" fmla="*/ 95 h 825"/>
                <a:gd name="T8" fmla="*/ 0 w 102"/>
                <a:gd name="T9" fmla="*/ 825 h 825"/>
              </a:gdLst>
              <a:ahLst/>
              <a:cxnLst>
                <a:cxn ang="0">
                  <a:pos x="T0" y="T1"/>
                </a:cxn>
                <a:cxn ang="0">
                  <a:pos x="T2" y="T3"/>
                </a:cxn>
                <a:cxn ang="0">
                  <a:pos x="T4" y="T5"/>
                </a:cxn>
                <a:cxn ang="0">
                  <a:pos x="T6" y="T7"/>
                </a:cxn>
                <a:cxn ang="0">
                  <a:pos x="T8" y="T9"/>
                </a:cxn>
              </a:cxnLst>
              <a:rect l="0" t="0" r="r" b="b"/>
              <a:pathLst>
                <a:path w="102" h="825">
                  <a:moveTo>
                    <a:pt x="0" y="825"/>
                  </a:moveTo>
                  <a:lnTo>
                    <a:pt x="102" y="723"/>
                  </a:lnTo>
                  <a:lnTo>
                    <a:pt x="102" y="0"/>
                  </a:lnTo>
                  <a:lnTo>
                    <a:pt x="0" y="95"/>
                  </a:lnTo>
                  <a:lnTo>
                    <a:pt x="0" y="82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06" name="Freeform 58"/>
            <p:cNvSpPr>
              <a:spLocks/>
            </p:cNvSpPr>
            <p:nvPr/>
          </p:nvSpPr>
          <p:spPr bwMode="auto">
            <a:xfrm>
              <a:off x="4594" y="2698"/>
              <a:ext cx="102" cy="825"/>
            </a:xfrm>
            <a:custGeom>
              <a:avLst/>
              <a:gdLst>
                <a:gd name="T0" fmla="*/ 0 w 102"/>
                <a:gd name="T1" fmla="*/ 825 h 825"/>
                <a:gd name="T2" fmla="*/ 102 w 102"/>
                <a:gd name="T3" fmla="*/ 723 h 825"/>
                <a:gd name="T4" fmla="*/ 102 w 102"/>
                <a:gd name="T5" fmla="*/ 0 h 825"/>
                <a:gd name="T6" fmla="*/ 0 w 102"/>
                <a:gd name="T7" fmla="*/ 95 h 825"/>
                <a:gd name="T8" fmla="*/ 0 w 102"/>
                <a:gd name="T9" fmla="*/ 825 h 825"/>
              </a:gdLst>
              <a:ahLst/>
              <a:cxnLst>
                <a:cxn ang="0">
                  <a:pos x="T0" y="T1"/>
                </a:cxn>
                <a:cxn ang="0">
                  <a:pos x="T2" y="T3"/>
                </a:cxn>
                <a:cxn ang="0">
                  <a:pos x="T4" y="T5"/>
                </a:cxn>
                <a:cxn ang="0">
                  <a:pos x="T6" y="T7"/>
                </a:cxn>
                <a:cxn ang="0">
                  <a:pos x="T8" y="T9"/>
                </a:cxn>
              </a:cxnLst>
              <a:rect l="0" t="0" r="r" b="b"/>
              <a:pathLst>
                <a:path w="102" h="825">
                  <a:moveTo>
                    <a:pt x="0" y="825"/>
                  </a:moveTo>
                  <a:lnTo>
                    <a:pt x="102" y="723"/>
                  </a:lnTo>
                  <a:lnTo>
                    <a:pt x="102" y="0"/>
                  </a:lnTo>
                  <a:lnTo>
                    <a:pt x="0" y="95"/>
                  </a:lnTo>
                  <a:lnTo>
                    <a:pt x="0" y="825"/>
                  </a:lnTo>
                  <a:close/>
                </a:path>
              </a:pathLst>
            </a:custGeom>
            <a:solidFill>
              <a:srgbClr val="7A7A5A"/>
            </a:solidFill>
            <a:ln w="11113">
              <a:solidFill>
                <a:srgbClr val="494936"/>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grpSp>
      <p:grpSp>
        <p:nvGrpSpPr>
          <p:cNvPr id="360507" name="Group 59"/>
          <p:cNvGrpSpPr>
            <a:grpSpLocks/>
          </p:cNvGrpSpPr>
          <p:nvPr/>
        </p:nvGrpSpPr>
        <p:grpSpPr bwMode="auto">
          <a:xfrm>
            <a:off x="6136018" y="4968875"/>
            <a:ext cx="539750" cy="520700"/>
            <a:chOff x="3477" y="2698"/>
            <a:chExt cx="1445" cy="1307"/>
          </a:xfrm>
        </p:grpSpPr>
        <p:sp>
          <p:nvSpPr>
            <p:cNvPr id="360508" name="Rectangle 60"/>
            <p:cNvSpPr>
              <a:spLocks noChangeArrowheads="1"/>
            </p:cNvSpPr>
            <p:nvPr/>
          </p:nvSpPr>
          <p:spPr bwMode="auto">
            <a:xfrm>
              <a:off x="3477" y="3574"/>
              <a:ext cx="1307" cy="241"/>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09" name="Rectangle 61"/>
            <p:cNvSpPr>
              <a:spLocks noChangeArrowheads="1"/>
            </p:cNvSpPr>
            <p:nvPr/>
          </p:nvSpPr>
          <p:spPr bwMode="auto">
            <a:xfrm>
              <a:off x="3480" y="3577"/>
              <a:ext cx="1301" cy="235"/>
            </a:xfrm>
            <a:prstGeom prst="rect">
              <a:avLst/>
            </a:prstGeom>
            <a:solidFill>
              <a:srgbClr val="B7B79D"/>
            </a:solidFill>
            <a:ln w="11113">
              <a:solidFill>
                <a:srgbClr val="494936"/>
              </a:solidFill>
              <a:miter lim="800000"/>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10" name="Freeform 62"/>
            <p:cNvSpPr>
              <a:spLocks/>
            </p:cNvSpPr>
            <p:nvPr/>
          </p:nvSpPr>
          <p:spPr bwMode="auto">
            <a:xfrm>
              <a:off x="3477" y="3443"/>
              <a:ext cx="1445" cy="131"/>
            </a:xfrm>
            <a:custGeom>
              <a:avLst/>
              <a:gdLst>
                <a:gd name="T0" fmla="*/ 0 w 1445"/>
                <a:gd name="T1" fmla="*/ 131 h 131"/>
                <a:gd name="T2" fmla="*/ 138 w 1445"/>
                <a:gd name="T3" fmla="*/ 0 h 131"/>
                <a:gd name="T4" fmla="*/ 1445 w 1445"/>
                <a:gd name="T5" fmla="*/ 0 h 131"/>
                <a:gd name="T6" fmla="*/ 1307 w 1445"/>
                <a:gd name="T7" fmla="*/ 131 h 131"/>
                <a:gd name="T8" fmla="*/ 0 w 1445"/>
                <a:gd name="T9" fmla="*/ 131 h 131"/>
              </a:gdLst>
              <a:ahLst/>
              <a:cxnLst>
                <a:cxn ang="0">
                  <a:pos x="T0" y="T1"/>
                </a:cxn>
                <a:cxn ang="0">
                  <a:pos x="T2" y="T3"/>
                </a:cxn>
                <a:cxn ang="0">
                  <a:pos x="T4" y="T5"/>
                </a:cxn>
                <a:cxn ang="0">
                  <a:pos x="T6" y="T7"/>
                </a:cxn>
                <a:cxn ang="0">
                  <a:pos x="T8" y="T9"/>
                </a:cxn>
              </a:cxnLst>
              <a:rect l="0" t="0" r="r" b="b"/>
              <a:pathLst>
                <a:path w="1445" h="131">
                  <a:moveTo>
                    <a:pt x="0" y="131"/>
                  </a:moveTo>
                  <a:lnTo>
                    <a:pt x="138" y="0"/>
                  </a:lnTo>
                  <a:lnTo>
                    <a:pt x="1445" y="0"/>
                  </a:lnTo>
                  <a:lnTo>
                    <a:pt x="1307" y="131"/>
                  </a:lnTo>
                  <a:lnTo>
                    <a:pt x="0" y="13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11" name="Freeform 63"/>
            <p:cNvSpPr>
              <a:spLocks/>
            </p:cNvSpPr>
            <p:nvPr/>
          </p:nvSpPr>
          <p:spPr bwMode="auto">
            <a:xfrm>
              <a:off x="3477" y="3443"/>
              <a:ext cx="1445" cy="131"/>
            </a:xfrm>
            <a:custGeom>
              <a:avLst/>
              <a:gdLst>
                <a:gd name="T0" fmla="*/ 0 w 1445"/>
                <a:gd name="T1" fmla="*/ 131 h 131"/>
                <a:gd name="T2" fmla="*/ 138 w 1445"/>
                <a:gd name="T3" fmla="*/ 0 h 131"/>
                <a:gd name="T4" fmla="*/ 1445 w 1445"/>
                <a:gd name="T5" fmla="*/ 0 h 131"/>
                <a:gd name="T6" fmla="*/ 1307 w 1445"/>
                <a:gd name="T7" fmla="*/ 131 h 131"/>
                <a:gd name="T8" fmla="*/ 0 w 1445"/>
                <a:gd name="T9" fmla="*/ 131 h 131"/>
              </a:gdLst>
              <a:ahLst/>
              <a:cxnLst>
                <a:cxn ang="0">
                  <a:pos x="T0" y="T1"/>
                </a:cxn>
                <a:cxn ang="0">
                  <a:pos x="T2" y="T3"/>
                </a:cxn>
                <a:cxn ang="0">
                  <a:pos x="T4" y="T5"/>
                </a:cxn>
                <a:cxn ang="0">
                  <a:pos x="T6" y="T7"/>
                </a:cxn>
                <a:cxn ang="0">
                  <a:pos x="T8" y="T9"/>
                </a:cxn>
              </a:cxnLst>
              <a:rect l="0" t="0" r="r" b="b"/>
              <a:pathLst>
                <a:path w="1445" h="131">
                  <a:moveTo>
                    <a:pt x="0" y="131"/>
                  </a:moveTo>
                  <a:lnTo>
                    <a:pt x="138" y="0"/>
                  </a:lnTo>
                  <a:lnTo>
                    <a:pt x="1445" y="0"/>
                  </a:lnTo>
                  <a:lnTo>
                    <a:pt x="1307" y="131"/>
                  </a:lnTo>
                  <a:lnTo>
                    <a:pt x="0" y="131"/>
                  </a:lnTo>
                  <a:close/>
                </a:path>
              </a:pathLst>
            </a:custGeom>
            <a:solidFill>
              <a:srgbClr val="C9C9B6"/>
            </a:solidFill>
            <a:ln w="11113">
              <a:solidFill>
                <a:srgbClr val="494936"/>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12" name="Line 64"/>
            <p:cNvSpPr>
              <a:spLocks noChangeShapeType="1"/>
            </p:cNvSpPr>
            <p:nvPr/>
          </p:nvSpPr>
          <p:spPr bwMode="auto">
            <a:xfrm flipH="1">
              <a:off x="4397" y="3684"/>
              <a:ext cx="314" cy="1"/>
            </a:xfrm>
            <a:prstGeom prst="line">
              <a:avLst/>
            </a:prstGeom>
            <a:noFill/>
            <a:ln w="349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13" name="Freeform 65"/>
            <p:cNvSpPr>
              <a:spLocks/>
            </p:cNvSpPr>
            <p:nvPr/>
          </p:nvSpPr>
          <p:spPr bwMode="auto">
            <a:xfrm>
              <a:off x="4784" y="3443"/>
              <a:ext cx="138" cy="372"/>
            </a:xfrm>
            <a:custGeom>
              <a:avLst/>
              <a:gdLst>
                <a:gd name="T0" fmla="*/ 0 w 138"/>
                <a:gd name="T1" fmla="*/ 372 h 372"/>
                <a:gd name="T2" fmla="*/ 138 w 138"/>
                <a:gd name="T3" fmla="*/ 234 h 372"/>
                <a:gd name="T4" fmla="*/ 138 w 138"/>
                <a:gd name="T5" fmla="*/ 0 h 372"/>
                <a:gd name="T6" fmla="*/ 0 w 138"/>
                <a:gd name="T7" fmla="*/ 131 h 372"/>
                <a:gd name="T8" fmla="*/ 0 w 138"/>
                <a:gd name="T9" fmla="*/ 372 h 372"/>
              </a:gdLst>
              <a:ahLst/>
              <a:cxnLst>
                <a:cxn ang="0">
                  <a:pos x="T0" y="T1"/>
                </a:cxn>
                <a:cxn ang="0">
                  <a:pos x="T2" y="T3"/>
                </a:cxn>
                <a:cxn ang="0">
                  <a:pos x="T4" y="T5"/>
                </a:cxn>
                <a:cxn ang="0">
                  <a:pos x="T6" y="T7"/>
                </a:cxn>
                <a:cxn ang="0">
                  <a:pos x="T8" y="T9"/>
                </a:cxn>
              </a:cxnLst>
              <a:rect l="0" t="0" r="r" b="b"/>
              <a:pathLst>
                <a:path w="138" h="372">
                  <a:moveTo>
                    <a:pt x="0" y="372"/>
                  </a:moveTo>
                  <a:lnTo>
                    <a:pt x="138" y="234"/>
                  </a:lnTo>
                  <a:lnTo>
                    <a:pt x="138" y="0"/>
                  </a:lnTo>
                  <a:lnTo>
                    <a:pt x="0" y="131"/>
                  </a:lnTo>
                  <a:lnTo>
                    <a:pt x="0" y="372"/>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14" name="Freeform 66"/>
            <p:cNvSpPr>
              <a:spLocks/>
            </p:cNvSpPr>
            <p:nvPr/>
          </p:nvSpPr>
          <p:spPr bwMode="auto">
            <a:xfrm>
              <a:off x="4784" y="3443"/>
              <a:ext cx="138" cy="372"/>
            </a:xfrm>
            <a:custGeom>
              <a:avLst/>
              <a:gdLst>
                <a:gd name="T0" fmla="*/ 0 w 138"/>
                <a:gd name="T1" fmla="*/ 372 h 372"/>
                <a:gd name="T2" fmla="*/ 138 w 138"/>
                <a:gd name="T3" fmla="*/ 234 h 372"/>
                <a:gd name="T4" fmla="*/ 138 w 138"/>
                <a:gd name="T5" fmla="*/ 0 h 372"/>
                <a:gd name="T6" fmla="*/ 0 w 138"/>
                <a:gd name="T7" fmla="*/ 131 h 372"/>
                <a:gd name="T8" fmla="*/ 0 w 138"/>
                <a:gd name="T9" fmla="*/ 372 h 372"/>
              </a:gdLst>
              <a:ahLst/>
              <a:cxnLst>
                <a:cxn ang="0">
                  <a:pos x="T0" y="T1"/>
                </a:cxn>
                <a:cxn ang="0">
                  <a:pos x="T2" y="T3"/>
                </a:cxn>
                <a:cxn ang="0">
                  <a:pos x="T4" y="T5"/>
                </a:cxn>
                <a:cxn ang="0">
                  <a:pos x="T6" y="T7"/>
                </a:cxn>
                <a:cxn ang="0">
                  <a:pos x="T8" y="T9"/>
                </a:cxn>
              </a:cxnLst>
              <a:rect l="0" t="0" r="r" b="b"/>
              <a:pathLst>
                <a:path w="138" h="372">
                  <a:moveTo>
                    <a:pt x="0" y="372"/>
                  </a:moveTo>
                  <a:lnTo>
                    <a:pt x="138" y="234"/>
                  </a:lnTo>
                  <a:lnTo>
                    <a:pt x="138" y="0"/>
                  </a:lnTo>
                  <a:lnTo>
                    <a:pt x="0" y="131"/>
                  </a:lnTo>
                  <a:lnTo>
                    <a:pt x="0" y="372"/>
                  </a:lnTo>
                  <a:close/>
                </a:path>
              </a:pathLst>
            </a:custGeom>
            <a:solidFill>
              <a:srgbClr val="7A7A5A"/>
            </a:solidFill>
            <a:ln w="11113">
              <a:solidFill>
                <a:srgbClr val="494936"/>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15" name="Freeform 67"/>
            <p:cNvSpPr>
              <a:spLocks/>
            </p:cNvSpPr>
            <p:nvPr/>
          </p:nvSpPr>
          <p:spPr bwMode="auto">
            <a:xfrm>
              <a:off x="3484" y="3786"/>
              <a:ext cx="1154" cy="183"/>
            </a:xfrm>
            <a:custGeom>
              <a:avLst/>
              <a:gdLst>
                <a:gd name="T0" fmla="*/ 0 w 1154"/>
                <a:gd name="T1" fmla="*/ 183 h 183"/>
                <a:gd name="T2" fmla="*/ 146 w 1154"/>
                <a:gd name="T3" fmla="*/ 0 h 183"/>
                <a:gd name="T4" fmla="*/ 1154 w 1154"/>
                <a:gd name="T5" fmla="*/ 0 h 183"/>
                <a:gd name="T6" fmla="*/ 1008 w 1154"/>
                <a:gd name="T7" fmla="*/ 183 h 183"/>
                <a:gd name="T8" fmla="*/ 0 w 1154"/>
                <a:gd name="T9" fmla="*/ 183 h 183"/>
              </a:gdLst>
              <a:ahLst/>
              <a:cxnLst>
                <a:cxn ang="0">
                  <a:pos x="T0" y="T1"/>
                </a:cxn>
                <a:cxn ang="0">
                  <a:pos x="T2" y="T3"/>
                </a:cxn>
                <a:cxn ang="0">
                  <a:pos x="T4" y="T5"/>
                </a:cxn>
                <a:cxn ang="0">
                  <a:pos x="T6" y="T7"/>
                </a:cxn>
                <a:cxn ang="0">
                  <a:pos x="T8" y="T9"/>
                </a:cxn>
              </a:cxnLst>
              <a:rect l="0" t="0" r="r" b="b"/>
              <a:pathLst>
                <a:path w="1154" h="183">
                  <a:moveTo>
                    <a:pt x="0" y="183"/>
                  </a:moveTo>
                  <a:lnTo>
                    <a:pt x="146" y="0"/>
                  </a:lnTo>
                  <a:lnTo>
                    <a:pt x="1154" y="0"/>
                  </a:lnTo>
                  <a:lnTo>
                    <a:pt x="1008" y="183"/>
                  </a:lnTo>
                  <a:lnTo>
                    <a:pt x="0" y="18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16" name="Freeform 68"/>
            <p:cNvSpPr>
              <a:spLocks/>
            </p:cNvSpPr>
            <p:nvPr/>
          </p:nvSpPr>
          <p:spPr bwMode="auto">
            <a:xfrm>
              <a:off x="3484" y="3786"/>
              <a:ext cx="1154" cy="183"/>
            </a:xfrm>
            <a:custGeom>
              <a:avLst/>
              <a:gdLst>
                <a:gd name="T0" fmla="*/ 0 w 1154"/>
                <a:gd name="T1" fmla="*/ 183 h 183"/>
                <a:gd name="T2" fmla="*/ 146 w 1154"/>
                <a:gd name="T3" fmla="*/ 0 h 183"/>
                <a:gd name="T4" fmla="*/ 1154 w 1154"/>
                <a:gd name="T5" fmla="*/ 0 h 183"/>
                <a:gd name="T6" fmla="*/ 1008 w 1154"/>
                <a:gd name="T7" fmla="*/ 183 h 183"/>
                <a:gd name="T8" fmla="*/ 0 w 1154"/>
                <a:gd name="T9" fmla="*/ 183 h 183"/>
              </a:gdLst>
              <a:ahLst/>
              <a:cxnLst>
                <a:cxn ang="0">
                  <a:pos x="T0" y="T1"/>
                </a:cxn>
                <a:cxn ang="0">
                  <a:pos x="T2" y="T3"/>
                </a:cxn>
                <a:cxn ang="0">
                  <a:pos x="T4" y="T5"/>
                </a:cxn>
                <a:cxn ang="0">
                  <a:pos x="T6" y="T7"/>
                </a:cxn>
                <a:cxn ang="0">
                  <a:pos x="T8" y="T9"/>
                </a:cxn>
              </a:cxnLst>
              <a:rect l="0" t="0" r="r" b="b"/>
              <a:pathLst>
                <a:path w="1154" h="183">
                  <a:moveTo>
                    <a:pt x="0" y="183"/>
                  </a:moveTo>
                  <a:lnTo>
                    <a:pt x="146" y="0"/>
                  </a:lnTo>
                  <a:lnTo>
                    <a:pt x="1154" y="0"/>
                  </a:lnTo>
                  <a:lnTo>
                    <a:pt x="1008" y="183"/>
                  </a:lnTo>
                  <a:lnTo>
                    <a:pt x="0" y="183"/>
                  </a:lnTo>
                  <a:close/>
                </a:path>
              </a:pathLst>
            </a:custGeom>
            <a:solidFill>
              <a:srgbClr val="C9C9B6"/>
            </a:solidFill>
            <a:ln w="11113">
              <a:solidFill>
                <a:srgbClr val="494936"/>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17" name="Freeform 69"/>
            <p:cNvSpPr>
              <a:spLocks/>
            </p:cNvSpPr>
            <p:nvPr/>
          </p:nvSpPr>
          <p:spPr bwMode="auto">
            <a:xfrm>
              <a:off x="4492" y="3786"/>
              <a:ext cx="146" cy="219"/>
            </a:xfrm>
            <a:custGeom>
              <a:avLst/>
              <a:gdLst>
                <a:gd name="T0" fmla="*/ 0 w 146"/>
                <a:gd name="T1" fmla="*/ 219 h 219"/>
                <a:gd name="T2" fmla="*/ 146 w 146"/>
                <a:gd name="T3" fmla="*/ 66 h 219"/>
                <a:gd name="T4" fmla="*/ 146 w 146"/>
                <a:gd name="T5" fmla="*/ 0 h 219"/>
                <a:gd name="T6" fmla="*/ 0 w 146"/>
                <a:gd name="T7" fmla="*/ 183 h 219"/>
                <a:gd name="T8" fmla="*/ 0 w 146"/>
                <a:gd name="T9" fmla="*/ 219 h 219"/>
              </a:gdLst>
              <a:ahLst/>
              <a:cxnLst>
                <a:cxn ang="0">
                  <a:pos x="T0" y="T1"/>
                </a:cxn>
                <a:cxn ang="0">
                  <a:pos x="T2" y="T3"/>
                </a:cxn>
                <a:cxn ang="0">
                  <a:pos x="T4" y="T5"/>
                </a:cxn>
                <a:cxn ang="0">
                  <a:pos x="T6" y="T7"/>
                </a:cxn>
                <a:cxn ang="0">
                  <a:pos x="T8" y="T9"/>
                </a:cxn>
              </a:cxnLst>
              <a:rect l="0" t="0" r="r" b="b"/>
              <a:pathLst>
                <a:path w="146" h="219">
                  <a:moveTo>
                    <a:pt x="0" y="219"/>
                  </a:moveTo>
                  <a:lnTo>
                    <a:pt x="146" y="66"/>
                  </a:lnTo>
                  <a:lnTo>
                    <a:pt x="146" y="0"/>
                  </a:lnTo>
                  <a:lnTo>
                    <a:pt x="0" y="183"/>
                  </a:lnTo>
                  <a:lnTo>
                    <a:pt x="0" y="219"/>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18" name="Freeform 70"/>
            <p:cNvSpPr>
              <a:spLocks/>
            </p:cNvSpPr>
            <p:nvPr/>
          </p:nvSpPr>
          <p:spPr bwMode="auto">
            <a:xfrm>
              <a:off x="4492" y="3786"/>
              <a:ext cx="146" cy="219"/>
            </a:xfrm>
            <a:custGeom>
              <a:avLst/>
              <a:gdLst>
                <a:gd name="T0" fmla="*/ 0 w 146"/>
                <a:gd name="T1" fmla="*/ 219 h 219"/>
                <a:gd name="T2" fmla="*/ 146 w 146"/>
                <a:gd name="T3" fmla="*/ 66 h 219"/>
                <a:gd name="T4" fmla="*/ 146 w 146"/>
                <a:gd name="T5" fmla="*/ 0 h 219"/>
                <a:gd name="T6" fmla="*/ 0 w 146"/>
                <a:gd name="T7" fmla="*/ 183 h 219"/>
                <a:gd name="T8" fmla="*/ 0 w 146"/>
                <a:gd name="T9" fmla="*/ 219 h 219"/>
              </a:gdLst>
              <a:ahLst/>
              <a:cxnLst>
                <a:cxn ang="0">
                  <a:pos x="T0" y="T1"/>
                </a:cxn>
                <a:cxn ang="0">
                  <a:pos x="T2" y="T3"/>
                </a:cxn>
                <a:cxn ang="0">
                  <a:pos x="T4" y="T5"/>
                </a:cxn>
                <a:cxn ang="0">
                  <a:pos x="T6" y="T7"/>
                </a:cxn>
                <a:cxn ang="0">
                  <a:pos x="T8" y="T9"/>
                </a:cxn>
              </a:cxnLst>
              <a:rect l="0" t="0" r="r" b="b"/>
              <a:pathLst>
                <a:path w="146" h="219">
                  <a:moveTo>
                    <a:pt x="0" y="219"/>
                  </a:moveTo>
                  <a:lnTo>
                    <a:pt x="146" y="66"/>
                  </a:lnTo>
                  <a:lnTo>
                    <a:pt x="146" y="0"/>
                  </a:lnTo>
                  <a:lnTo>
                    <a:pt x="0" y="183"/>
                  </a:lnTo>
                  <a:lnTo>
                    <a:pt x="0" y="219"/>
                  </a:lnTo>
                  <a:close/>
                </a:path>
              </a:pathLst>
            </a:custGeom>
            <a:solidFill>
              <a:srgbClr val="7A7A5A"/>
            </a:solidFill>
            <a:ln w="11113">
              <a:solidFill>
                <a:srgbClr val="494936"/>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19" name="Rectangle 71"/>
            <p:cNvSpPr>
              <a:spLocks noChangeArrowheads="1"/>
            </p:cNvSpPr>
            <p:nvPr/>
          </p:nvSpPr>
          <p:spPr bwMode="auto">
            <a:xfrm>
              <a:off x="3484" y="3969"/>
              <a:ext cx="1008" cy="36"/>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20" name="Rectangle 72"/>
            <p:cNvSpPr>
              <a:spLocks noChangeArrowheads="1"/>
            </p:cNvSpPr>
            <p:nvPr/>
          </p:nvSpPr>
          <p:spPr bwMode="auto">
            <a:xfrm>
              <a:off x="3487" y="3972"/>
              <a:ext cx="1002" cy="30"/>
            </a:xfrm>
            <a:prstGeom prst="rect">
              <a:avLst/>
            </a:prstGeom>
            <a:solidFill>
              <a:srgbClr val="B7B79D"/>
            </a:solidFill>
            <a:ln w="11113">
              <a:solidFill>
                <a:srgbClr val="494936"/>
              </a:solidFill>
              <a:miter lim="800000"/>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21" name="Freeform 73"/>
            <p:cNvSpPr>
              <a:spLocks/>
            </p:cNvSpPr>
            <p:nvPr/>
          </p:nvSpPr>
          <p:spPr bwMode="auto">
            <a:xfrm>
              <a:off x="3674" y="3443"/>
              <a:ext cx="1037" cy="102"/>
            </a:xfrm>
            <a:custGeom>
              <a:avLst/>
              <a:gdLst>
                <a:gd name="T0" fmla="*/ 0 w 1037"/>
                <a:gd name="T1" fmla="*/ 102 h 102"/>
                <a:gd name="T2" fmla="*/ 109 w 1037"/>
                <a:gd name="T3" fmla="*/ 0 h 102"/>
                <a:gd name="T4" fmla="*/ 1037 w 1037"/>
                <a:gd name="T5" fmla="*/ 0 h 102"/>
                <a:gd name="T6" fmla="*/ 934 w 1037"/>
                <a:gd name="T7" fmla="*/ 102 h 102"/>
                <a:gd name="T8" fmla="*/ 0 w 1037"/>
                <a:gd name="T9" fmla="*/ 102 h 102"/>
              </a:gdLst>
              <a:ahLst/>
              <a:cxnLst>
                <a:cxn ang="0">
                  <a:pos x="T0" y="T1"/>
                </a:cxn>
                <a:cxn ang="0">
                  <a:pos x="T2" y="T3"/>
                </a:cxn>
                <a:cxn ang="0">
                  <a:pos x="T4" y="T5"/>
                </a:cxn>
                <a:cxn ang="0">
                  <a:pos x="T6" y="T7"/>
                </a:cxn>
                <a:cxn ang="0">
                  <a:pos x="T8" y="T9"/>
                </a:cxn>
              </a:cxnLst>
              <a:rect l="0" t="0" r="r" b="b"/>
              <a:pathLst>
                <a:path w="1037" h="102">
                  <a:moveTo>
                    <a:pt x="0" y="102"/>
                  </a:moveTo>
                  <a:lnTo>
                    <a:pt x="109" y="0"/>
                  </a:lnTo>
                  <a:lnTo>
                    <a:pt x="1037" y="0"/>
                  </a:lnTo>
                  <a:lnTo>
                    <a:pt x="934" y="102"/>
                  </a:lnTo>
                  <a:lnTo>
                    <a:pt x="0" y="10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22" name="Freeform 74"/>
            <p:cNvSpPr>
              <a:spLocks/>
            </p:cNvSpPr>
            <p:nvPr/>
          </p:nvSpPr>
          <p:spPr bwMode="auto">
            <a:xfrm>
              <a:off x="3674" y="3443"/>
              <a:ext cx="1037" cy="102"/>
            </a:xfrm>
            <a:custGeom>
              <a:avLst/>
              <a:gdLst>
                <a:gd name="T0" fmla="*/ 0 w 1037"/>
                <a:gd name="T1" fmla="*/ 102 h 102"/>
                <a:gd name="T2" fmla="*/ 109 w 1037"/>
                <a:gd name="T3" fmla="*/ 0 h 102"/>
                <a:gd name="T4" fmla="*/ 1037 w 1037"/>
                <a:gd name="T5" fmla="*/ 0 h 102"/>
                <a:gd name="T6" fmla="*/ 934 w 1037"/>
                <a:gd name="T7" fmla="*/ 102 h 102"/>
                <a:gd name="T8" fmla="*/ 0 w 1037"/>
                <a:gd name="T9" fmla="*/ 102 h 102"/>
              </a:gdLst>
              <a:ahLst/>
              <a:cxnLst>
                <a:cxn ang="0">
                  <a:pos x="T0" y="T1"/>
                </a:cxn>
                <a:cxn ang="0">
                  <a:pos x="T2" y="T3"/>
                </a:cxn>
                <a:cxn ang="0">
                  <a:pos x="T4" y="T5"/>
                </a:cxn>
                <a:cxn ang="0">
                  <a:pos x="T6" y="T7"/>
                </a:cxn>
                <a:cxn ang="0">
                  <a:pos x="T8" y="T9"/>
                </a:cxn>
              </a:cxnLst>
              <a:rect l="0" t="0" r="r" b="b"/>
              <a:pathLst>
                <a:path w="1037" h="102">
                  <a:moveTo>
                    <a:pt x="0" y="102"/>
                  </a:moveTo>
                  <a:lnTo>
                    <a:pt x="109" y="0"/>
                  </a:lnTo>
                  <a:lnTo>
                    <a:pt x="1037" y="0"/>
                  </a:lnTo>
                  <a:lnTo>
                    <a:pt x="934" y="102"/>
                  </a:lnTo>
                  <a:lnTo>
                    <a:pt x="0" y="102"/>
                  </a:lnTo>
                  <a:close/>
                </a:path>
              </a:pathLst>
            </a:custGeom>
            <a:solidFill>
              <a:srgbClr val="000000"/>
            </a:solidFill>
            <a:ln w="11113">
              <a:solidFill>
                <a:srgbClr val="000000"/>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23" name="Freeform 75"/>
            <p:cNvSpPr>
              <a:spLocks/>
            </p:cNvSpPr>
            <p:nvPr/>
          </p:nvSpPr>
          <p:spPr bwMode="auto">
            <a:xfrm>
              <a:off x="3666" y="2698"/>
              <a:ext cx="1030" cy="95"/>
            </a:xfrm>
            <a:custGeom>
              <a:avLst/>
              <a:gdLst>
                <a:gd name="T0" fmla="*/ 0 w 1030"/>
                <a:gd name="T1" fmla="*/ 95 h 95"/>
                <a:gd name="T2" fmla="*/ 103 w 1030"/>
                <a:gd name="T3" fmla="*/ 0 h 95"/>
                <a:gd name="T4" fmla="*/ 1030 w 1030"/>
                <a:gd name="T5" fmla="*/ 0 h 95"/>
                <a:gd name="T6" fmla="*/ 928 w 1030"/>
                <a:gd name="T7" fmla="*/ 95 h 95"/>
                <a:gd name="T8" fmla="*/ 0 w 1030"/>
                <a:gd name="T9" fmla="*/ 95 h 95"/>
              </a:gdLst>
              <a:ahLst/>
              <a:cxnLst>
                <a:cxn ang="0">
                  <a:pos x="T0" y="T1"/>
                </a:cxn>
                <a:cxn ang="0">
                  <a:pos x="T2" y="T3"/>
                </a:cxn>
                <a:cxn ang="0">
                  <a:pos x="T4" y="T5"/>
                </a:cxn>
                <a:cxn ang="0">
                  <a:pos x="T6" y="T7"/>
                </a:cxn>
                <a:cxn ang="0">
                  <a:pos x="T8" y="T9"/>
                </a:cxn>
              </a:cxnLst>
              <a:rect l="0" t="0" r="r" b="b"/>
              <a:pathLst>
                <a:path w="1030" h="95">
                  <a:moveTo>
                    <a:pt x="0" y="95"/>
                  </a:moveTo>
                  <a:lnTo>
                    <a:pt x="103" y="0"/>
                  </a:lnTo>
                  <a:lnTo>
                    <a:pt x="1030" y="0"/>
                  </a:lnTo>
                  <a:lnTo>
                    <a:pt x="928" y="95"/>
                  </a:lnTo>
                  <a:lnTo>
                    <a:pt x="0" y="9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24" name="Freeform 76"/>
            <p:cNvSpPr>
              <a:spLocks/>
            </p:cNvSpPr>
            <p:nvPr/>
          </p:nvSpPr>
          <p:spPr bwMode="auto">
            <a:xfrm>
              <a:off x="3666" y="2698"/>
              <a:ext cx="1030" cy="95"/>
            </a:xfrm>
            <a:custGeom>
              <a:avLst/>
              <a:gdLst>
                <a:gd name="T0" fmla="*/ 0 w 1030"/>
                <a:gd name="T1" fmla="*/ 95 h 95"/>
                <a:gd name="T2" fmla="*/ 103 w 1030"/>
                <a:gd name="T3" fmla="*/ 0 h 95"/>
                <a:gd name="T4" fmla="*/ 1030 w 1030"/>
                <a:gd name="T5" fmla="*/ 0 h 95"/>
                <a:gd name="T6" fmla="*/ 928 w 1030"/>
                <a:gd name="T7" fmla="*/ 95 h 95"/>
                <a:gd name="T8" fmla="*/ 0 w 1030"/>
                <a:gd name="T9" fmla="*/ 95 h 95"/>
              </a:gdLst>
              <a:ahLst/>
              <a:cxnLst>
                <a:cxn ang="0">
                  <a:pos x="T0" y="T1"/>
                </a:cxn>
                <a:cxn ang="0">
                  <a:pos x="T2" y="T3"/>
                </a:cxn>
                <a:cxn ang="0">
                  <a:pos x="T4" y="T5"/>
                </a:cxn>
                <a:cxn ang="0">
                  <a:pos x="T6" y="T7"/>
                </a:cxn>
                <a:cxn ang="0">
                  <a:pos x="T8" y="T9"/>
                </a:cxn>
              </a:cxnLst>
              <a:rect l="0" t="0" r="r" b="b"/>
              <a:pathLst>
                <a:path w="1030" h="95">
                  <a:moveTo>
                    <a:pt x="0" y="95"/>
                  </a:moveTo>
                  <a:lnTo>
                    <a:pt x="103" y="0"/>
                  </a:lnTo>
                  <a:lnTo>
                    <a:pt x="1030" y="0"/>
                  </a:lnTo>
                  <a:lnTo>
                    <a:pt x="928" y="95"/>
                  </a:lnTo>
                  <a:lnTo>
                    <a:pt x="0" y="95"/>
                  </a:lnTo>
                  <a:close/>
                </a:path>
              </a:pathLst>
            </a:custGeom>
            <a:solidFill>
              <a:srgbClr val="C9C9B6"/>
            </a:solidFill>
            <a:ln w="11113">
              <a:solidFill>
                <a:srgbClr val="494936"/>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25" name="Rectangle 77"/>
            <p:cNvSpPr>
              <a:spLocks noChangeArrowheads="1"/>
            </p:cNvSpPr>
            <p:nvPr/>
          </p:nvSpPr>
          <p:spPr bwMode="auto">
            <a:xfrm>
              <a:off x="3669" y="2796"/>
              <a:ext cx="929" cy="732"/>
            </a:xfrm>
            <a:prstGeom prst="rect">
              <a:avLst/>
            </a:prstGeom>
            <a:solidFill>
              <a:srgbClr val="B7B79D"/>
            </a:solidFill>
            <a:ln w="11113">
              <a:solidFill>
                <a:srgbClr val="494936"/>
              </a:solidFill>
              <a:miter lim="800000"/>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26" name="Rectangle 78"/>
            <p:cNvSpPr>
              <a:spLocks noChangeArrowheads="1"/>
            </p:cNvSpPr>
            <p:nvPr/>
          </p:nvSpPr>
          <p:spPr bwMode="auto">
            <a:xfrm>
              <a:off x="3750" y="2891"/>
              <a:ext cx="768" cy="564"/>
            </a:xfrm>
            <a:prstGeom prst="rect">
              <a:avLst/>
            </a:prstGeom>
            <a:solidFill>
              <a:srgbClr val="FFFFFF"/>
            </a:solidFill>
            <a:ln w="11113">
              <a:solidFill>
                <a:srgbClr val="494936"/>
              </a:solidFill>
              <a:miter lim="800000"/>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27" name="Freeform 79"/>
            <p:cNvSpPr>
              <a:spLocks/>
            </p:cNvSpPr>
            <p:nvPr/>
          </p:nvSpPr>
          <p:spPr bwMode="auto">
            <a:xfrm>
              <a:off x="4594" y="2698"/>
              <a:ext cx="102" cy="825"/>
            </a:xfrm>
            <a:custGeom>
              <a:avLst/>
              <a:gdLst>
                <a:gd name="T0" fmla="*/ 0 w 102"/>
                <a:gd name="T1" fmla="*/ 825 h 825"/>
                <a:gd name="T2" fmla="*/ 102 w 102"/>
                <a:gd name="T3" fmla="*/ 723 h 825"/>
                <a:gd name="T4" fmla="*/ 102 w 102"/>
                <a:gd name="T5" fmla="*/ 0 h 825"/>
                <a:gd name="T6" fmla="*/ 0 w 102"/>
                <a:gd name="T7" fmla="*/ 95 h 825"/>
                <a:gd name="T8" fmla="*/ 0 w 102"/>
                <a:gd name="T9" fmla="*/ 825 h 825"/>
              </a:gdLst>
              <a:ahLst/>
              <a:cxnLst>
                <a:cxn ang="0">
                  <a:pos x="T0" y="T1"/>
                </a:cxn>
                <a:cxn ang="0">
                  <a:pos x="T2" y="T3"/>
                </a:cxn>
                <a:cxn ang="0">
                  <a:pos x="T4" y="T5"/>
                </a:cxn>
                <a:cxn ang="0">
                  <a:pos x="T6" y="T7"/>
                </a:cxn>
                <a:cxn ang="0">
                  <a:pos x="T8" y="T9"/>
                </a:cxn>
              </a:cxnLst>
              <a:rect l="0" t="0" r="r" b="b"/>
              <a:pathLst>
                <a:path w="102" h="825">
                  <a:moveTo>
                    <a:pt x="0" y="825"/>
                  </a:moveTo>
                  <a:lnTo>
                    <a:pt x="102" y="723"/>
                  </a:lnTo>
                  <a:lnTo>
                    <a:pt x="102" y="0"/>
                  </a:lnTo>
                  <a:lnTo>
                    <a:pt x="0" y="95"/>
                  </a:lnTo>
                  <a:lnTo>
                    <a:pt x="0" y="82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28" name="Freeform 80"/>
            <p:cNvSpPr>
              <a:spLocks/>
            </p:cNvSpPr>
            <p:nvPr/>
          </p:nvSpPr>
          <p:spPr bwMode="auto">
            <a:xfrm>
              <a:off x="4594" y="2698"/>
              <a:ext cx="102" cy="825"/>
            </a:xfrm>
            <a:custGeom>
              <a:avLst/>
              <a:gdLst>
                <a:gd name="T0" fmla="*/ 0 w 102"/>
                <a:gd name="T1" fmla="*/ 825 h 825"/>
                <a:gd name="T2" fmla="*/ 102 w 102"/>
                <a:gd name="T3" fmla="*/ 723 h 825"/>
                <a:gd name="T4" fmla="*/ 102 w 102"/>
                <a:gd name="T5" fmla="*/ 0 h 825"/>
                <a:gd name="T6" fmla="*/ 0 w 102"/>
                <a:gd name="T7" fmla="*/ 95 h 825"/>
                <a:gd name="T8" fmla="*/ 0 w 102"/>
                <a:gd name="T9" fmla="*/ 825 h 825"/>
              </a:gdLst>
              <a:ahLst/>
              <a:cxnLst>
                <a:cxn ang="0">
                  <a:pos x="T0" y="T1"/>
                </a:cxn>
                <a:cxn ang="0">
                  <a:pos x="T2" y="T3"/>
                </a:cxn>
                <a:cxn ang="0">
                  <a:pos x="T4" y="T5"/>
                </a:cxn>
                <a:cxn ang="0">
                  <a:pos x="T6" y="T7"/>
                </a:cxn>
                <a:cxn ang="0">
                  <a:pos x="T8" y="T9"/>
                </a:cxn>
              </a:cxnLst>
              <a:rect l="0" t="0" r="r" b="b"/>
              <a:pathLst>
                <a:path w="102" h="825">
                  <a:moveTo>
                    <a:pt x="0" y="825"/>
                  </a:moveTo>
                  <a:lnTo>
                    <a:pt x="102" y="723"/>
                  </a:lnTo>
                  <a:lnTo>
                    <a:pt x="102" y="0"/>
                  </a:lnTo>
                  <a:lnTo>
                    <a:pt x="0" y="95"/>
                  </a:lnTo>
                  <a:lnTo>
                    <a:pt x="0" y="825"/>
                  </a:lnTo>
                  <a:close/>
                </a:path>
              </a:pathLst>
            </a:custGeom>
            <a:solidFill>
              <a:srgbClr val="7A7A5A"/>
            </a:solidFill>
            <a:ln w="11113">
              <a:solidFill>
                <a:srgbClr val="494936"/>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grpSp>
      <p:pic>
        <p:nvPicPr>
          <p:cNvPr id="360529" name="Picture 8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46981" y="4737101"/>
            <a:ext cx="944563"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60530" name="Line 82"/>
          <p:cNvSpPr>
            <a:spLocks noChangeShapeType="1"/>
          </p:cNvSpPr>
          <p:nvPr/>
        </p:nvSpPr>
        <p:spPr bwMode="auto">
          <a:xfrm flipV="1">
            <a:off x="2967369" y="5976939"/>
            <a:ext cx="719137" cy="287337"/>
          </a:xfrm>
          <a:prstGeom prst="line">
            <a:avLst/>
          </a:prstGeom>
          <a:noFill/>
          <a:ln w="3810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31" name="Line 83"/>
          <p:cNvSpPr>
            <a:spLocks noChangeShapeType="1"/>
          </p:cNvSpPr>
          <p:nvPr/>
        </p:nvSpPr>
        <p:spPr bwMode="auto">
          <a:xfrm flipH="1" flipV="1">
            <a:off x="3903993" y="5976938"/>
            <a:ext cx="1008062" cy="215900"/>
          </a:xfrm>
          <a:prstGeom prst="line">
            <a:avLst/>
          </a:prstGeom>
          <a:noFill/>
          <a:ln w="3810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grpSp>
        <p:nvGrpSpPr>
          <p:cNvPr id="360532" name="Group 84"/>
          <p:cNvGrpSpPr>
            <a:grpSpLocks/>
          </p:cNvGrpSpPr>
          <p:nvPr/>
        </p:nvGrpSpPr>
        <p:grpSpPr bwMode="auto">
          <a:xfrm flipH="1">
            <a:off x="4516768" y="6103938"/>
            <a:ext cx="539750" cy="520700"/>
            <a:chOff x="3477" y="2698"/>
            <a:chExt cx="1445" cy="1307"/>
          </a:xfrm>
        </p:grpSpPr>
        <p:sp>
          <p:nvSpPr>
            <p:cNvPr id="360533" name="Rectangle 85"/>
            <p:cNvSpPr>
              <a:spLocks noChangeArrowheads="1"/>
            </p:cNvSpPr>
            <p:nvPr/>
          </p:nvSpPr>
          <p:spPr bwMode="auto">
            <a:xfrm>
              <a:off x="3477" y="3574"/>
              <a:ext cx="1307" cy="241"/>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34" name="Rectangle 86"/>
            <p:cNvSpPr>
              <a:spLocks noChangeArrowheads="1"/>
            </p:cNvSpPr>
            <p:nvPr/>
          </p:nvSpPr>
          <p:spPr bwMode="auto">
            <a:xfrm>
              <a:off x="3480" y="3577"/>
              <a:ext cx="1301" cy="235"/>
            </a:xfrm>
            <a:prstGeom prst="rect">
              <a:avLst/>
            </a:prstGeom>
            <a:solidFill>
              <a:srgbClr val="B7B79D"/>
            </a:solidFill>
            <a:ln w="11113">
              <a:solidFill>
                <a:srgbClr val="494936"/>
              </a:solidFill>
              <a:miter lim="800000"/>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35" name="Freeform 87"/>
            <p:cNvSpPr>
              <a:spLocks/>
            </p:cNvSpPr>
            <p:nvPr/>
          </p:nvSpPr>
          <p:spPr bwMode="auto">
            <a:xfrm>
              <a:off x="3477" y="3443"/>
              <a:ext cx="1445" cy="131"/>
            </a:xfrm>
            <a:custGeom>
              <a:avLst/>
              <a:gdLst>
                <a:gd name="T0" fmla="*/ 0 w 1445"/>
                <a:gd name="T1" fmla="*/ 131 h 131"/>
                <a:gd name="T2" fmla="*/ 138 w 1445"/>
                <a:gd name="T3" fmla="*/ 0 h 131"/>
                <a:gd name="T4" fmla="*/ 1445 w 1445"/>
                <a:gd name="T5" fmla="*/ 0 h 131"/>
                <a:gd name="T6" fmla="*/ 1307 w 1445"/>
                <a:gd name="T7" fmla="*/ 131 h 131"/>
                <a:gd name="T8" fmla="*/ 0 w 1445"/>
                <a:gd name="T9" fmla="*/ 131 h 131"/>
              </a:gdLst>
              <a:ahLst/>
              <a:cxnLst>
                <a:cxn ang="0">
                  <a:pos x="T0" y="T1"/>
                </a:cxn>
                <a:cxn ang="0">
                  <a:pos x="T2" y="T3"/>
                </a:cxn>
                <a:cxn ang="0">
                  <a:pos x="T4" y="T5"/>
                </a:cxn>
                <a:cxn ang="0">
                  <a:pos x="T6" y="T7"/>
                </a:cxn>
                <a:cxn ang="0">
                  <a:pos x="T8" y="T9"/>
                </a:cxn>
              </a:cxnLst>
              <a:rect l="0" t="0" r="r" b="b"/>
              <a:pathLst>
                <a:path w="1445" h="131">
                  <a:moveTo>
                    <a:pt x="0" y="131"/>
                  </a:moveTo>
                  <a:lnTo>
                    <a:pt x="138" y="0"/>
                  </a:lnTo>
                  <a:lnTo>
                    <a:pt x="1445" y="0"/>
                  </a:lnTo>
                  <a:lnTo>
                    <a:pt x="1307" y="131"/>
                  </a:lnTo>
                  <a:lnTo>
                    <a:pt x="0" y="13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36" name="Freeform 88"/>
            <p:cNvSpPr>
              <a:spLocks/>
            </p:cNvSpPr>
            <p:nvPr/>
          </p:nvSpPr>
          <p:spPr bwMode="auto">
            <a:xfrm>
              <a:off x="3477" y="3443"/>
              <a:ext cx="1445" cy="131"/>
            </a:xfrm>
            <a:custGeom>
              <a:avLst/>
              <a:gdLst>
                <a:gd name="T0" fmla="*/ 0 w 1445"/>
                <a:gd name="T1" fmla="*/ 131 h 131"/>
                <a:gd name="T2" fmla="*/ 138 w 1445"/>
                <a:gd name="T3" fmla="*/ 0 h 131"/>
                <a:gd name="T4" fmla="*/ 1445 w 1445"/>
                <a:gd name="T5" fmla="*/ 0 h 131"/>
                <a:gd name="T6" fmla="*/ 1307 w 1445"/>
                <a:gd name="T7" fmla="*/ 131 h 131"/>
                <a:gd name="T8" fmla="*/ 0 w 1445"/>
                <a:gd name="T9" fmla="*/ 131 h 131"/>
              </a:gdLst>
              <a:ahLst/>
              <a:cxnLst>
                <a:cxn ang="0">
                  <a:pos x="T0" y="T1"/>
                </a:cxn>
                <a:cxn ang="0">
                  <a:pos x="T2" y="T3"/>
                </a:cxn>
                <a:cxn ang="0">
                  <a:pos x="T4" y="T5"/>
                </a:cxn>
                <a:cxn ang="0">
                  <a:pos x="T6" y="T7"/>
                </a:cxn>
                <a:cxn ang="0">
                  <a:pos x="T8" y="T9"/>
                </a:cxn>
              </a:cxnLst>
              <a:rect l="0" t="0" r="r" b="b"/>
              <a:pathLst>
                <a:path w="1445" h="131">
                  <a:moveTo>
                    <a:pt x="0" y="131"/>
                  </a:moveTo>
                  <a:lnTo>
                    <a:pt x="138" y="0"/>
                  </a:lnTo>
                  <a:lnTo>
                    <a:pt x="1445" y="0"/>
                  </a:lnTo>
                  <a:lnTo>
                    <a:pt x="1307" y="131"/>
                  </a:lnTo>
                  <a:lnTo>
                    <a:pt x="0" y="131"/>
                  </a:lnTo>
                  <a:close/>
                </a:path>
              </a:pathLst>
            </a:custGeom>
            <a:solidFill>
              <a:srgbClr val="C9C9B6"/>
            </a:solidFill>
            <a:ln w="11113">
              <a:solidFill>
                <a:srgbClr val="494936"/>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37" name="Line 89"/>
            <p:cNvSpPr>
              <a:spLocks noChangeShapeType="1"/>
            </p:cNvSpPr>
            <p:nvPr/>
          </p:nvSpPr>
          <p:spPr bwMode="auto">
            <a:xfrm flipH="1">
              <a:off x="4397" y="3684"/>
              <a:ext cx="314" cy="1"/>
            </a:xfrm>
            <a:prstGeom prst="line">
              <a:avLst/>
            </a:prstGeom>
            <a:noFill/>
            <a:ln w="349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38" name="Freeform 90"/>
            <p:cNvSpPr>
              <a:spLocks/>
            </p:cNvSpPr>
            <p:nvPr/>
          </p:nvSpPr>
          <p:spPr bwMode="auto">
            <a:xfrm>
              <a:off x="4784" y="3443"/>
              <a:ext cx="138" cy="372"/>
            </a:xfrm>
            <a:custGeom>
              <a:avLst/>
              <a:gdLst>
                <a:gd name="T0" fmla="*/ 0 w 138"/>
                <a:gd name="T1" fmla="*/ 372 h 372"/>
                <a:gd name="T2" fmla="*/ 138 w 138"/>
                <a:gd name="T3" fmla="*/ 234 h 372"/>
                <a:gd name="T4" fmla="*/ 138 w 138"/>
                <a:gd name="T5" fmla="*/ 0 h 372"/>
                <a:gd name="T6" fmla="*/ 0 w 138"/>
                <a:gd name="T7" fmla="*/ 131 h 372"/>
                <a:gd name="T8" fmla="*/ 0 w 138"/>
                <a:gd name="T9" fmla="*/ 372 h 372"/>
              </a:gdLst>
              <a:ahLst/>
              <a:cxnLst>
                <a:cxn ang="0">
                  <a:pos x="T0" y="T1"/>
                </a:cxn>
                <a:cxn ang="0">
                  <a:pos x="T2" y="T3"/>
                </a:cxn>
                <a:cxn ang="0">
                  <a:pos x="T4" y="T5"/>
                </a:cxn>
                <a:cxn ang="0">
                  <a:pos x="T6" y="T7"/>
                </a:cxn>
                <a:cxn ang="0">
                  <a:pos x="T8" y="T9"/>
                </a:cxn>
              </a:cxnLst>
              <a:rect l="0" t="0" r="r" b="b"/>
              <a:pathLst>
                <a:path w="138" h="372">
                  <a:moveTo>
                    <a:pt x="0" y="372"/>
                  </a:moveTo>
                  <a:lnTo>
                    <a:pt x="138" y="234"/>
                  </a:lnTo>
                  <a:lnTo>
                    <a:pt x="138" y="0"/>
                  </a:lnTo>
                  <a:lnTo>
                    <a:pt x="0" y="131"/>
                  </a:lnTo>
                  <a:lnTo>
                    <a:pt x="0" y="372"/>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39" name="Freeform 91"/>
            <p:cNvSpPr>
              <a:spLocks/>
            </p:cNvSpPr>
            <p:nvPr/>
          </p:nvSpPr>
          <p:spPr bwMode="auto">
            <a:xfrm>
              <a:off x="4784" y="3443"/>
              <a:ext cx="138" cy="372"/>
            </a:xfrm>
            <a:custGeom>
              <a:avLst/>
              <a:gdLst>
                <a:gd name="T0" fmla="*/ 0 w 138"/>
                <a:gd name="T1" fmla="*/ 372 h 372"/>
                <a:gd name="T2" fmla="*/ 138 w 138"/>
                <a:gd name="T3" fmla="*/ 234 h 372"/>
                <a:gd name="T4" fmla="*/ 138 w 138"/>
                <a:gd name="T5" fmla="*/ 0 h 372"/>
                <a:gd name="T6" fmla="*/ 0 w 138"/>
                <a:gd name="T7" fmla="*/ 131 h 372"/>
                <a:gd name="T8" fmla="*/ 0 w 138"/>
                <a:gd name="T9" fmla="*/ 372 h 372"/>
              </a:gdLst>
              <a:ahLst/>
              <a:cxnLst>
                <a:cxn ang="0">
                  <a:pos x="T0" y="T1"/>
                </a:cxn>
                <a:cxn ang="0">
                  <a:pos x="T2" y="T3"/>
                </a:cxn>
                <a:cxn ang="0">
                  <a:pos x="T4" y="T5"/>
                </a:cxn>
                <a:cxn ang="0">
                  <a:pos x="T6" y="T7"/>
                </a:cxn>
                <a:cxn ang="0">
                  <a:pos x="T8" y="T9"/>
                </a:cxn>
              </a:cxnLst>
              <a:rect l="0" t="0" r="r" b="b"/>
              <a:pathLst>
                <a:path w="138" h="372">
                  <a:moveTo>
                    <a:pt x="0" y="372"/>
                  </a:moveTo>
                  <a:lnTo>
                    <a:pt x="138" y="234"/>
                  </a:lnTo>
                  <a:lnTo>
                    <a:pt x="138" y="0"/>
                  </a:lnTo>
                  <a:lnTo>
                    <a:pt x="0" y="131"/>
                  </a:lnTo>
                  <a:lnTo>
                    <a:pt x="0" y="372"/>
                  </a:lnTo>
                  <a:close/>
                </a:path>
              </a:pathLst>
            </a:custGeom>
            <a:solidFill>
              <a:srgbClr val="7A7A5A"/>
            </a:solidFill>
            <a:ln w="11113">
              <a:solidFill>
                <a:srgbClr val="494936"/>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40" name="Freeform 92"/>
            <p:cNvSpPr>
              <a:spLocks/>
            </p:cNvSpPr>
            <p:nvPr/>
          </p:nvSpPr>
          <p:spPr bwMode="auto">
            <a:xfrm>
              <a:off x="3484" y="3786"/>
              <a:ext cx="1154" cy="183"/>
            </a:xfrm>
            <a:custGeom>
              <a:avLst/>
              <a:gdLst>
                <a:gd name="T0" fmla="*/ 0 w 1154"/>
                <a:gd name="T1" fmla="*/ 183 h 183"/>
                <a:gd name="T2" fmla="*/ 146 w 1154"/>
                <a:gd name="T3" fmla="*/ 0 h 183"/>
                <a:gd name="T4" fmla="*/ 1154 w 1154"/>
                <a:gd name="T5" fmla="*/ 0 h 183"/>
                <a:gd name="T6" fmla="*/ 1008 w 1154"/>
                <a:gd name="T7" fmla="*/ 183 h 183"/>
                <a:gd name="T8" fmla="*/ 0 w 1154"/>
                <a:gd name="T9" fmla="*/ 183 h 183"/>
              </a:gdLst>
              <a:ahLst/>
              <a:cxnLst>
                <a:cxn ang="0">
                  <a:pos x="T0" y="T1"/>
                </a:cxn>
                <a:cxn ang="0">
                  <a:pos x="T2" y="T3"/>
                </a:cxn>
                <a:cxn ang="0">
                  <a:pos x="T4" y="T5"/>
                </a:cxn>
                <a:cxn ang="0">
                  <a:pos x="T6" y="T7"/>
                </a:cxn>
                <a:cxn ang="0">
                  <a:pos x="T8" y="T9"/>
                </a:cxn>
              </a:cxnLst>
              <a:rect l="0" t="0" r="r" b="b"/>
              <a:pathLst>
                <a:path w="1154" h="183">
                  <a:moveTo>
                    <a:pt x="0" y="183"/>
                  </a:moveTo>
                  <a:lnTo>
                    <a:pt x="146" y="0"/>
                  </a:lnTo>
                  <a:lnTo>
                    <a:pt x="1154" y="0"/>
                  </a:lnTo>
                  <a:lnTo>
                    <a:pt x="1008" y="183"/>
                  </a:lnTo>
                  <a:lnTo>
                    <a:pt x="0" y="18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41" name="Freeform 93"/>
            <p:cNvSpPr>
              <a:spLocks/>
            </p:cNvSpPr>
            <p:nvPr/>
          </p:nvSpPr>
          <p:spPr bwMode="auto">
            <a:xfrm>
              <a:off x="3484" y="3786"/>
              <a:ext cx="1154" cy="183"/>
            </a:xfrm>
            <a:custGeom>
              <a:avLst/>
              <a:gdLst>
                <a:gd name="T0" fmla="*/ 0 w 1154"/>
                <a:gd name="T1" fmla="*/ 183 h 183"/>
                <a:gd name="T2" fmla="*/ 146 w 1154"/>
                <a:gd name="T3" fmla="*/ 0 h 183"/>
                <a:gd name="T4" fmla="*/ 1154 w 1154"/>
                <a:gd name="T5" fmla="*/ 0 h 183"/>
                <a:gd name="T6" fmla="*/ 1008 w 1154"/>
                <a:gd name="T7" fmla="*/ 183 h 183"/>
                <a:gd name="T8" fmla="*/ 0 w 1154"/>
                <a:gd name="T9" fmla="*/ 183 h 183"/>
              </a:gdLst>
              <a:ahLst/>
              <a:cxnLst>
                <a:cxn ang="0">
                  <a:pos x="T0" y="T1"/>
                </a:cxn>
                <a:cxn ang="0">
                  <a:pos x="T2" y="T3"/>
                </a:cxn>
                <a:cxn ang="0">
                  <a:pos x="T4" y="T5"/>
                </a:cxn>
                <a:cxn ang="0">
                  <a:pos x="T6" y="T7"/>
                </a:cxn>
                <a:cxn ang="0">
                  <a:pos x="T8" y="T9"/>
                </a:cxn>
              </a:cxnLst>
              <a:rect l="0" t="0" r="r" b="b"/>
              <a:pathLst>
                <a:path w="1154" h="183">
                  <a:moveTo>
                    <a:pt x="0" y="183"/>
                  </a:moveTo>
                  <a:lnTo>
                    <a:pt x="146" y="0"/>
                  </a:lnTo>
                  <a:lnTo>
                    <a:pt x="1154" y="0"/>
                  </a:lnTo>
                  <a:lnTo>
                    <a:pt x="1008" y="183"/>
                  </a:lnTo>
                  <a:lnTo>
                    <a:pt x="0" y="183"/>
                  </a:lnTo>
                  <a:close/>
                </a:path>
              </a:pathLst>
            </a:custGeom>
            <a:solidFill>
              <a:srgbClr val="C9C9B6"/>
            </a:solidFill>
            <a:ln w="11113">
              <a:solidFill>
                <a:srgbClr val="494936"/>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42" name="Freeform 94"/>
            <p:cNvSpPr>
              <a:spLocks/>
            </p:cNvSpPr>
            <p:nvPr/>
          </p:nvSpPr>
          <p:spPr bwMode="auto">
            <a:xfrm>
              <a:off x="4492" y="3786"/>
              <a:ext cx="146" cy="219"/>
            </a:xfrm>
            <a:custGeom>
              <a:avLst/>
              <a:gdLst>
                <a:gd name="T0" fmla="*/ 0 w 146"/>
                <a:gd name="T1" fmla="*/ 219 h 219"/>
                <a:gd name="T2" fmla="*/ 146 w 146"/>
                <a:gd name="T3" fmla="*/ 66 h 219"/>
                <a:gd name="T4" fmla="*/ 146 w 146"/>
                <a:gd name="T5" fmla="*/ 0 h 219"/>
                <a:gd name="T6" fmla="*/ 0 w 146"/>
                <a:gd name="T7" fmla="*/ 183 h 219"/>
                <a:gd name="T8" fmla="*/ 0 w 146"/>
                <a:gd name="T9" fmla="*/ 219 h 219"/>
              </a:gdLst>
              <a:ahLst/>
              <a:cxnLst>
                <a:cxn ang="0">
                  <a:pos x="T0" y="T1"/>
                </a:cxn>
                <a:cxn ang="0">
                  <a:pos x="T2" y="T3"/>
                </a:cxn>
                <a:cxn ang="0">
                  <a:pos x="T4" y="T5"/>
                </a:cxn>
                <a:cxn ang="0">
                  <a:pos x="T6" y="T7"/>
                </a:cxn>
                <a:cxn ang="0">
                  <a:pos x="T8" y="T9"/>
                </a:cxn>
              </a:cxnLst>
              <a:rect l="0" t="0" r="r" b="b"/>
              <a:pathLst>
                <a:path w="146" h="219">
                  <a:moveTo>
                    <a:pt x="0" y="219"/>
                  </a:moveTo>
                  <a:lnTo>
                    <a:pt x="146" y="66"/>
                  </a:lnTo>
                  <a:lnTo>
                    <a:pt x="146" y="0"/>
                  </a:lnTo>
                  <a:lnTo>
                    <a:pt x="0" y="183"/>
                  </a:lnTo>
                  <a:lnTo>
                    <a:pt x="0" y="219"/>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43" name="Freeform 95"/>
            <p:cNvSpPr>
              <a:spLocks/>
            </p:cNvSpPr>
            <p:nvPr/>
          </p:nvSpPr>
          <p:spPr bwMode="auto">
            <a:xfrm>
              <a:off x="4492" y="3786"/>
              <a:ext cx="146" cy="219"/>
            </a:xfrm>
            <a:custGeom>
              <a:avLst/>
              <a:gdLst>
                <a:gd name="T0" fmla="*/ 0 w 146"/>
                <a:gd name="T1" fmla="*/ 219 h 219"/>
                <a:gd name="T2" fmla="*/ 146 w 146"/>
                <a:gd name="T3" fmla="*/ 66 h 219"/>
                <a:gd name="T4" fmla="*/ 146 w 146"/>
                <a:gd name="T5" fmla="*/ 0 h 219"/>
                <a:gd name="T6" fmla="*/ 0 w 146"/>
                <a:gd name="T7" fmla="*/ 183 h 219"/>
                <a:gd name="T8" fmla="*/ 0 w 146"/>
                <a:gd name="T9" fmla="*/ 219 h 219"/>
              </a:gdLst>
              <a:ahLst/>
              <a:cxnLst>
                <a:cxn ang="0">
                  <a:pos x="T0" y="T1"/>
                </a:cxn>
                <a:cxn ang="0">
                  <a:pos x="T2" y="T3"/>
                </a:cxn>
                <a:cxn ang="0">
                  <a:pos x="T4" y="T5"/>
                </a:cxn>
                <a:cxn ang="0">
                  <a:pos x="T6" y="T7"/>
                </a:cxn>
                <a:cxn ang="0">
                  <a:pos x="T8" y="T9"/>
                </a:cxn>
              </a:cxnLst>
              <a:rect l="0" t="0" r="r" b="b"/>
              <a:pathLst>
                <a:path w="146" h="219">
                  <a:moveTo>
                    <a:pt x="0" y="219"/>
                  </a:moveTo>
                  <a:lnTo>
                    <a:pt x="146" y="66"/>
                  </a:lnTo>
                  <a:lnTo>
                    <a:pt x="146" y="0"/>
                  </a:lnTo>
                  <a:lnTo>
                    <a:pt x="0" y="183"/>
                  </a:lnTo>
                  <a:lnTo>
                    <a:pt x="0" y="219"/>
                  </a:lnTo>
                  <a:close/>
                </a:path>
              </a:pathLst>
            </a:custGeom>
            <a:solidFill>
              <a:srgbClr val="7A7A5A"/>
            </a:solidFill>
            <a:ln w="11113">
              <a:solidFill>
                <a:srgbClr val="494936"/>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44" name="Rectangle 96"/>
            <p:cNvSpPr>
              <a:spLocks noChangeArrowheads="1"/>
            </p:cNvSpPr>
            <p:nvPr/>
          </p:nvSpPr>
          <p:spPr bwMode="auto">
            <a:xfrm>
              <a:off x="3484" y="3969"/>
              <a:ext cx="1008" cy="36"/>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45" name="Rectangle 97"/>
            <p:cNvSpPr>
              <a:spLocks noChangeArrowheads="1"/>
            </p:cNvSpPr>
            <p:nvPr/>
          </p:nvSpPr>
          <p:spPr bwMode="auto">
            <a:xfrm>
              <a:off x="3487" y="3972"/>
              <a:ext cx="1002" cy="30"/>
            </a:xfrm>
            <a:prstGeom prst="rect">
              <a:avLst/>
            </a:prstGeom>
            <a:solidFill>
              <a:srgbClr val="B7B79D"/>
            </a:solidFill>
            <a:ln w="11113">
              <a:solidFill>
                <a:srgbClr val="494936"/>
              </a:solidFill>
              <a:miter lim="800000"/>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46" name="Freeform 98"/>
            <p:cNvSpPr>
              <a:spLocks/>
            </p:cNvSpPr>
            <p:nvPr/>
          </p:nvSpPr>
          <p:spPr bwMode="auto">
            <a:xfrm>
              <a:off x="3674" y="3443"/>
              <a:ext cx="1037" cy="102"/>
            </a:xfrm>
            <a:custGeom>
              <a:avLst/>
              <a:gdLst>
                <a:gd name="T0" fmla="*/ 0 w 1037"/>
                <a:gd name="T1" fmla="*/ 102 h 102"/>
                <a:gd name="T2" fmla="*/ 109 w 1037"/>
                <a:gd name="T3" fmla="*/ 0 h 102"/>
                <a:gd name="T4" fmla="*/ 1037 w 1037"/>
                <a:gd name="T5" fmla="*/ 0 h 102"/>
                <a:gd name="T6" fmla="*/ 934 w 1037"/>
                <a:gd name="T7" fmla="*/ 102 h 102"/>
                <a:gd name="T8" fmla="*/ 0 w 1037"/>
                <a:gd name="T9" fmla="*/ 102 h 102"/>
              </a:gdLst>
              <a:ahLst/>
              <a:cxnLst>
                <a:cxn ang="0">
                  <a:pos x="T0" y="T1"/>
                </a:cxn>
                <a:cxn ang="0">
                  <a:pos x="T2" y="T3"/>
                </a:cxn>
                <a:cxn ang="0">
                  <a:pos x="T4" y="T5"/>
                </a:cxn>
                <a:cxn ang="0">
                  <a:pos x="T6" y="T7"/>
                </a:cxn>
                <a:cxn ang="0">
                  <a:pos x="T8" y="T9"/>
                </a:cxn>
              </a:cxnLst>
              <a:rect l="0" t="0" r="r" b="b"/>
              <a:pathLst>
                <a:path w="1037" h="102">
                  <a:moveTo>
                    <a:pt x="0" y="102"/>
                  </a:moveTo>
                  <a:lnTo>
                    <a:pt x="109" y="0"/>
                  </a:lnTo>
                  <a:lnTo>
                    <a:pt x="1037" y="0"/>
                  </a:lnTo>
                  <a:lnTo>
                    <a:pt x="934" y="102"/>
                  </a:lnTo>
                  <a:lnTo>
                    <a:pt x="0" y="10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47" name="Freeform 99"/>
            <p:cNvSpPr>
              <a:spLocks/>
            </p:cNvSpPr>
            <p:nvPr/>
          </p:nvSpPr>
          <p:spPr bwMode="auto">
            <a:xfrm>
              <a:off x="3674" y="3443"/>
              <a:ext cx="1037" cy="102"/>
            </a:xfrm>
            <a:custGeom>
              <a:avLst/>
              <a:gdLst>
                <a:gd name="T0" fmla="*/ 0 w 1037"/>
                <a:gd name="T1" fmla="*/ 102 h 102"/>
                <a:gd name="T2" fmla="*/ 109 w 1037"/>
                <a:gd name="T3" fmla="*/ 0 h 102"/>
                <a:gd name="T4" fmla="*/ 1037 w 1037"/>
                <a:gd name="T5" fmla="*/ 0 h 102"/>
                <a:gd name="T6" fmla="*/ 934 w 1037"/>
                <a:gd name="T7" fmla="*/ 102 h 102"/>
                <a:gd name="T8" fmla="*/ 0 w 1037"/>
                <a:gd name="T9" fmla="*/ 102 h 102"/>
              </a:gdLst>
              <a:ahLst/>
              <a:cxnLst>
                <a:cxn ang="0">
                  <a:pos x="T0" y="T1"/>
                </a:cxn>
                <a:cxn ang="0">
                  <a:pos x="T2" y="T3"/>
                </a:cxn>
                <a:cxn ang="0">
                  <a:pos x="T4" y="T5"/>
                </a:cxn>
                <a:cxn ang="0">
                  <a:pos x="T6" y="T7"/>
                </a:cxn>
                <a:cxn ang="0">
                  <a:pos x="T8" y="T9"/>
                </a:cxn>
              </a:cxnLst>
              <a:rect l="0" t="0" r="r" b="b"/>
              <a:pathLst>
                <a:path w="1037" h="102">
                  <a:moveTo>
                    <a:pt x="0" y="102"/>
                  </a:moveTo>
                  <a:lnTo>
                    <a:pt x="109" y="0"/>
                  </a:lnTo>
                  <a:lnTo>
                    <a:pt x="1037" y="0"/>
                  </a:lnTo>
                  <a:lnTo>
                    <a:pt x="934" y="102"/>
                  </a:lnTo>
                  <a:lnTo>
                    <a:pt x="0" y="102"/>
                  </a:lnTo>
                  <a:close/>
                </a:path>
              </a:pathLst>
            </a:custGeom>
            <a:solidFill>
              <a:srgbClr val="000000"/>
            </a:solidFill>
            <a:ln w="11113">
              <a:solidFill>
                <a:srgbClr val="000000"/>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48" name="Freeform 100"/>
            <p:cNvSpPr>
              <a:spLocks/>
            </p:cNvSpPr>
            <p:nvPr/>
          </p:nvSpPr>
          <p:spPr bwMode="auto">
            <a:xfrm>
              <a:off x="3666" y="2698"/>
              <a:ext cx="1030" cy="95"/>
            </a:xfrm>
            <a:custGeom>
              <a:avLst/>
              <a:gdLst>
                <a:gd name="T0" fmla="*/ 0 w 1030"/>
                <a:gd name="T1" fmla="*/ 95 h 95"/>
                <a:gd name="T2" fmla="*/ 103 w 1030"/>
                <a:gd name="T3" fmla="*/ 0 h 95"/>
                <a:gd name="T4" fmla="*/ 1030 w 1030"/>
                <a:gd name="T5" fmla="*/ 0 h 95"/>
                <a:gd name="T6" fmla="*/ 928 w 1030"/>
                <a:gd name="T7" fmla="*/ 95 h 95"/>
                <a:gd name="T8" fmla="*/ 0 w 1030"/>
                <a:gd name="T9" fmla="*/ 95 h 95"/>
              </a:gdLst>
              <a:ahLst/>
              <a:cxnLst>
                <a:cxn ang="0">
                  <a:pos x="T0" y="T1"/>
                </a:cxn>
                <a:cxn ang="0">
                  <a:pos x="T2" y="T3"/>
                </a:cxn>
                <a:cxn ang="0">
                  <a:pos x="T4" y="T5"/>
                </a:cxn>
                <a:cxn ang="0">
                  <a:pos x="T6" y="T7"/>
                </a:cxn>
                <a:cxn ang="0">
                  <a:pos x="T8" y="T9"/>
                </a:cxn>
              </a:cxnLst>
              <a:rect l="0" t="0" r="r" b="b"/>
              <a:pathLst>
                <a:path w="1030" h="95">
                  <a:moveTo>
                    <a:pt x="0" y="95"/>
                  </a:moveTo>
                  <a:lnTo>
                    <a:pt x="103" y="0"/>
                  </a:lnTo>
                  <a:lnTo>
                    <a:pt x="1030" y="0"/>
                  </a:lnTo>
                  <a:lnTo>
                    <a:pt x="928" y="95"/>
                  </a:lnTo>
                  <a:lnTo>
                    <a:pt x="0" y="9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49" name="Freeform 101"/>
            <p:cNvSpPr>
              <a:spLocks/>
            </p:cNvSpPr>
            <p:nvPr/>
          </p:nvSpPr>
          <p:spPr bwMode="auto">
            <a:xfrm>
              <a:off x="3666" y="2698"/>
              <a:ext cx="1030" cy="95"/>
            </a:xfrm>
            <a:custGeom>
              <a:avLst/>
              <a:gdLst>
                <a:gd name="T0" fmla="*/ 0 w 1030"/>
                <a:gd name="T1" fmla="*/ 95 h 95"/>
                <a:gd name="T2" fmla="*/ 103 w 1030"/>
                <a:gd name="T3" fmla="*/ 0 h 95"/>
                <a:gd name="T4" fmla="*/ 1030 w 1030"/>
                <a:gd name="T5" fmla="*/ 0 h 95"/>
                <a:gd name="T6" fmla="*/ 928 w 1030"/>
                <a:gd name="T7" fmla="*/ 95 h 95"/>
                <a:gd name="T8" fmla="*/ 0 w 1030"/>
                <a:gd name="T9" fmla="*/ 95 h 95"/>
              </a:gdLst>
              <a:ahLst/>
              <a:cxnLst>
                <a:cxn ang="0">
                  <a:pos x="T0" y="T1"/>
                </a:cxn>
                <a:cxn ang="0">
                  <a:pos x="T2" y="T3"/>
                </a:cxn>
                <a:cxn ang="0">
                  <a:pos x="T4" y="T5"/>
                </a:cxn>
                <a:cxn ang="0">
                  <a:pos x="T6" y="T7"/>
                </a:cxn>
                <a:cxn ang="0">
                  <a:pos x="T8" y="T9"/>
                </a:cxn>
              </a:cxnLst>
              <a:rect l="0" t="0" r="r" b="b"/>
              <a:pathLst>
                <a:path w="1030" h="95">
                  <a:moveTo>
                    <a:pt x="0" y="95"/>
                  </a:moveTo>
                  <a:lnTo>
                    <a:pt x="103" y="0"/>
                  </a:lnTo>
                  <a:lnTo>
                    <a:pt x="1030" y="0"/>
                  </a:lnTo>
                  <a:lnTo>
                    <a:pt x="928" y="95"/>
                  </a:lnTo>
                  <a:lnTo>
                    <a:pt x="0" y="95"/>
                  </a:lnTo>
                  <a:close/>
                </a:path>
              </a:pathLst>
            </a:custGeom>
            <a:solidFill>
              <a:srgbClr val="C9C9B6"/>
            </a:solidFill>
            <a:ln w="11113">
              <a:solidFill>
                <a:srgbClr val="494936"/>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50" name="Rectangle 102"/>
            <p:cNvSpPr>
              <a:spLocks noChangeArrowheads="1"/>
            </p:cNvSpPr>
            <p:nvPr/>
          </p:nvSpPr>
          <p:spPr bwMode="auto">
            <a:xfrm>
              <a:off x="3669" y="2796"/>
              <a:ext cx="929" cy="732"/>
            </a:xfrm>
            <a:prstGeom prst="rect">
              <a:avLst/>
            </a:prstGeom>
            <a:solidFill>
              <a:srgbClr val="B7B79D"/>
            </a:solidFill>
            <a:ln w="11113">
              <a:solidFill>
                <a:srgbClr val="494936"/>
              </a:solidFill>
              <a:miter lim="800000"/>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51" name="Rectangle 103"/>
            <p:cNvSpPr>
              <a:spLocks noChangeArrowheads="1"/>
            </p:cNvSpPr>
            <p:nvPr/>
          </p:nvSpPr>
          <p:spPr bwMode="auto">
            <a:xfrm>
              <a:off x="3750" y="2891"/>
              <a:ext cx="768" cy="564"/>
            </a:xfrm>
            <a:prstGeom prst="rect">
              <a:avLst/>
            </a:prstGeom>
            <a:solidFill>
              <a:srgbClr val="FFFFFF"/>
            </a:solidFill>
            <a:ln w="11113">
              <a:solidFill>
                <a:srgbClr val="494936"/>
              </a:solidFill>
              <a:miter lim="800000"/>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52" name="Freeform 104"/>
            <p:cNvSpPr>
              <a:spLocks/>
            </p:cNvSpPr>
            <p:nvPr/>
          </p:nvSpPr>
          <p:spPr bwMode="auto">
            <a:xfrm>
              <a:off x="4594" y="2698"/>
              <a:ext cx="102" cy="825"/>
            </a:xfrm>
            <a:custGeom>
              <a:avLst/>
              <a:gdLst>
                <a:gd name="T0" fmla="*/ 0 w 102"/>
                <a:gd name="T1" fmla="*/ 825 h 825"/>
                <a:gd name="T2" fmla="*/ 102 w 102"/>
                <a:gd name="T3" fmla="*/ 723 h 825"/>
                <a:gd name="T4" fmla="*/ 102 w 102"/>
                <a:gd name="T5" fmla="*/ 0 h 825"/>
                <a:gd name="T6" fmla="*/ 0 w 102"/>
                <a:gd name="T7" fmla="*/ 95 h 825"/>
                <a:gd name="T8" fmla="*/ 0 w 102"/>
                <a:gd name="T9" fmla="*/ 825 h 825"/>
              </a:gdLst>
              <a:ahLst/>
              <a:cxnLst>
                <a:cxn ang="0">
                  <a:pos x="T0" y="T1"/>
                </a:cxn>
                <a:cxn ang="0">
                  <a:pos x="T2" y="T3"/>
                </a:cxn>
                <a:cxn ang="0">
                  <a:pos x="T4" y="T5"/>
                </a:cxn>
                <a:cxn ang="0">
                  <a:pos x="T6" y="T7"/>
                </a:cxn>
                <a:cxn ang="0">
                  <a:pos x="T8" y="T9"/>
                </a:cxn>
              </a:cxnLst>
              <a:rect l="0" t="0" r="r" b="b"/>
              <a:pathLst>
                <a:path w="102" h="825">
                  <a:moveTo>
                    <a:pt x="0" y="825"/>
                  </a:moveTo>
                  <a:lnTo>
                    <a:pt x="102" y="723"/>
                  </a:lnTo>
                  <a:lnTo>
                    <a:pt x="102" y="0"/>
                  </a:lnTo>
                  <a:lnTo>
                    <a:pt x="0" y="95"/>
                  </a:lnTo>
                  <a:lnTo>
                    <a:pt x="0" y="82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53" name="Freeform 105"/>
            <p:cNvSpPr>
              <a:spLocks/>
            </p:cNvSpPr>
            <p:nvPr/>
          </p:nvSpPr>
          <p:spPr bwMode="auto">
            <a:xfrm>
              <a:off x="4594" y="2698"/>
              <a:ext cx="102" cy="825"/>
            </a:xfrm>
            <a:custGeom>
              <a:avLst/>
              <a:gdLst>
                <a:gd name="T0" fmla="*/ 0 w 102"/>
                <a:gd name="T1" fmla="*/ 825 h 825"/>
                <a:gd name="T2" fmla="*/ 102 w 102"/>
                <a:gd name="T3" fmla="*/ 723 h 825"/>
                <a:gd name="T4" fmla="*/ 102 w 102"/>
                <a:gd name="T5" fmla="*/ 0 h 825"/>
                <a:gd name="T6" fmla="*/ 0 w 102"/>
                <a:gd name="T7" fmla="*/ 95 h 825"/>
                <a:gd name="T8" fmla="*/ 0 w 102"/>
                <a:gd name="T9" fmla="*/ 825 h 825"/>
              </a:gdLst>
              <a:ahLst/>
              <a:cxnLst>
                <a:cxn ang="0">
                  <a:pos x="T0" y="T1"/>
                </a:cxn>
                <a:cxn ang="0">
                  <a:pos x="T2" y="T3"/>
                </a:cxn>
                <a:cxn ang="0">
                  <a:pos x="T4" y="T5"/>
                </a:cxn>
                <a:cxn ang="0">
                  <a:pos x="T6" y="T7"/>
                </a:cxn>
                <a:cxn ang="0">
                  <a:pos x="T8" y="T9"/>
                </a:cxn>
              </a:cxnLst>
              <a:rect l="0" t="0" r="r" b="b"/>
              <a:pathLst>
                <a:path w="102" h="825">
                  <a:moveTo>
                    <a:pt x="0" y="825"/>
                  </a:moveTo>
                  <a:lnTo>
                    <a:pt x="102" y="723"/>
                  </a:lnTo>
                  <a:lnTo>
                    <a:pt x="102" y="0"/>
                  </a:lnTo>
                  <a:lnTo>
                    <a:pt x="0" y="95"/>
                  </a:lnTo>
                  <a:lnTo>
                    <a:pt x="0" y="825"/>
                  </a:lnTo>
                  <a:close/>
                </a:path>
              </a:pathLst>
            </a:custGeom>
            <a:solidFill>
              <a:srgbClr val="7A7A5A"/>
            </a:solidFill>
            <a:ln w="11113">
              <a:solidFill>
                <a:srgbClr val="494936"/>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grpSp>
      <p:pic>
        <p:nvPicPr>
          <p:cNvPr id="360554" name="Picture 10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56293" y="5561014"/>
            <a:ext cx="944562"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360555" name="Group 107"/>
          <p:cNvGrpSpPr>
            <a:grpSpLocks/>
          </p:cNvGrpSpPr>
          <p:nvPr/>
        </p:nvGrpSpPr>
        <p:grpSpPr bwMode="auto">
          <a:xfrm flipH="1">
            <a:off x="2533980" y="6048375"/>
            <a:ext cx="539750" cy="520700"/>
            <a:chOff x="3477" y="2698"/>
            <a:chExt cx="1445" cy="1307"/>
          </a:xfrm>
        </p:grpSpPr>
        <p:sp>
          <p:nvSpPr>
            <p:cNvPr id="360556" name="Rectangle 108"/>
            <p:cNvSpPr>
              <a:spLocks noChangeArrowheads="1"/>
            </p:cNvSpPr>
            <p:nvPr/>
          </p:nvSpPr>
          <p:spPr bwMode="auto">
            <a:xfrm>
              <a:off x="3477" y="3574"/>
              <a:ext cx="1307" cy="241"/>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57" name="Rectangle 109"/>
            <p:cNvSpPr>
              <a:spLocks noChangeArrowheads="1"/>
            </p:cNvSpPr>
            <p:nvPr/>
          </p:nvSpPr>
          <p:spPr bwMode="auto">
            <a:xfrm>
              <a:off x="3480" y="3577"/>
              <a:ext cx="1301" cy="235"/>
            </a:xfrm>
            <a:prstGeom prst="rect">
              <a:avLst/>
            </a:prstGeom>
            <a:solidFill>
              <a:srgbClr val="B7B79D"/>
            </a:solidFill>
            <a:ln w="11113">
              <a:solidFill>
                <a:srgbClr val="494936"/>
              </a:solidFill>
              <a:miter lim="800000"/>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58" name="Freeform 110"/>
            <p:cNvSpPr>
              <a:spLocks/>
            </p:cNvSpPr>
            <p:nvPr/>
          </p:nvSpPr>
          <p:spPr bwMode="auto">
            <a:xfrm>
              <a:off x="3477" y="3443"/>
              <a:ext cx="1445" cy="131"/>
            </a:xfrm>
            <a:custGeom>
              <a:avLst/>
              <a:gdLst>
                <a:gd name="T0" fmla="*/ 0 w 1445"/>
                <a:gd name="T1" fmla="*/ 131 h 131"/>
                <a:gd name="T2" fmla="*/ 138 w 1445"/>
                <a:gd name="T3" fmla="*/ 0 h 131"/>
                <a:gd name="T4" fmla="*/ 1445 w 1445"/>
                <a:gd name="T5" fmla="*/ 0 h 131"/>
                <a:gd name="T6" fmla="*/ 1307 w 1445"/>
                <a:gd name="T7" fmla="*/ 131 h 131"/>
                <a:gd name="T8" fmla="*/ 0 w 1445"/>
                <a:gd name="T9" fmla="*/ 131 h 131"/>
              </a:gdLst>
              <a:ahLst/>
              <a:cxnLst>
                <a:cxn ang="0">
                  <a:pos x="T0" y="T1"/>
                </a:cxn>
                <a:cxn ang="0">
                  <a:pos x="T2" y="T3"/>
                </a:cxn>
                <a:cxn ang="0">
                  <a:pos x="T4" y="T5"/>
                </a:cxn>
                <a:cxn ang="0">
                  <a:pos x="T6" y="T7"/>
                </a:cxn>
                <a:cxn ang="0">
                  <a:pos x="T8" y="T9"/>
                </a:cxn>
              </a:cxnLst>
              <a:rect l="0" t="0" r="r" b="b"/>
              <a:pathLst>
                <a:path w="1445" h="131">
                  <a:moveTo>
                    <a:pt x="0" y="131"/>
                  </a:moveTo>
                  <a:lnTo>
                    <a:pt x="138" y="0"/>
                  </a:lnTo>
                  <a:lnTo>
                    <a:pt x="1445" y="0"/>
                  </a:lnTo>
                  <a:lnTo>
                    <a:pt x="1307" y="131"/>
                  </a:lnTo>
                  <a:lnTo>
                    <a:pt x="0" y="13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59" name="Freeform 111"/>
            <p:cNvSpPr>
              <a:spLocks/>
            </p:cNvSpPr>
            <p:nvPr/>
          </p:nvSpPr>
          <p:spPr bwMode="auto">
            <a:xfrm>
              <a:off x="3477" y="3443"/>
              <a:ext cx="1445" cy="131"/>
            </a:xfrm>
            <a:custGeom>
              <a:avLst/>
              <a:gdLst>
                <a:gd name="T0" fmla="*/ 0 w 1445"/>
                <a:gd name="T1" fmla="*/ 131 h 131"/>
                <a:gd name="T2" fmla="*/ 138 w 1445"/>
                <a:gd name="T3" fmla="*/ 0 h 131"/>
                <a:gd name="T4" fmla="*/ 1445 w 1445"/>
                <a:gd name="T5" fmla="*/ 0 h 131"/>
                <a:gd name="T6" fmla="*/ 1307 w 1445"/>
                <a:gd name="T7" fmla="*/ 131 h 131"/>
                <a:gd name="T8" fmla="*/ 0 w 1445"/>
                <a:gd name="T9" fmla="*/ 131 h 131"/>
              </a:gdLst>
              <a:ahLst/>
              <a:cxnLst>
                <a:cxn ang="0">
                  <a:pos x="T0" y="T1"/>
                </a:cxn>
                <a:cxn ang="0">
                  <a:pos x="T2" y="T3"/>
                </a:cxn>
                <a:cxn ang="0">
                  <a:pos x="T4" y="T5"/>
                </a:cxn>
                <a:cxn ang="0">
                  <a:pos x="T6" y="T7"/>
                </a:cxn>
                <a:cxn ang="0">
                  <a:pos x="T8" y="T9"/>
                </a:cxn>
              </a:cxnLst>
              <a:rect l="0" t="0" r="r" b="b"/>
              <a:pathLst>
                <a:path w="1445" h="131">
                  <a:moveTo>
                    <a:pt x="0" y="131"/>
                  </a:moveTo>
                  <a:lnTo>
                    <a:pt x="138" y="0"/>
                  </a:lnTo>
                  <a:lnTo>
                    <a:pt x="1445" y="0"/>
                  </a:lnTo>
                  <a:lnTo>
                    <a:pt x="1307" y="131"/>
                  </a:lnTo>
                  <a:lnTo>
                    <a:pt x="0" y="131"/>
                  </a:lnTo>
                  <a:close/>
                </a:path>
              </a:pathLst>
            </a:custGeom>
            <a:solidFill>
              <a:srgbClr val="C9C9B6"/>
            </a:solidFill>
            <a:ln w="11113">
              <a:solidFill>
                <a:srgbClr val="494936"/>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60" name="Line 112"/>
            <p:cNvSpPr>
              <a:spLocks noChangeShapeType="1"/>
            </p:cNvSpPr>
            <p:nvPr/>
          </p:nvSpPr>
          <p:spPr bwMode="auto">
            <a:xfrm flipH="1">
              <a:off x="4397" y="3684"/>
              <a:ext cx="314" cy="1"/>
            </a:xfrm>
            <a:prstGeom prst="line">
              <a:avLst/>
            </a:prstGeom>
            <a:noFill/>
            <a:ln w="349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61" name="Freeform 113"/>
            <p:cNvSpPr>
              <a:spLocks/>
            </p:cNvSpPr>
            <p:nvPr/>
          </p:nvSpPr>
          <p:spPr bwMode="auto">
            <a:xfrm>
              <a:off x="4784" y="3443"/>
              <a:ext cx="138" cy="372"/>
            </a:xfrm>
            <a:custGeom>
              <a:avLst/>
              <a:gdLst>
                <a:gd name="T0" fmla="*/ 0 w 138"/>
                <a:gd name="T1" fmla="*/ 372 h 372"/>
                <a:gd name="T2" fmla="*/ 138 w 138"/>
                <a:gd name="T3" fmla="*/ 234 h 372"/>
                <a:gd name="T4" fmla="*/ 138 w 138"/>
                <a:gd name="T5" fmla="*/ 0 h 372"/>
                <a:gd name="T6" fmla="*/ 0 w 138"/>
                <a:gd name="T7" fmla="*/ 131 h 372"/>
                <a:gd name="T8" fmla="*/ 0 w 138"/>
                <a:gd name="T9" fmla="*/ 372 h 372"/>
              </a:gdLst>
              <a:ahLst/>
              <a:cxnLst>
                <a:cxn ang="0">
                  <a:pos x="T0" y="T1"/>
                </a:cxn>
                <a:cxn ang="0">
                  <a:pos x="T2" y="T3"/>
                </a:cxn>
                <a:cxn ang="0">
                  <a:pos x="T4" y="T5"/>
                </a:cxn>
                <a:cxn ang="0">
                  <a:pos x="T6" y="T7"/>
                </a:cxn>
                <a:cxn ang="0">
                  <a:pos x="T8" y="T9"/>
                </a:cxn>
              </a:cxnLst>
              <a:rect l="0" t="0" r="r" b="b"/>
              <a:pathLst>
                <a:path w="138" h="372">
                  <a:moveTo>
                    <a:pt x="0" y="372"/>
                  </a:moveTo>
                  <a:lnTo>
                    <a:pt x="138" y="234"/>
                  </a:lnTo>
                  <a:lnTo>
                    <a:pt x="138" y="0"/>
                  </a:lnTo>
                  <a:lnTo>
                    <a:pt x="0" y="131"/>
                  </a:lnTo>
                  <a:lnTo>
                    <a:pt x="0" y="372"/>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62" name="Freeform 114"/>
            <p:cNvSpPr>
              <a:spLocks/>
            </p:cNvSpPr>
            <p:nvPr/>
          </p:nvSpPr>
          <p:spPr bwMode="auto">
            <a:xfrm>
              <a:off x="4784" y="3443"/>
              <a:ext cx="138" cy="372"/>
            </a:xfrm>
            <a:custGeom>
              <a:avLst/>
              <a:gdLst>
                <a:gd name="T0" fmla="*/ 0 w 138"/>
                <a:gd name="T1" fmla="*/ 372 h 372"/>
                <a:gd name="T2" fmla="*/ 138 w 138"/>
                <a:gd name="T3" fmla="*/ 234 h 372"/>
                <a:gd name="T4" fmla="*/ 138 w 138"/>
                <a:gd name="T5" fmla="*/ 0 h 372"/>
                <a:gd name="T6" fmla="*/ 0 w 138"/>
                <a:gd name="T7" fmla="*/ 131 h 372"/>
                <a:gd name="T8" fmla="*/ 0 w 138"/>
                <a:gd name="T9" fmla="*/ 372 h 372"/>
              </a:gdLst>
              <a:ahLst/>
              <a:cxnLst>
                <a:cxn ang="0">
                  <a:pos x="T0" y="T1"/>
                </a:cxn>
                <a:cxn ang="0">
                  <a:pos x="T2" y="T3"/>
                </a:cxn>
                <a:cxn ang="0">
                  <a:pos x="T4" y="T5"/>
                </a:cxn>
                <a:cxn ang="0">
                  <a:pos x="T6" y="T7"/>
                </a:cxn>
                <a:cxn ang="0">
                  <a:pos x="T8" y="T9"/>
                </a:cxn>
              </a:cxnLst>
              <a:rect l="0" t="0" r="r" b="b"/>
              <a:pathLst>
                <a:path w="138" h="372">
                  <a:moveTo>
                    <a:pt x="0" y="372"/>
                  </a:moveTo>
                  <a:lnTo>
                    <a:pt x="138" y="234"/>
                  </a:lnTo>
                  <a:lnTo>
                    <a:pt x="138" y="0"/>
                  </a:lnTo>
                  <a:lnTo>
                    <a:pt x="0" y="131"/>
                  </a:lnTo>
                  <a:lnTo>
                    <a:pt x="0" y="372"/>
                  </a:lnTo>
                  <a:close/>
                </a:path>
              </a:pathLst>
            </a:custGeom>
            <a:solidFill>
              <a:srgbClr val="7A7A5A"/>
            </a:solidFill>
            <a:ln w="11113">
              <a:solidFill>
                <a:srgbClr val="494936"/>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63" name="Freeform 115"/>
            <p:cNvSpPr>
              <a:spLocks/>
            </p:cNvSpPr>
            <p:nvPr/>
          </p:nvSpPr>
          <p:spPr bwMode="auto">
            <a:xfrm>
              <a:off x="3484" y="3786"/>
              <a:ext cx="1154" cy="183"/>
            </a:xfrm>
            <a:custGeom>
              <a:avLst/>
              <a:gdLst>
                <a:gd name="T0" fmla="*/ 0 w 1154"/>
                <a:gd name="T1" fmla="*/ 183 h 183"/>
                <a:gd name="T2" fmla="*/ 146 w 1154"/>
                <a:gd name="T3" fmla="*/ 0 h 183"/>
                <a:gd name="T4" fmla="*/ 1154 w 1154"/>
                <a:gd name="T5" fmla="*/ 0 h 183"/>
                <a:gd name="T6" fmla="*/ 1008 w 1154"/>
                <a:gd name="T7" fmla="*/ 183 h 183"/>
                <a:gd name="T8" fmla="*/ 0 w 1154"/>
                <a:gd name="T9" fmla="*/ 183 h 183"/>
              </a:gdLst>
              <a:ahLst/>
              <a:cxnLst>
                <a:cxn ang="0">
                  <a:pos x="T0" y="T1"/>
                </a:cxn>
                <a:cxn ang="0">
                  <a:pos x="T2" y="T3"/>
                </a:cxn>
                <a:cxn ang="0">
                  <a:pos x="T4" y="T5"/>
                </a:cxn>
                <a:cxn ang="0">
                  <a:pos x="T6" y="T7"/>
                </a:cxn>
                <a:cxn ang="0">
                  <a:pos x="T8" y="T9"/>
                </a:cxn>
              </a:cxnLst>
              <a:rect l="0" t="0" r="r" b="b"/>
              <a:pathLst>
                <a:path w="1154" h="183">
                  <a:moveTo>
                    <a:pt x="0" y="183"/>
                  </a:moveTo>
                  <a:lnTo>
                    <a:pt x="146" y="0"/>
                  </a:lnTo>
                  <a:lnTo>
                    <a:pt x="1154" y="0"/>
                  </a:lnTo>
                  <a:lnTo>
                    <a:pt x="1008" y="183"/>
                  </a:lnTo>
                  <a:lnTo>
                    <a:pt x="0" y="18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64" name="Freeform 116"/>
            <p:cNvSpPr>
              <a:spLocks/>
            </p:cNvSpPr>
            <p:nvPr/>
          </p:nvSpPr>
          <p:spPr bwMode="auto">
            <a:xfrm>
              <a:off x="3484" y="3786"/>
              <a:ext cx="1154" cy="183"/>
            </a:xfrm>
            <a:custGeom>
              <a:avLst/>
              <a:gdLst>
                <a:gd name="T0" fmla="*/ 0 w 1154"/>
                <a:gd name="T1" fmla="*/ 183 h 183"/>
                <a:gd name="T2" fmla="*/ 146 w 1154"/>
                <a:gd name="T3" fmla="*/ 0 h 183"/>
                <a:gd name="T4" fmla="*/ 1154 w 1154"/>
                <a:gd name="T5" fmla="*/ 0 h 183"/>
                <a:gd name="T6" fmla="*/ 1008 w 1154"/>
                <a:gd name="T7" fmla="*/ 183 h 183"/>
                <a:gd name="T8" fmla="*/ 0 w 1154"/>
                <a:gd name="T9" fmla="*/ 183 h 183"/>
              </a:gdLst>
              <a:ahLst/>
              <a:cxnLst>
                <a:cxn ang="0">
                  <a:pos x="T0" y="T1"/>
                </a:cxn>
                <a:cxn ang="0">
                  <a:pos x="T2" y="T3"/>
                </a:cxn>
                <a:cxn ang="0">
                  <a:pos x="T4" y="T5"/>
                </a:cxn>
                <a:cxn ang="0">
                  <a:pos x="T6" y="T7"/>
                </a:cxn>
                <a:cxn ang="0">
                  <a:pos x="T8" y="T9"/>
                </a:cxn>
              </a:cxnLst>
              <a:rect l="0" t="0" r="r" b="b"/>
              <a:pathLst>
                <a:path w="1154" h="183">
                  <a:moveTo>
                    <a:pt x="0" y="183"/>
                  </a:moveTo>
                  <a:lnTo>
                    <a:pt x="146" y="0"/>
                  </a:lnTo>
                  <a:lnTo>
                    <a:pt x="1154" y="0"/>
                  </a:lnTo>
                  <a:lnTo>
                    <a:pt x="1008" y="183"/>
                  </a:lnTo>
                  <a:lnTo>
                    <a:pt x="0" y="183"/>
                  </a:lnTo>
                  <a:close/>
                </a:path>
              </a:pathLst>
            </a:custGeom>
            <a:solidFill>
              <a:srgbClr val="C9C9B6"/>
            </a:solidFill>
            <a:ln w="11113">
              <a:solidFill>
                <a:srgbClr val="494936"/>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65" name="Freeform 117"/>
            <p:cNvSpPr>
              <a:spLocks/>
            </p:cNvSpPr>
            <p:nvPr/>
          </p:nvSpPr>
          <p:spPr bwMode="auto">
            <a:xfrm>
              <a:off x="4492" y="3786"/>
              <a:ext cx="146" cy="219"/>
            </a:xfrm>
            <a:custGeom>
              <a:avLst/>
              <a:gdLst>
                <a:gd name="T0" fmla="*/ 0 w 146"/>
                <a:gd name="T1" fmla="*/ 219 h 219"/>
                <a:gd name="T2" fmla="*/ 146 w 146"/>
                <a:gd name="T3" fmla="*/ 66 h 219"/>
                <a:gd name="T4" fmla="*/ 146 w 146"/>
                <a:gd name="T5" fmla="*/ 0 h 219"/>
                <a:gd name="T6" fmla="*/ 0 w 146"/>
                <a:gd name="T7" fmla="*/ 183 h 219"/>
                <a:gd name="T8" fmla="*/ 0 w 146"/>
                <a:gd name="T9" fmla="*/ 219 h 219"/>
              </a:gdLst>
              <a:ahLst/>
              <a:cxnLst>
                <a:cxn ang="0">
                  <a:pos x="T0" y="T1"/>
                </a:cxn>
                <a:cxn ang="0">
                  <a:pos x="T2" y="T3"/>
                </a:cxn>
                <a:cxn ang="0">
                  <a:pos x="T4" y="T5"/>
                </a:cxn>
                <a:cxn ang="0">
                  <a:pos x="T6" y="T7"/>
                </a:cxn>
                <a:cxn ang="0">
                  <a:pos x="T8" y="T9"/>
                </a:cxn>
              </a:cxnLst>
              <a:rect l="0" t="0" r="r" b="b"/>
              <a:pathLst>
                <a:path w="146" h="219">
                  <a:moveTo>
                    <a:pt x="0" y="219"/>
                  </a:moveTo>
                  <a:lnTo>
                    <a:pt x="146" y="66"/>
                  </a:lnTo>
                  <a:lnTo>
                    <a:pt x="146" y="0"/>
                  </a:lnTo>
                  <a:lnTo>
                    <a:pt x="0" y="183"/>
                  </a:lnTo>
                  <a:lnTo>
                    <a:pt x="0" y="219"/>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66" name="Freeform 118"/>
            <p:cNvSpPr>
              <a:spLocks/>
            </p:cNvSpPr>
            <p:nvPr/>
          </p:nvSpPr>
          <p:spPr bwMode="auto">
            <a:xfrm>
              <a:off x="4492" y="3786"/>
              <a:ext cx="146" cy="219"/>
            </a:xfrm>
            <a:custGeom>
              <a:avLst/>
              <a:gdLst>
                <a:gd name="T0" fmla="*/ 0 w 146"/>
                <a:gd name="T1" fmla="*/ 219 h 219"/>
                <a:gd name="T2" fmla="*/ 146 w 146"/>
                <a:gd name="T3" fmla="*/ 66 h 219"/>
                <a:gd name="T4" fmla="*/ 146 w 146"/>
                <a:gd name="T5" fmla="*/ 0 h 219"/>
                <a:gd name="T6" fmla="*/ 0 w 146"/>
                <a:gd name="T7" fmla="*/ 183 h 219"/>
                <a:gd name="T8" fmla="*/ 0 w 146"/>
                <a:gd name="T9" fmla="*/ 219 h 219"/>
              </a:gdLst>
              <a:ahLst/>
              <a:cxnLst>
                <a:cxn ang="0">
                  <a:pos x="T0" y="T1"/>
                </a:cxn>
                <a:cxn ang="0">
                  <a:pos x="T2" y="T3"/>
                </a:cxn>
                <a:cxn ang="0">
                  <a:pos x="T4" y="T5"/>
                </a:cxn>
                <a:cxn ang="0">
                  <a:pos x="T6" y="T7"/>
                </a:cxn>
                <a:cxn ang="0">
                  <a:pos x="T8" y="T9"/>
                </a:cxn>
              </a:cxnLst>
              <a:rect l="0" t="0" r="r" b="b"/>
              <a:pathLst>
                <a:path w="146" h="219">
                  <a:moveTo>
                    <a:pt x="0" y="219"/>
                  </a:moveTo>
                  <a:lnTo>
                    <a:pt x="146" y="66"/>
                  </a:lnTo>
                  <a:lnTo>
                    <a:pt x="146" y="0"/>
                  </a:lnTo>
                  <a:lnTo>
                    <a:pt x="0" y="183"/>
                  </a:lnTo>
                  <a:lnTo>
                    <a:pt x="0" y="219"/>
                  </a:lnTo>
                  <a:close/>
                </a:path>
              </a:pathLst>
            </a:custGeom>
            <a:solidFill>
              <a:srgbClr val="7A7A5A"/>
            </a:solidFill>
            <a:ln w="11113">
              <a:solidFill>
                <a:srgbClr val="494936"/>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67" name="Rectangle 119"/>
            <p:cNvSpPr>
              <a:spLocks noChangeArrowheads="1"/>
            </p:cNvSpPr>
            <p:nvPr/>
          </p:nvSpPr>
          <p:spPr bwMode="auto">
            <a:xfrm>
              <a:off x="3484" y="3969"/>
              <a:ext cx="1008" cy="36"/>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68" name="Rectangle 120"/>
            <p:cNvSpPr>
              <a:spLocks noChangeArrowheads="1"/>
            </p:cNvSpPr>
            <p:nvPr/>
          </p:nvSpPr>
          <p:spPr bwMode="auto">
            <a:xfrm>
              <a:off x="3487" y="3972"/>
              <a:ext cx="1002" cy="30"/>
            </a:xfrm>
            <a:prstGeom prst="rect">
              <a:avLst/>
            </a:prstGeom>
            <a:solidFill>
              <a:srgbClr val="B7B79D"/>
            </a:solidFill>
            <a:ln w="11113">
              <a:solidFill>
                <a:srgbClr val="494936"/>
              </a:solidFill>
              <a:miter lim="800000"/>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69" name="Freeform 121"/>
            <p:cNvSpPr>
              <a:spLocks/>
            </p:cNvSpPr>
            <p:nvPr/>
          </p:nvSpPr>
          <p:spPr bwMode="auto">
            <a:xfrm>
              <a:off x="3674" y="3443"/>
              <a:ext cx="1037" cy="102"/>
            </a:xfrm>
            <a:custGeom>
              <a:avLst/>
              <a:gdLst>
                <a:gd name="T0" fmla="*/ 0 w 1037"/>
                <a:gd name="T1" fmla="*/ 102 h 102"/>
                <a:gd name="T2" fmla="*/ 109 w 1037"/>
                <a:gd name="T3" fmla="*/ 0 h 102"/>
                <a:gd name="T4" fmla="*/ 1037 w 1037"/>
                <a:gd name="T5" fmla="*/ 0 h 102"/>
                <a:gd name="T6" fmla="*/ 934 w 1037"/>
                <a:gd name="T7" fmla="*/ 102 h 102"/>
                <a:gd name="T8" fmla="*/ 0 w 1037"/>
                <a:gd name="T9" fmla="*/ 102 h 102"/>
              </a:gdLst>
              <a:ahLst/>
              <a:cxnLst>
                <a:cxn ang="0">
                  <a:pos x="T0" y="T1"/>
                </a:cxn>
                <a:cxn ang="0">
                  <a:pos x="T2" y="T3"/>
                </a:cxn>
                <a:cxn ang="0">
                  <a:pos x="T4" y="T5"/>
                </a:cxn>
                <a:cxn ang="0">
                  <a:pos x="T6" y="T7"/>
                </a:cxn>
                <a:cxn ang="0">
                  <a:pos x="T8" y="T9"/>
                </a:cxn>
              </a:cxnLst>
              <a:rect l="0" t="0" r="r" b="b"/>
              <a:pathLst>
                <a:path w="1037" h="102">
                  <a:moveTo>
                    <a:pt x="0" y="102"/>
                  </a:moveTo>
                  <a:lnTo>
                    <a:pt x="109" y="0"/>
                  </a:lnTo>
                  <a:lnTo>
                    <a:pt x="1037" y="0"/>
                  </a:lnTo>
                  <a:lnTo>
                    <a:pt x="934" y="102"/>
                  </a:lnTo>
                  <a:lnTo>
                    <a:pt x="0" y="10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70" name="Freeform 122"/>
            <p:cNvSpPr>
              <a:spLocks/>
            </p:cNvSpPr>
            <p:nvPr/>
          </p:nvSpPr>
          <p:spPr bwMode="auto">
            <a:xfrm>
              <a:off x="3674" y="3443"/>
              <a:ext cx="1037" cy="102"/>
            </a:xfrm>
            <a:custGeom>
              <a:avLst/>
              <a:gdLst>
                <a:gd name="T0" fmla="*/ 0 w 1037"/>
                <a:gd name="T1" fmla="*/ 102 h 102"/>
                <a:gd name="T2" fmla="*/ 109 w 1037"/>
                <a:gd name="T3" fmla="*/ 0 h 102"/>
                <a:gd name="T4" fmla="*/ 1037 w 1037"/>
                <a:gd name="T5" fmla="*/ 0 h 102"/>
                <a:gd name="T6" fmla="*/ 934 w 1037"/>
                <a:gd name="T7" fmla="*/ 102 h 102"/>
                <a:gd name="T8" fmla="*/ 0 w 1037"/>
                <a:gd name="T9" fmla="*/ 102 h 102"/>
              </a:gdLst>
              <a:ahLst/>
              <a:cxnLst>
                <a:cxn ang="0">
                  <a:pos x="T0" y="T1"/>
                </a:cxn>
                <a:cxn ang="0">
                  <a:pos x="T2" y="T3"/>
                </a:cxn>
                <a:cxn ang="0">
                  <a:pos x="T4" y="T5"/>
                </a:cxn>
                <a:cxn ang="0">
                  <a:pos x="T6" y="T7"/>
                </a:cxn>
                <a:cxn ang="0">
                  <a:pos x="T8" y="T9"/>
                </a:cxn>
              </a:cxnLst>
              <a:rect l="0" t="0" r="r" b="b"/>
              <a:pathLst>
                <a:path w="1037" h="102">
                  <a:moveTo>
                    <a:pt x="0" y="102"/>
                  </a:moveTo>
                  <a:lnTo>
                    <a:pt x="109" y="0"/>
                  </a:lnTo>
                  <a:lnTo>
                    <a:pt x="1037" y="0"/>
                  </a:lnTo>
                  <a:lnTo>
                    <a:pt x="934" y="102"/>
                  </a:lnTo>
                  <a:lnTo>
                    <a:pt x="0" y="102"/>
                  </a:lnTo>
                  <a:close/>
                </a:path>
              </a:pathLst>
            </a:custGeom>
            <a:solidFill>
              <a:srgbClr val="000000"/>
            </a:solidFill>
            <a:ln w="11113">
              <a:solidFill>
                <a:srgbClr val="000000"/>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71" name="Freeform 123"/>
            <p:cNvSpPr>
              <a:spLocks/>
            </p:cNvSpPr>
            <p:nvPr/>
          </p:nvSpPr>
          <p:spPr bwMode="auto">
            <a:xfrm>
              <a:off x="3666" y="2698"/>
              <a:ext cx="1030" cy="95"/>
            </a:xfrm>
            <a:custGeom>
              <a:avLst/>
              <a:gdLst>
                <a:gd name="T0" fmla="*/ 0 w 1030"/>
                <a:gd name="T1" fmla="*/ 95 h 95"/>
                <a:gd name="T2" fmla="*/ 103 w 1030"/>
                <a:gd name="T3" fmla="*/ 0 h 95"/>
                <a:gd name="T4" fmla="*/ 1030 w 1030"/>
                <a:gd name="T5" fmla="*/ 0 h 95"/>
                <a:gd name="T6" fmla="*/ 928 w 1030"/>
                <a:gd name="T7" fmla="*/ 95 h 95"/>
                <a:gd name="T8" fmla="*/ 0 w 1030"/>
                <a:gd name="T9" fmla="*/ 95 h 95"/>
              </a:gdLst>
              <a:ahLst/>
              <a:cxnLst>
                <a:cxn ang="0">
                  <a:pos x="T0" y="T1"/>
                </a:cxn>
                <a:cxn ang="0">
                  <a:pos x="T2" y="T3"/>
                </a:cxn>
                <a:cxn ang="0">
                  <a:pos x="T4" y="T5"/>
                </a:cxn>
                <a:cxn ang="0">
                  <a:pos x="T6" y="T7"/>
                </a:cxn>
                <a:cxn ang="0">
                  <a:pos x="T8" y="T9"/>
                </a:cxn>
              </a:cxnLst>
              <a:rect l="0" t="0" r="r" b="b"/>
              <a:pathLst>
                <a:path w="1030" h="95">
                  <a:moveTo>
                    <a:pt x="0" y="95"/>
                  </a:moveTo>
                  <a:lnTo>
                    <a:pt x="103" y="0"/>
                  </a:lnTo>
                  <a:lnTo>
                    <a:pt x="1030" y="0"/>
                  </a:lnTo>
                  <a:lnTo>
                    <a:pt x="928" y="95"/>
                  </a:lnTo>
                  <a:lnTo>
                    <a:pt x="0" y="9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72" name="Freeform 124"/>
            <p:cNvSpPr>
              <a:spLocks/>
            </p:cNvSpPr>
            <p:nvPr/>
          </p:nvSpPr>
          <p:spPr bwMode="auto">
            <a:xfrm>
              <a:off x="3666" y="2698"/>
              <a:ext cx="1030" cy="95"/>
            </a:xfrm>
            <a:custGeom>
              <a:avLst/>
              <a:gdLst>
                <a:gd name="T0" fmla="*/ 0 w 1030"/>
                <a:gd name="T1" fmla="*/ 95 h 95"/>
                <a:gd name="T2" fmla="*/ 103 w 1030"/>
                <a:gd name="T3" fmla="*/ 0 h 95"/>
                <a:gd name="T4" fmla="*/ 1030 w 1030"/>
                <a:gd name="T5" fmla="*/ 0 h 95"/>
                <a:gd name="T6" fmla="*/ 928 w 1030"/>
                <a:gd name="T7" fmla="*/ 95 h 95"/>
                <a:gd name="T8" fmla="*/ 0 w 1030"/>
                <a:gd name="T9" fmla="*/ 95 h 95"/>
              </a:gdLst>
              <a:ahLst/>
              <a:cxnLst>
                <a:cxn ang="0">
                  <a:pos x="T0" y="T1"/>
                </a:cxn>
                <a:cxn ang="0">
                  <a:pos x="T2" y="T3"/>
                </a:cxn>
                <a:cxn ang="0">
                  <a:pos x="T4" y="T5"/>
                </a:cxn>
                <a:cxn ang="0">
                  <a:pos x="T6" y="T7"/>
                </a:cxn>
                <a:cxn ang="0">
                  <a:pos x="T8" y="T9"/>
                </a:cxn>
              </a:cxnLst>
              <a:rect l="0" t="0" r="r" b="b"/>
              <a:pathLst>
                <a:path w="1030" h="95">
                  <a:moveTo>
                    <a:pt x="0" y="95"/>
                  </a:moveTo>
                  <a:lnTo>
                    <a:pt x="103" y="0"/>
                  </a:lnTo>
                  <a:lnTo>
                    <a:pt x="1030" y="0"/>
                  </a:lnTo>
                  <a:lnTo>
                    <a:pt x="928" y="95"/>
                  </a:lnTo>
                  <a:lnTo>
                    <a:pt x="0" y="95"/>
                  </a:lnTo>
                  <a:close/>
                </a:path>
              </a:pathLst>
            </a:custGeom>
            <a:solidFill>
              <a:srgbClr val="C9C9B6"/>
            </a:solidFill>
            <a:ln w="11113">
              <a:solidFill>
                <a:srgbClr val="494936"/>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73" name="Rectangle 125"/>
            <p:cNvSpPr>
              <a:spLocks noChangeArrowheads="1"/>
            </p:cNvSpPr>
            <p:nvPr/>
          </p:nvSpPr>
          <p:spPr bwMode="auto">
            <a:xfrm>
              <a:off x="3669" y="2796"/>
              <a:ext cx="929" cy="732"/>
            </a:xfrm>
            <a:prstGeom prst="rect">
              <a:avLst/>
            </a:prstGeom>
            <a:solidFill>
              <a:srgbClr val="B7B79D"/>
            </a:solidFill>
            <a:ln w="11113">
              <a:solidFill>
                <a:srgbClr val="494936"/>
              </a:solidFill>
              <a:miter lim="800000"/>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74" name="Rectangle 126"/>
            <p:cNvSpPr>
              <a:spLocks noChangeArrowheads="1"/>
            </p:cNvSpPr>
            <p:nvPr/>
          </p:nvSpPr>
          <p:spPr bwMode="auto">
            <a:xfrm>
              <a:off x="3750" y="2891"/>
              <a:ext cx="768" cy="564"/>
            </a:xfrm>
            <a:prstGeom prst="rect">
              <a:avLst/>
            </a:prstGeom>
            <a:solidFill>
              <a:srgbClr val="FFFFFF"/>
            </a:solidFill>
            <a:ln w="11113">
              <a:solidFill>
                <a:srgbClr val="494936"/>
              </a:solidFill>
              <a:miter lim="800000"/>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75" name="Freeform 127"/>
            <p:cNvSpPr>
              <a:spLocks/>
            </p:cNvSpPr>
            <p:nvPr/>
          </p:nvSpPr>
          <p:spPr bwMode="auto">
            <a:xfrm>
              <a:off x="4594" y="2698"/>
              <a:ext cx="102" cy="825"/>
            </a:xfrm>
            <a:custGeom>
              <a:avLst/>
              <a:gdLst>
                <a:gd name="T0" fmla="*/ 0 w 102"/>
                <a:gd name="T1" fmla="*/ 825 h 825"/>
                <a:gd name="T2" fmla="*/ 102 w 102"/>
                <a:gd name="T3" fmla="*/ 723 h 825"/>
                <a:gd name="T4" fmla="*/ 102 w 102"/>
                <a:gd name="T5" fmla="*/ 0 h 825"/>
                <a:gd name="T6" fmla="*/ 0 w 102"/>
                <a:gd name="T7" fmla="*/ 95 h 825"/>
                <a:gd name="T8" fmla="*/ 0 w 102"/>
                <a:gd name="T9" fmla="*/ 825 h 825"/>
              </a:gdLst>
              <a:ahLst/>
              <a:cxnLst>
                <a:cxn ang="0">
                  <a:pos x="T0" y="T1"/>
                </a:cxn>
                <a:cxn ang="0">
                  <a:pos x="T2" y="T3"/>
                </a:cxn>
                <a:cxn ang="0">
                  <a:pos x="T4" y="T5"/>
                </a:cxn>
                <a:cxn ang="0">
                  <a:pos x="T6" y="T7"/>
                </a:cxn>
                <a:cxn ang="0">
                  <a:pos x="T8" y="T9"/>
                </a:cxn>
              </a:cxnLst>
              <a:rect l="0" t="0" r="r" b="b"/>
              <a:pathLst>
                <a:path w="102" h="825">
                  <a:moveTo>
                    <a:pt x="0" y="825"/>
                  </a:moveTo>
                  <a:lnTo>
                    <a:pt x="102" y="723"/>
                  </a:lnTo>
                  <a:lnTo>
                    <a:pt x="102" y="0"/>
                  </a:lnTo>
                  <a:lnTo>
                    <a:pt x="0" y="95"/>
                  </a:lnTo>
                  <a:lnTo>
                    <a:pt x="0" y="82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76" name="Freeform 128"/>
            <p:cNvSpPr>
              <a:spLocks/>
            </p:cNvSpPr>
            <p:nvPr/>
          </p:nvSpPr>
          <p:spPr bwMode="auto">
            <a:xfrm>
              <a:off x="4594" y="2698"/>
              <a:ext cx="102" cy="825"/>
            </a:xfrm>
            <a:custGeom>
              <a:avLst/>
              <a:gdLst>
                <a:gd name="T0" fmla="*/ 0 w 102"/>
                <a:gd name="T1" fmla="*/ 825 h 825"/>
                <a:gd name="T2" fmla="*/ 102 w 102"/>
                <a:gd name="T3" fmla="*/ 723 h 825"/>
                <a:gd name="T4" fmla="*/ 102 w 102"/>
                <a:gd name="T5" fmla="*/ 0 h 825"/>
                <a:gd name="T6" fmla="*/ 0 w 102"/>
                <a:gd name="T7" fmla="*/ 95 h 825"/>
                <a:gd name="T8" fmla="*/ 0 w 102"/>
                <a:gd name="T9" fmla="*/ 825 h 825"/>
              </a:gdLst>
              <a:ahLst/>
              <a:cxnLst>
                <a:cxn ang="0">
                  <a:pos x="T0" y="T1"/>
                </a:cxn>
                <a:cxn ang="0">
                  <a:pos x="T2" y="T3"/>
                </a:cxn>
                <a:cxn ang="0">
                  <a:pos x="T4" y="T5"/>
                </a:cxn>
                <a:cxn ang="0">
                  <a:pos x="T6" y="T7"/>
                </a:cxn>
                <a:cxn ang="0">
                  <a:pos x="T8" y="T9"/>
                </a:cxn>
              </a:cxnLst>
              <a:rect l="0" t="0" r="r" b="b"/>
              <a:pathLst>
                <a:path w="102" h="825">
                  <a:moveTo>
                    <a:pt x="0" y="825"/>
                  </a:moveTo>
                  <a:lnTo>
                    <a:pt x="102" y="723"/>
                  </a:lnTo>
                  <a:lnTo>
                    <a:pt x="102" y="0"/>
                  </a:lnTo>
                  <a:lnTo>
                    <a:pt x="0" y="95"/>
                  </a:lnTo>
                  <a:lnTo>
                    <a:pt x="0" y="825"/>
                  </a:lnTo>
                  <a:close/>
                </a:path>
              </a:pathLst>
            </a:custGeom>
            <a:solidFill>
              <a:srgbClr val="7A7A5A"/>
            </a:solidFill>
            <a:ln w="11113">
              <a:solidFill>
                <a:srgbClr val="494936"/>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grpSp>
      <p:sp>
        <p:nvSpPr>
          <p:cNvPr id="360577" name="Freeform 129"/>
          <p:cNvSpPr>
            <a:spLocks/>
          </p:cNvSpPr>
          <p:nvPr/>
        </p:nvSpPr>
        <p:spPr bwMode="auto">
          <a:xfrm>
            <a:off x="519443" y="4384676"/>
            <a:ext cx="5256212" cy="1116013"/>
          </a:xfrm>
          <a:custGeom>
            <a:avLst/>
            <a:gdLst>
              <a:gd name="T0" fmla="*/ 0 w 3360"/>
              <a:gd name="T1" fmla="*/ 352 h 920"/>
              <a:gd name="T2" fmla="*/ 720 w 3360"/>
              <a:gd name="T3" fmla="*/ 880 h 920"/>
              <a:gd name="T4" fmla="*/ 1536 w 3360"/>
              <a:gd name="T5" fmla="*/ 112 h 920"/>
              <a:gd name="T6" fmla="*/ 2976 w 3360"/>
              <a:gd name="T7" fmla="*/ 208 h 920"/>
              <a:gd name="T8" fmla="*/ 3360 w 3360"/>
              <a:gd name="T9" fmla="*/ 16 h 920"/>
            </a:gdLst>
            <a:ahLst/>
            <a:cxnLst>
              <a:cxn ang="0">
                <a:pos x="T0" y="T1"/>
              </a:cxn>
              <a:cxn ang="0">
                <a:pos x="T2" y="T3"/>
              </a:cxn>
              <a:cxn ang="0">
                <a:pos x="T4" y="T5"/>
              </a:cxn>
              <a:cxn ang="0">
                <a:pos x="T6" y="T7"/>
              </a:cxn>
              <a:cxn ang="0">
                <a:pos x="T8" y="T9"/>
              </a:cxn>
            </a:cxnLst>
            <a:rect l="0" t="0" r="r" b="b"/>
            <a:pathLst>
              <a:path w="3360" h="920">
                <a:moveTo>
                  <a:pt x="0" y="352"/>
                </a:moveTo>
                <a:cubicBezTo>
                  <a:pt x="232" y="636"/>
                  <a:pt x="464" y="920"/>
                  <a:pt x="720" y="880"/>
                </a:cubicBezTo>
                <a:cubicBezTo>
                  <a:pt x="976" y="840"/>
                  <a:pt x="1160" y="224"/>
                  <a:pt x="1536" y="112"/>
                </a:cubicBezTo>
                <a:cubicBezTo>
                  <a:pt x="1912" y="0"/>
                  <a:pt x="2672" y="224"/>
                  <a:pt x="2976" y="208"/>
                </a:cubicBezTo>
                <a:cubicBezTo>
                  <a:pt x="3280" y="192"/>
                  <a:pt x="3320" y="104"/>
                  <a:pt x="3360" y="16"/>
                </a:cubicBezTo>
              </a:path>
            </a:pathLst>
          </a:custGeom>
          <a:noFill/>
          <a:ln w="28575"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grpSp>
        <p:nvGrpSpPr>
          <p:cNvPr id="360578" name="Group 130"/>
          <p:cNvGrpSpPr>
            <a:grpSpLocks/>
          </p:cNvGrpSpPr>
          <p:nvPr/>
        </p:nvGrpSpPr>
        <p:grpSpPr bwMode="auto">
          <a:xfrm>
            <a:off x="448005" y="4552950"/>
            <a:ext cx="539750" cy="520700"/>
            <a:chOff x="3477" y="2698"/>
            <a:chExt cx="1445" cy="1307"/>
          </a:xfrm>
        </p:grpSpPr>
        <p:sp>
          <p:nvSpPr>
            <p:cNvPr id="360579" name="Rectangle 131"/>
            <p:cNvSpPr>
              <a:spLocks noChangeArrowheads="1"/>
            </p:cNvSpPr>
            <p:nvPr/>
          </p:nvSpPr>
          <p:spPr bwMode="auto">
            <a:xfrm>
              <a:off x="3477" y="3574"/>
              <a:ext cx="1307" cy="241"/>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80" name="Rectangle 132"/>
            <p:cNvSpPr>
              <a:spLocks noChangeArrowheads="1"/>
            </p:cNvSpPr>
            <p:nvPr/>
          </p:nvSpPr>
          <p:spPr bwMode="auto">
            <a:xfrm>
              <a:off x="3480" y="3577"/>
              <a:ext cx="1301" cy="235"/>
            </a:xfrm>
            <a:prstGeom prst="rect">
              <a:avLst/>
            </a:prstGeom>
            <a:solidFill>
              <a:srgbClr val="B7B79D"/>
            </a:solidFill>
            <a:ln w="11113">
              <a:solidFill>
                <a:srgbClr val="494936"/>
              </a:solidFill>
              <a:miter lim="800000"/>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81" name="Freeform 133"/>
            <p:cNvSpPr>
              <a:spLocks/>
            </p:cNvSpPr>
            <p:nvPr/>
          </p:nvSpPr>
          <p:spPr bwMode="auto">
            <a:xfrm>
              <a:off x="3477" y="3443"/>
              <a:ext cx="1445" cy="131"/>
            </a:xfrm>
            <a:custGeom>
              <a:avLst/>
              <a:gdLst>
                <a:gd name="T0" fmla="*/ 0 w 1445"/>
                <a:gd name="T1" fmla="*/ 131 h 131"/>
                <a:gd name="T2" fmla="*/ 138 w 1445"/>
                <a:gd name="T3" fmla="*/ 0 h 131"/>
                <a:gd name="T4" fmla="*/ 1445 w 1445"/>
                <a:gd name="T5" fmla="*/ 0 h 131"/>
                <a:gd name="T6" fmla="*/ 1307 w 1445"/>
                <a:gd name="T7" fmla="*/ 131 h 131"/>
                <a:gd name="T8" fmla="*/ 0 w 1445"/>
                <a:gd name="T9" fmla="*/ 131 h 131"/>
              </a:gdLst>
              <a:ahLst/>
              <a:cxnLst>
                <a:cxn ang="0">
                  <a:pos x="T0" y="T1"/>
                </a:cxn>
                <a:cxn ang="0">
                  <a:pos x="T2" y="T3"/>
                </a:cxn>
                <a:cxn ang="0">
                  <a:pos x="T4" y="T5"/>
                </a:cxn>
                <a:cxn ang="0">
                  <a:pos x="T6" y="T7"/>
                </a:cxn>
                <a:cxn ang="0">
                  <a:pos x="T8" y="T9"/>
                </a:cxn>
              </a:cxnLst>
              <a:rect l="0" t="0" r="r" b="b"/>
              <a:pathLst>
                <a:path w="1445" h="131">
                  <a:moveTo>
                    <a:pt x="0" y="131"/>
                  </a:moveTo>
                  <a:lnTo>
                    <a:pt x="138" y="0"/>
                  </a:lnTo>
                  <a:lnTo>
                    <a:pt x="1445" y="0"/>
                  </a:lnTo>
                  <a:lnTo>
                    <a:pt x="1307" y="131"/>
                  </a:lnTo>
                  <a:lnTo>
                    <a:pt x="0" y="13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82" name="Freeform 134"/>
            <p:cNvSpPr>
              <a:spLocks/>
            </p:cNvSpPr>
            <p:nvPr/>
          </p:nvSpPr>
          <p:spPr bwMode="auto">
            <a:xfrm>
              <a:off x="3477" y="3443"/>
              <a:ext cx="1445" cy="131"/>
            </a:xfrm>
            <a:custGeom>
              <a:avLst/>
              <a:gdLst>
                <a:gd name="T0" fmla="*/ 0 w 1445"/>
                <a:gd name="T1" fmla="*/ 131 h 131"/>
                <a:gd name="T2" fmla="*/ 138 w 1445"/>
                <a:gd name="T3" fmla="*/ 0 h 131"/>
                <a:gd name="T4" fmla="*/ 1445 w 1445"/>
                <a:gd name="T5" fmla="*/ 0 h 131"/>
                <a:gd name="T6" fmla="*/ 1307 w 1445"/>
                <a:gd name="T7" fmla="*/ 131 h 131"/>
                <a:gd name="T8" fmla="*/ 0 w 1445"/>
                <a:gd name="T9" fmla="*/ 131 h 131"/>
              </a:gdLst>
              <a:ahLst/>
              <a:cxnLst>
                <a:cxn ang="0">
                  <a:pos x="T0" y="T1"/>
                </a:cxn>
                <a:cxn ang="0">
                  <a:pos x="T2" y="T3"/>
                </a:cxn>
                <a:cxn ang="0">
                  <a:pos x="T4" y="T5"/>
                </a:cxn>
                <a:cxn ang="0">
                  <a:pos x="T6" y="T7"/>
                </a:cxn>
                <a:cxn ang="0">
                  <a:pos x="T8" y="T9"/>
                </a:cxn>
              </a:cxnLst>
              <a:rect l="0" t="0" r="r" b="b"/>
              <a:pathLst>
                <a:path w="1445" h="131">
                  <a:moveTo>
                    <a:pt x="0" y="131"/>
                  </a:moveTo>
                  <a:lnTo>
                    <a:pt x="138" y="0"/>
                  </a:lnTo>
                  <a:lnTo>
                    <a:pt x="1445" y="0"/>
                  </a:lnTo>
                  <a:lnTo>
                    <a:pt x="1307" y="131"/>
                  </a:lnTo>
                  <a:lnTo>
                    <a:pt x="0" y="131"/>
                  </a:lnTo>
                  <a:close/>
                </a:path>
              </a:pathLst>
            </a:custGeom>
            <a:solidFill>
              <a:srgbClr val="C9C9B6"/>
            </a:solidFill>
            <a:ln w="11113">
              <a:solidFill>
                <a:srgbClr val="494936"/>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83" name="Line 135"/>
            <p:cNvSpPr>
              <a:spLocks noChangeShapeType="1"/>
            </p:cNvSpPr>
            <p:nvPr/>
          </p:nvSpPr>
          <p:spPr bwMode="auto">
            <a:xfrm flipH="1">
              <a:off x="4397" y="3684"/>
              <a:ext cx="314" cy="1"/>
            </a:xfrm>
            <a:prstGeom prst="line">
              <a:avLst/>
            </a:prstGeom>
            <a:noFill/>
            <a:ln w="349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84" name="Freeform 136"/>
            <p:cNvSpPr>
              <a:spLocks/>
            </p:cNvSpPr>
            <p:nvPr/>
          </p:nvSpPr>
          <p:spPr bwMode="auto">
            <a:xfrm>
              <a:off x="4784" y="3443"/>
              <a:ext cx="138" cy="372"/>
            </a:xfrm>
            <a:custGeom>
              <a:avLst/>
              <a:gdLst>
                <a:gd name="T0" fmla="*/ 0 w 138"/>
                <a:gd name="T1" fmla="*/ 372 h 372"/>
                <a:gd name="T2" fmla="*/ 138 w 138"/>
                <a:gd name="T3" fmla="*/ 234 h 372"/>
                <a:gd name="T4" fmla="*/ 138 w 138"/>
                <a:gd name="T5" fmla="*/ 0 h 372"/>
                <a:gd name="T6" fmla="*/ 0 w 138"/>
                <a:gd name="T7" fmla="*/ 131 h 372"/>
                <a:gd name="T8" fmla="*/ 0 w 138"/>
                <a:gd name="T9" fmla="*/ 372 h 372"/>
              </a:gdLst>
              <a:ahLst/>
              <a:cxnLst>
                <a:cxn ang="0">
                  <a:pos x="T0" y="T1"/>
                </a:cxn>
                <a:cxn ang="0">
                  <a:pos x="T2" y="T3"/>
                </a:cxn>
                <a:cxn ang="0">
                  <a:pos x="T4" y="T5"/>
                </a:cxn>
                <a:cxn ang="0">
                  <a:pos x="T6" y="T7"/>
                </a:cxn>
                <a:cxn ang="0">
                  <a:pos x="T8" y="T9"/>
                </a:cxn>
              </a:cxnLst>
              <a:rect l="0" t="0" r="r" b="b"/>
              <a:pathLst>
                <a:path w="138" h="372">
                  <a:moveTo>
                    <a:pt x="0" y="372"/>
                  </a:moveTo>
                  <a:lnTo>
                    <a:pt x="138" y="234"/>
                  </a:lnTo>
                  <a:lnTo>
                    <a:pt x="138" y="0"/>
                  </a:lnTo>
                  <a:lnTo>
                    <a:pt x="0" y="131"/>
                  </a:lnTo>
                  <a:lnTo>
                    <a:pt x="0" y="372"/>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85" name="Freeform 137"/>
            <p:cNvSpPr>
              <a:spLocks/>
            </p:cNvSpPr>
            <p:nvPr/>
          </p:nvSpPr>
          <p:spPr bwMode="auto">
            <a:xfrm>
              <a:off x="4784" y="3443"/>
              <a:ext cx="138" cy="372"/>
            </a:xfrm>
            <a:custGeom>
              <a:avLst/>
              <a:gdLst>
                <a:gd name="T0" fmla="*/ 0 w 138"/>
                <a:gd name="T1" fmla="*/ 372 h 372"/>
                <a:gd name="T2" fmla="*/ 138 w 138"/>
                <a:gd name="T3" fmla="*/ 234 h 372"/>
                <a:gd name="T4" fmla="*/ 138 w 138"/>
                <a:gd name="T5" fmla="*/ 0 h 372"/>
                <a:gd name="T6" fmla="*/ 0 w 138"/>
                <a:gd name="T7" fmla="*/ 131 h 372"/>
                <a:gd name="T8" fmla="*/ 0 w 138"/>
                <a:gd name="T9" fmla="*/ 372 h 372"/>
              </a:gdLst>
              <a:ahLst/>
              <a:cxnLst>
                <a:cxn ang="0">
                  <a:pos x="T0" y="T1"/>
                </a:cxn>
                <a:cxn ang="0">
                  <a:pos x="T2" y="T3"/>
                </a:cxn>
                <a:cxn ang="0">
                  <a:pos x="T4" y="T5"/>
                </a:cxn>
                <a:cxn ang="0">
                  <a:pos x="T6" y="T7"/>
                </a:cxn>
                <a:cxn ang="0">
                  <a:pos x="T8" y="T9"/>
                </a:cxn>
              </a:cxnLst>
              <a:rect l="0" t="0" r="r" b="b"/>
              <a:pathLst>
                <a:path w="138" h="372">
                  <a:moveTo>
                    <a:pt x="0" y="372"/>
                  </a:moveTo>
                  <a:lnTo>
                    <a:pt x="138" y="234"/>
                  </a:lnTo>
                  <a:lnTo>
                    <a:pt x="138" y="0"/>
                  </a:lnTo>
                  <a:lnTo>
                    <a:pt x="0" y="131"/>
                  </a:lnTo>
                  <a:lnTo>
                    <a:pt x="0" y="372"/>
                  </a:lnTo>
                  <a:close/>
                </a:path>
              </a:pathLst>
            </a:custGeom>
            <a:solidFill>
              <a:srgbClr val="7A7A5A"/>
            </a:solidFill>
            <a:ln w="11113">
              <a:solidFill>
                <a:srgbClr val="494936"/>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86" name="Freeform 138"/>
            <p:cNvSpPr>
              <a:spLocks/>
            </p:cNvSpPr>
            <p:nvPr/>
          </p:nvSpPr>
          <p:spPr bwMode="auto">
            <a:xfrm>
              <a:off x="3484" y="3786"/>
              <a:ext cx="1154" cy="183"/>
            </a:xfrm>
            <a:custGeom>
              <a:avLst/>
              <a:gdLst>
                <a:gd name="T0" fmla="*/ 0 w 1154"/>
                <a:gd name="T1" fmla="*/ 183 h 183"/>
                <a:gd name="T2" fmla="*/ 146 w 1154"/>
                <a:gd name="T3" fmla="*/ 0 h 183"/>
                <a:gd name="T4" fmla="*/ 1154 w 1154"/>
                <a:gd name="T5" fmla="*/ 0 h 183"/>
                <a:gd name="T6" fmla="*/ 1008 w 1154"/>
                <a:gd name="T7" fmla="*/ 183 h 183"/>
                <a:gd name="T8" fmla="*/ 0 w 1154"/>
                <a:gd name="T9" fmla="*/ 183 h 183"/>
              </a:gdLst>
              <a:ahLst/>
              <a:cxnLst>
                <a:cxn ang="0">
                  <a:pos x="T0" y="T1"/>
                </a:cxn>
                <a:cxn ang="0">
                  <a:pos x="T2" y="T3"/>
                </a:cxn>
                <a:cxn ang="0">
                  <a:pos x="T4" y="T5"/>
                </a:cxn>
                <a:cxn ang="0">
                  <a:pos x="T6" y="T7"/>
                </a:cxn>
                <a:cxn ang="0">
                  <a:pos x="T8" y="T9"/>
                </a:cxn>
              </a:cxnLst>
              <a:rect l="0" t="0" r="r" b="b"/>
              <a:pathLst>
                <a:path w="1154" h="183">
                  <a:moveTo>
                    <a:pt x="0" y="183"/>
                  </a:moveTo>
                  <a:lnTo>
                    <a:pt x="146" y="0"/>
                  </a:lnTo>
                  <a:lnTo>
                    <a:pt x="1154" y="0"/>
                  </a:lnTo>
                  <a:lnTo>
                    <a:pt x="1008" y="183"/>
                  </a:lnTo>
                  <a:lnTo>
                    <a:pt x="0" y="18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87" name="Freeform 139"/>
            <p:cNvSpPr>
              <a:spLocks/>
            </p:cNvSpPr>
            <p:nvPr/>
          </p:nvSpPr>
          <p:spPr bwMode="auto">
            <a:xfrm>
              <a:off x="3484" y="3786"/>
              <a:ext cx="1154" cy="183"/>
            </a:xfrm>
            <a:custGeom>
              <a:avLst/>
              <a:gdLst>
                <a:gd name="T0" fmla="*/ 0 w 1154"/>
                <a:gd name="T1" fmla="*/ 183 h 183"/>
                <a:gd name="T2" fmla="*/ 146 w 1154"/>
                <a:gd name="T3" fmla="*/ 0 h 183"/>
                <a:gd name="T4" fmla="*/ 1154 w 1154"/>
                <a:gd name="T5" fmla="*/ 0 h 183"/>
                <a:gd name="T6" fmla="*/ 1008 w 1154"/>
                <a:gd name="T7" fmla="*/ 183 h 183"/>
                <a:gd name="T8" fmla="*/ 0 w 1154"/>
                <a:gd name="T9" fmla="*/ 183 h 183"/>
              </a:gdLst>
              <a:ahLst/>
              <a:cxnLst>
                <a:cxn ang="0">
                  <a:pos x="T0" y="T1"/>
                </a:cxn>
                <a:cxn ang="0">
                  <a:pos x="T2" y="T3"/>
                </a:cxn>
                <a:cxn ang="0">
                  <a:pos x="T4" y="T5"/>
                </a:cxn>
                <a:cxn ang="0">
                  <a:pos x="T6" y="T7"/>
                </a:cxn>
                <a:cxn ang="0">
                  <a:pos x="T8" y="T9"/>
                </a:cxn>
              </a:cxnLst>
              <a:rect l="0" t="0" r="r" b="b"/>
              <a:pathLst>
                <a:path w="1154" h="183">
                  <a:moveTo>
                    <a:pt x="0" y="183"/>
                  </a:moveTo>
                  <a:lnTo>
                    <a:pt x="146" y="0"/>
                  </a:lnTo>
                  <a:lnTo>
                    <a:pt x="1154" y="0"/>
                  </a:lnTo>
                  <a:lnTo>
                    <a:pt x="1008" y="183"/>
                  </a:lnTo>
                  <a:lnTo>
                    <a:pt x="0" y="183"/>
                  </a:lnTo>
                  <a:close/>
                </a:path>
              </a:pathLst>
            </a:custGeom>
            <a:solidFill>
              <a:srgbClr val="C9C9B6"/>
            </a:solidFill>
            <a:ln w="11113">
              <a:solidFill>
                <a:srgbClr val="494936"/>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88" name="Freeform 140"/>
            <p:cNvSpPr>
              <a:spLocks/>
            </p:cNvSpPr>
            <p:nvPr/>
          </p:nvSpPr>
          <p:spPr bwMode="auto">
            <a:xfrm>
              <a:off x="4492" y="3786"/>
              <a:ext cx="146" cy="219"/>
            </a:xfrm>
            <a:custGeom>
              <a:avLst/>
              <a:gdLst>
                <a:gd name="T0" fmla="*/ 0 w 146"/>
                <a:gd name="T1" fmla="*/ 219 h 219"/>
                <a:gd name="T2" fmla="*/ 146 w 146"/>
                <a:gd name="T3" fmla="*/ 66 h 219"/>
                <a:gd name="T4" fmla="*/ 146 w 146"/>
                <a:gd name="T5" fmla="*/ 0 h 219"/>
                <a:gd name="T6" fmla="*/ 0 w 146"/>
                <a:gd name="T7" fmla="*/ 183 h 219"/>
                <a:gd name="T8" fmla="*/ 0 w 146"/>
                <a:gd name="T9" fmla="*/ 219 h 219"/>
              </a:gdLst>
              <a:ahLst/>
              <a:cxnLst>
                <a:cxn ang="0">
                  <a:pos x="T0" y="T1"/>
                </a:cxn>
                <a:cxn ang="0">
                  <a:pos x="T2" y="T3"/>
                </a:cxn>
                <a:cxn ang="0">
                  <a:pos x="T4" y="T5"/>
                </a:cxn>
                <a:cxn ang="0">
                  <a:pos x="T6" y="T7"/>
                </a:cxn>
                <a:cxn ang="0">
                  <a:pos x="T8" y="T9"/>
                </a:cxn>
              </a:cxnLst>
              <a:rect l="0" t="0" r="r" b="b"/>
              <a:pathLst>
                <a:path w="146" h="219">
                  <a:moveTo>
                    <a:pt x="0" y="219"/>
                  </a:moveTo>
                  <a:lnTo>
                    <a:pt x="146" y="66"/>
                  </a:lnTo>
                  <a:lnTo>
                    <a:pt x="146" y="0"/>
                  </a:lnTo>
                  <a:lnTo>
                    <a:pt x="0" y="183"/>
                  </a:lnTo>
                  <a:lnTo>
                    <a:pt x="0" y="219"/>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89" name="Freeform 141"/>
            <p:cNvSpPr>
              <a:spLocks/>
            </p:cNvSpPr>
            <p:nvPr/>
          </p:nvSpPr>
          <p:spPr bwMode="auto">
            <a:xfrm>
              <a:off x="4492" y="3786"/>
              <a:ext cx="146" cy="219"/>
            </a:xfrm>
            <a:custGeom>
              <a:avLst/>
              <a:gdLst>
                <a:gd name="T0" fmla="*/ 0 w 146"/>
                <a:gd name="T1" fmla="*/ 219 h 219"/>
                <a:gd name="T2" fmla="*/ 146 w 146"/>
                <a:gd name="T3" fmla="*/ 66 h 219"/>
                <a:gd name="T4" fmla="*/ 146 w 146"/>
                <a:gd name="T5" fmla="*/ 0 h 219"/>
                <a:gd name="T6" fmla="*/ 0 w 146"/>
                <a:gd name="T7" fmla="*/ 183 h 219"/>
                <a:gd name="T8" fmla="*/ 0 w 146"/>
                <a:gd name="T9" fmla="*/ 219 h 219"/>
              </a:gdLst>
              <a:ahLst/>
              <a:cxnLst>
                <a:cxn ang="0">
                  <a:pos x="T0" y="T1"/>
                </a:cxn>
                <a:cxn ang="0">
                  <a:pos x="T2" y="T3"/>
                </a:cxn>
                <a:cxn ang="0">
                  <a:pos x="T4" y="T5"/>
                </a:cxn>
                <a:cxn ang="0">
                  <a:pos x="T6" y="T7"/>
                </a:cxn>
                <a:cxn ang="0">
                  <a:pos x="T8" y="T9"/>
                </a:cxn>
              </a:cxnLst>
              <a:rect l="0" t="0" r="r" b="b"/>
              <a:pathLst>
                <a:path w="146" h="219">
                  <a:moveTo>
                    <a:pt x="0" y="219"/>
                  </a:moveTo>
                  <a:lnTo>
                    <a:pt x="146" y="66"/>
                  </a:lnTo>
                  <a:lnTo>
                    <a:pt x="146" y="0"/>
                  </a:lnTo>
                  <a:lnTo>
                    <a:pt x="0" y="183"/>
                  </a:lnTo>
                  <a:lnTo>
                    <a:pt x="0" y="219"/>
                  </a:lnTo>
                  <a:close/>
                </a:path>
              </a:pathLst>
            </a:custGeom>
            <a:solidFill>
              <a:srgbClr val="7A7A5A"/>
            </a:solidFill>
            <a:ln w="11113">
              <a:solidFill>
                <a:srgbClr val="494936"/>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90" name="Rectangle 142"/>
            <p:cNvSpPr>
              <a:spLocks noChangeArrowheads="1"/>
            </p:cNvSpPr>
            <p:nvPr/>
          </p:nvSpPr>
          <p:spPr bwMode="auto">
            <a:xfrm>
              <a:off x="3484" y="3969"/>
              <a:ext cx="1008" cy="36"/>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91" name="Rectangle 143"/>
            <p:cNvSpPr>
              <a:spLocks noChangeArrowheads="1"/>
            </p:cNvSpPr>
            <p:nvPr/>
          </p:nvSpPr>
          <p:spPr bwMode="auto">
            <a:xfrm>
              <a:off x="3487" y="3972"/>
              <a:ext cx="1002" cy="30"/>
            </a:xfrm>
            <a:prstGeom prst="rect">
              <a:avLst/>
            </a:prstGeom>
            <a:solidFill>
              <a:srgbClr val="B7B79D"/>
            </a:solidFill>
            <a:ln w="11113">
              <a:solidFill>
                <a:srgbClr val="494936"/>
              </a:solidFill>
              <a:miter lim="800000"/>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92" name="Freeform 144"/>
            <p:cNvSpPr>
              <a:spLocks/>
            </p:cNvSpPr>
            <p:nvPr/>
          </p:nvSpPr>
          <p:spPr bwMode="auto">
            <a:xfrm>
              <a:off x="3674" y="3443"/>
              <a:ext cx="1037" cy="102"/>
            </a:xfrm>
            <a:custGeom>
              <a:avLst/>
              <a:gdLst>
                <a:gd name="T0" fmla="*/ 0 w 1037"/>
                <a:gd name="T1" fmla="*/ 102 h 102"/>
                <a:gd name="T2" fmla="*/ 109 w 1037"/>
                <a:gd name="T3" fmla="*/ 0 h 102"/>
                <a:gd name="T4" fmla="*/ 1037 w 1037"/>
                <a:gd name="T5" fmla="*/ 0 h 102"/>
                <a:gd name="T6" fmla="*/ 934 w 1037"/>
                <a:gd name="T7" fmla="*/ 102 h 102"/>
                <a:gd name="T8" fmla="*/ 0 w 1037"/>
                <a:gd name="T9" fmla="*/ 102 h 102"/>
              </a:gdLst>
              <a:ahLst/>
              <a:cxnLst>
                <a:cxn ang="0">
                  <a:pos x="T0" y="T1"/>
                </a:cxn>
                <a:cxn ang="0">
                  <a:pos x="T2" y="T3"/>
                </a:cxn>
                <a:cxn ang="0">
                  <a:pos x="T4" y="T5"/>
                </a:cxn>
                <a:cxn ang="0">
                  <a:pos x="T6" y="T7"/>
                </a:cxn>
                <a:cxn ang="0">
                  <a:pos x="T8" y="T9"/>
                </a:cxn>
              </a:cxnLst>
              <a:rect l="0" t="0" r="r" b="b"/>
              <a:pathLst>
                <a:path w="1037" h="102">
                  <a:moveTo>
                    <a:pt x="0" y="102"/>
                  </a:moveTo>
                  <a:lnTo>
                    <a:pt x="109" y="0"/>
                  </a:lnTo>
                  <a:lnTo>
                    <a:pt x="1037" y="0"/>
                  </a:lnTo>
                  <a:lnTo>
                    <a:pt x="934" y="102"/>
                  </a:lnTo>
                  <a:lnTo>
                    <a:pt x="0" y="10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93" name="Freeform 145"/>
            <p:cNvSpPr>
              <a:spLocks/>
            </p:cNvSpPr>
            <p:nvPr/>
          </p:nvSpPr>
          <p:spPr bwMode="auto">
            <a:xfrm>
              <a:off x="3674" y="3443"/>
              <a:ext cx="1037" cy="102"/>
            </a:xfrm>
            <a:custGeom>
              <a:avLst/>
              <a:gdLst>
                <a:gd name="T0" fmla="*/ 0 w 1037"/>
                <a:gd name="T1" fmla="*/ 102 h 102"/>
                <a:gd name="T2" fmla="*/ 109 w 1037"/>
                <a:gd name="T3" fmla="*/ 0 h 102"/>
                <a:gd name="T4" fmla="*/ 1037 w 1037"/>
                <a:gd name="T5" fmla="*/ 0 h 102"/>
                <a:gd name="T6" fmla="*/ 934 w 1037"/>
                <a:gd name="T7" fmla="*/ 102 h 102"/>
                <a:gd name="T8" fmla="*/ 0 w 1037"/>
                <a:gd name="T9" fmla="*/ 102 h 102"/>
              </a:gdLst>
              <a:ahLst/>
              <a:cxnLst>
                <a:cxn ang="0">
                  <a:pos x="T0" y="T1"/>
                </a:cxn>
                <a:cxn ang="0">
                  <a:pos x="T2" y="T3"/>
                </a:cxn>
                <a:cxn ang="0">
                  <a:pos x="T4" y="T5"/>
                </a:cxn>
                <a:cxn ang="0">
                  <a:pos x="T6" y="T7"/>
                </a:cxn>
                <a:cxn ang="0">
                  <a:pos x="T8" y="T9"/>
                </a:cxn>
              </a:cxnLst>
              <a:rect l="0" t="0" r="r" b="b"/>
              <a:pathLst>
                <a:path w="1037" h="102">
                  <a:moveTo>
                    <a:pt x="0" y="102"/>
                  </a:moveTo>
                  <a:lnTo>
                    <a:pt x="109" y="0"/>
                  </a:lnTo>
                  <a:lnTo>
                    <a:pt x="1037" y="0"/>
                  </a:lnTo>
                  <a:lnTo>
                    <a:pt x="934" y="102"/>
                  </a:lnTo>
                  <a:lnTo>
                    <a:pt x="0" y="102"/>
                  </a:lnTo>
                  <a:close/>
                </a:path>
              </a:pathLst>
            </a:custGeom>
            <a:solidFill>
              <a:srgbClr val="000000"/>
            </a:solidFill>
            <a:ln w="11113">
              <a:solidFill>
                <a:srgbClr val="000000"/>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94" name="Freeform 146"/>
            <p:cNvSpPr>
              <a:spLocks/>
            </p:cNvSpPr>
            <p:nvPr/>
          </p:nvSpPr>
          <p:spPr bwMode="auto">
            <a:xfrm>
              <a:off x="3666" y="2698"/>
              <a:ext cx="1030" cy="95"/>
            </a:xfrm>
            <a:custGeom>
              <a:avLst/>
              <a:gdLst>
                <a:gd name="T0" fmla="*/ 0 w 1030"/>
                <a:gd name="T1" fmla="*/ 95 h 95"/>
                <a:gd name="T2" fmla="*/ 103 w 1030"/>
                <a:gd name="T3" fmla="*/ 0 h 95"/>
                <a:gd name="T4" fmla="*/ 1030 w 1030"/>
                <a:gd name="T5" fmla="*/ 0 h 95"/>
                <a:gd name="T6" fmla="*/ 928 w 1030"/>
                <a:gd name="T7" fmla="*/ 95 h 95"/>
                <a:gd name="T8" fmla="*/ 0 w 1030"/>
                <a:gd name="T9" fmla="*/ 95 h 95"/>
              </a:gdLst>
              <a:ahLst/>
              <a:cxnLst>
                <a:cxn ang="0">
                  <a:pos x="T0" y="T1"/>
                </a:cxn>
                <a:cxn ang="0">
                  <a:pos x="T2" y="T3"/>
                </a:cxn>
                <a:cxn ang="0">
                  <a:pos x="T4" y="T5"/>
                </a:cxn>
                <a:cxn ang="0">
                  <a:pos x="T6" y="T7"/>
                </a:cxn>
                <a:cxn ang="0">
                  <a:pos x="T8" y="T9"/>
                </a:cxn>
              </a:cxnLst>
              <a:rect l="0" t="0" r="r" b="b"/>
              <a:pathLst>
                <a:path w="1030" h="95">
                  <a:moveTo>
                    <a:pt x="0" y="95"/>
                  </a:moveTo>
                  <a:lnTo>
                    <a:pt x="103" y="0"/>
                  </a:lnTo>
                  <a:lnTo>
                    <a:pt x="1030" y="0"/>
                  </a:lnTo>
                  <a:lnTo>
                    <a:pt x="928" y="95"/>
                  </a:lnTo>
                  <a:lnTo>
                    <a:pt x="0" y="9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95" name="Freeform 147"/>
            <p:cNvSpPr>
              <a:spLocks/>
            </p:cNvSpPr>
            <p:nvPr/>
          </p:nvSpPr>
          <p:spPr bwMode="auto">
            <a:xfrm>
              <a:off x="3666" y="2698"/>
              <a:ext cx="1030" cy="95"/>
            </a:xfrm>
            <a:custGeom>
              <a:avLst/>
              <a:gdLst>
                <a:gd name="T0" fmla="*/ 0 w 1030"/>
                <a:gd name="T1" fmla="*/ 95 h 95"/>
                <a:gd name="T2" fmla="*/ 103 w 1030"/>
                <a:gd name="T3" fmla="*/ 0 h 95"/>
                <a:gd name="T4" fmla="*/ 1030 w 1030"/>
                <a:gd name="T5" fmla="*/ 0 h 95"/>
                <a:gd name="T6" fmla="*/ 928 w 1030"/>
                <a:gd name="T7" fmla="*/ 95 h 95"/>
                <a:gd name="T8" fmla="*/ 0 w 1030"/>
                <a:gd name="T9" fmla="*/ 95 h 95"/>
              </a:gdLst>
              <a:ahLst/>
              <a:cxnLst>
                <a:cxn ang="0">
                  <a:pos x="T0" y="T1"/>
                </a:cxn>
                <a:cxn ang="0">
                  <a:pos x="T2" y="T3"/>
                </a:cxn>
                <a:cxn ang="0">
                  <a:pos x="T4" y="T5"/>
                </a:cxn>
                <a:cxn ang="0">
                  <a:pos x="T6" y="T7"/>
                </a:cxn>
                <a:cxn ang="0">
                  <a:pos x="T8" y="T9"/>
                </a:cxn>
              </a:cxnLst>
              <a:rect l="0" t="0" r="r" b="b"/>
              <a:pathLst>
                <a:path w="1030" h="95">
                  <a:moveTo>
                    <a:pt x="0" y="95"/>
                  </a:moveTo>
                  <a:lnTo>
                    <a:pt x="103" y="0"/>
                  </a:lnTo>
                  <a:lnTo>
                    <a:pt x="1030" y="0"/>
                  </a:lnTo>
                  <a:lnTo>
                    <a:pt x="928" y="95"/>
                  </a:lnTo>
                  <a:lnTo>
                    <a:pt x="0" y="95"/>
                  </a:lnTo>
                  <a:close/>
                </a:path>
              </a:pathLst>
            </a:custGeom>
            <a:solidFill>
              <a:srgbClr val="C9C9B6"/>
            </a:solidFill>
            <a:ln w="11113">
              <a:solidFill>
                <a:srgbClr val="494936"/>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96" name="Rectangle 148"/>
            <p:cNvSpPr>
              <a:spLocks noChangeArrowheads="1"/>
            </p:cNvSpPr>
            <p:nvPr/>
          </p:nvSpPr>
          <p:spPr bwMode="auto">
            <a:xfrm>
              <a:off x="3669" y="2796"/>
              <a:ext cx="929" cy="732"/>
            </a:xfrm>
            <a:prstGeom prst="rect">
              <a:avLst/>
            </a:prstGeom>
            <a:solidFill>
              <a:srgbClr val="B7B79D"/>
            </a:solidFill>
            <a:ln w="11113">
              <a:solidFill>
                <a:srgbClr val="494936"/>
              </a:solidFill>
              <a:miter lim="800000"/>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97" name="Rectangle 149"/>
            <p:cNvSpPr>
              <a:spLocks noChangeArrowheads="1"/>
            </p:cNvSpPr>
            <p:nvPr/>
          </p:nvSpPr>
          <p:spPr bwMode="auto">
            <a:xfrm>
              <a:off x="3750" y="2891"/>
              <a:ext cx="768" cy="564"/>
            </a:xfrm>
            <a:prstGeom prst="rect">
              <a:avLst/>
            </a:prstGeom>
            <a:solidFill>
              <a:srgbClr val="FFFFFF"/>
            </a:solidFill>
            <a:ln w="11113">
              <a:solidFill>
                <a:srgbClr val="494936"/>
              </a:solidFill>
              <a:miter lim="800000"/>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98" name="Freeform 150"/>
            <p:cNvSpPr>
              <a:spLocks/>
            </p:cNvSpPr>
            <p:nvPr/>
          </p:nvSpPr>
          <p:spPr bwMode="auto">
            <a:xfrm>
              <a:off x="4594" y="2698"/>
              <a:ext cx="102" cy="825"/>
            </a:xfrm>
            <a:custGeom>
              <a:avLst/>
              <a:gdLst>
                <a:gd name="T0" fmla="*/ 0 w 102"/>
                <a:gd name="T1" fmla="*/ 825 h 825"/>
                <a:gd name="T2" fmla="*/ 102 w 102"/>
                <a:gd name="T3" fmla="*/ 723 h 825"/>
                <a:gd name="T4" fmla="*/ 102 w 102"/>
                <a:gd name="T5" fmla="*/ 0 h 825"/>
                <a:gd name="T6" fmla="*/ 0 w 102"/>
                <a:gd name="T7" fmla="*/ 95 h 825"/>
                <a:gd name="T8" fmla="*/ 0 w 102"/>
                <a:gd name="T9" fmla="*/ 825 h 825"/>
              </a:gdLst>
              <a:ahLst/>
              <a:cxnLst>
                <a:cxn ang="0">
                  <a:pos x="T0" y="T1"/>
                </a:cxn>
                <a:cxn ang="0">
                  <a:pos x="T2" y="T3"/>
                </a:cxn>
                <a:cxn ang="0">
                  <a:pos x="T4" y="T5"/>
                </a:cxn>
                <a:cxn ang="0">
                  <a:pos x="T6" y="T7"/>
                </a:cxn>
                <a:cxn ang="0">
                  <a:pos x="T8" y="T9"/>
                </a:cxn>
              </a:cxnLst>
              <a:rect l="0" t="0" r="r" b="b"/>
              <a:pathLst>
                <a:path w="102" h="825">
                  <a:moveTo>
                    <a:pt x="0" y="825"/>
                  </a:moveTo>
                  <a:lnTo>
                    <a:pt x="102" y="723"/>
                  </a:lnTo>
                  <a:lnTo>
                    <a:pt x="102" y="0"/>
                  </a:lnTo>
                  <a:lnTo>
                    <a:pt x="0" y="95"/>
                  </a:lnTo>
                  <a:lnTo>
                    <a:pt x="0" y="825"/>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sp>
          <p:nvSpPr>
            <p:cNvPr id="360599" name="Freeform 151"/>
            <p:cNvSpPr>
              <a:spLocks/>
            </p:cNvSpPr>
            <p:nvPr/>
          </p:nvSpPr>
          <p:spPr bwMode="auto">
            <a:xfrm>
              <a:off x="4594" y="2698"/>
              <a:ext cx="102" cy="825"/>
            </a:xfrm>
            <a:custGeom>
              <a:avLst/>
              <a:gdLst>
                <a:gd name="T0" fmla="*/ 0 w 102"/>
                <a:gd name="T1" fmla="*/ 825 h 825"/>
                <a:gd name="T2" fmla="*/ 102 w 102"/>
                <a:gd name="T3" fmla="*/ 723 h 825"/>
                <a:gd name="T4" fmla="*/ 102 w 102"/>
                <a:gd name="T5" fmla="*/ 0 h 825"/>
                <a:gd name="T6" fmla="*/ 0 w 102"/>
                <a:gd name="T7" fmla="*/ 95 h 825"/>
                <a:gd name="T8" fmla="*/ 0 w 102"/>
                <a:gd name="T9" fmla="*/ 825 h 825"/>
              </a:gdLst>
              <a:ahLst/>
              <a:cxnLst>
                <a:cxn ang="0">
                  <a:pos x="T0" y="T1"/>
                </a:cxn>
                <a:cxn ang="0">
                  <a:pos x="T2" y="T3"/>
                </a:cxn>
                <a:cxn ang="0">
                  <a:pos x="T4" y="T5"/>
                </a:cxn>
                <a:cxn ang="0">
                  <a:pos x="T6" y="T7"/>
                </a:cxn>
                <a:cxn ang="0">
                  <a:pos x="T8" y="T9"/>
                </a:cxn>
              </a:cxnLst>
              <a:rect l="0" t="0" r="r" b="b"/>
              <a:pathLst>
                <a:path w="102" h="825">
                  <a:moveTo>
                    <a:pt x="0" y="825"/>
                  </a:moveTo>
                  <a:lnTo>
                    <a:pt x="102" y="723"/>
                  </a:lnTo>
                  <a:lnTo>
                    <a:pt x="102" y="0"/>
                  </a:lnTo>
                  <a:lnTo>
                    <a:pt x="0" y="95"/>
                  </a:lnTo>
                  <a:lnTo>
                    <a:pt x="0" y="825"/>
                  </a:lnTo>
                  <a:close/>
                </a:path>
              </a:pathLst>
            </a:custGeom>
            <a:solidFill>
              <a:srgbClr val="7A7A5A"/>
            </a:solidFill>
            <a:ln w="11113">
              <a:solidFill>
                <a:srgbClr val="494936"/>
              </a:solidFill>
              <a:prstDash val="solid"/>
              <a:round/>
              <a:headEnd/>
              <a:tailEnd/>
            </a:ln>
          </p:spPr>
          <p:txBody>
            <a:bodyPr/>
            <a:lstStyle/>
            <a:p>
              <a:pPr fontAlgn="base">
                <a:spcBef>
                  <a:spcPct val="50000"/>
                </a:spcBef>
                <a:spcAft>
                  <a:spcPct val="0"/>
                </a:spcAft>
                <a:buClr>
                  <a:srgbClr val="000054"/>
                </a:buClr>
                <a:buSzPct val="70000"/>
                <a:buFont typeface="Wingdings" panose="05000000000000000000" pitchFamily="2" charset="2"/>
                <a:buNone/>
              </a:pPr>
              <a:endParaRPr lang="zh-CN" altLang="en-US" sz="2400" b="1">
                <a:solidFill>
                  <a:srgbClr val="000054"/>
                </a:solidFill>
              </a:endParaRPr>
            </a:p>
          </p:txBody>
        </p:sp>
      </p:grpSp>
      <p:sp>
        <p:nvSpPr>
          <p:cNvPr id="152" name="Rectangle 4"/>
          <p:cNvSpPr>
            <a:spLocks noChangeArrowheads="1"/>
          </p:cNvSpPr>
          <p:nvPr/>
        </p:nvSpPr>
        <p:spPr bwMode="auto">
          <a:xfrm>
            <a:off x="8817337" y="1984892"/>
            <a:ext cx="1511300" cy="457200"/>
          </a:xfrm>
          <a:prstGeom prst="rect">
            <a:avLst/>
          </a:prstGeom>
          <a:solidFill>
            <a:srgbClr val="CCFFFF"/>
          </a:solidFill>
          <a:ln w="19050" algn="ctr">
            <a:solidFill>
              <a:srgbClr val="000000"/>
            </a:solidFill>
            <a:miter lim="800000"/>
            <a:headEnd/>
            <a:tailEnd/>
          </a:ln>
          <a:effectLst>
            <a:outerShdw dist="107763" dir="18900000" algn="ctr" rotWithShape="0">
              <a:schemeClr val="bg2"/>
            </a:outerShdw>
          </a:effectLst>
        </p:spPr>
        <p:txBody>
          <a:bodyPr wrap="none" anchor="ctr"/>
          <a:lstStyle/>
          <a:p>
            <a:pPr algn="ctr" fontAlgn="base">
              <a:spcBef>
                <a:spcPct val="0"/>
              </a:spcBef>
              <a:spcAft>
                <a:spcPct val="0"/>
              </a:spcAft>
            </a:pPr>
            <a:r>
              <a:rPr lang="zh-CN" altLang="en-US" sz="2000" b="1">
                <a:solidFill>
                  <a:srgbClr val="990000"/>
                </a:solidFill>
                <a:latin typeface="Garamond" panose="02020404030301010803" pitchFamily="18" charset="0"/>
              </a:rPr>
              <a:t>应用层</a:t>
            </a:r>
          </a:p>
        </p:txBody>
      </p:sp>
      <p:sp>
        <p:nvSpPr>
          <p:cNvPr id="153" name="Rectangle 5"/>
          <p:cNvSpPr>
            <a:spLocks noChangeArrowheads="1"/>
          </p:cNvSpPr>
          <p:nvPr/>
        </p:nvSpPr>
        <p:spPr bwMode="auto">
          <a:xfrm>
            <a:off x="8785587" y="2618304"/>
            <a:ext cx="1511300" cy="457200"/>
          </a:xfrm>
          <a:prstGeom prst="rect">
            <a:avLst/>
          </a:prstGeom>
          <a:solidFill>
            <a:srgbClr val="CCFFFF"/>
          </a:solidFill>
          <a:ln w="19050" algn="ctr">
            <a:solidFill>
              <a:srgbClr val="000000"/>
            </a:solidFill>
            <a:miter lim="800000"/>
            <a:headEnd/>
            <a:tailEnd/>
          </a:ln>
          <a:effectLst>
            <a:outerShdw dist="107763" dir="18900000" algn="ctr" rotWithShape="0">
              <a:schemeClr val="bg2"/>
            </a:outerShdw>
          </a:effectLst>
        </p:spPr>
        <p:txBody>
          <a:bodyPr wrap="none" anchor="ctr"/>
          <a:lstStyle/>
          <a:p>
            <a:pPr algn="ctr" fontAlgn="base">
              <a:spcBef>
                <a:spcPct val="0"/>
              </a:spcBef>
              <a:spcAft>
                <a:spcPct val="0"/>
              </a:spcAft>
            </a:pPr>
            <a:r>
              <a:rPr lang="zh-CN" altLang="en-US" sz="2000" b="1">
                <a:solidFill>
                  <a:srgbClr val="990000"/>
                </a:solidFill>
                <a:latin typeface="Garamond" panose="02020404030301010803" pitchFamily="18" charset="0"/>
              </a:rPr>
              <a:t>表示层</a:t>
            </a:r>
          </a:p>
        </p:txBody>
      </p:sp>
      <p:sp>
        <p:nvSpPr>
          <p:cNvPr id="154" name="Rectangle 6"/>
          <p:cNvSpPr>
            <a:spLocks noChangeArrowheads="1"/>
          </p:cNvSpPr>
          <p:nvPr/>
        </p:nvSpPr>
        <p:spPr bwMode="auto">
          <a:xfrm>
            <a:off x="8785587" y="3151704"/>
            <a:ext cx="1511300" cy="457200"/>
          </a:xfrm>
          <a:prstGeom prst="rect">
            <a:avLst/>
          </a:prstGeom>
          <a:solidFill>
            <a:srgbClr val="CCFFFF"/>
          </a:solidFill>
          <a:ln w="19050" algn="ctr">
            <a:solidFill>
              <a:srgbClr val="000000"/>
            </a:solidFill>
            <a:miter lim="800000"/>
            <a:headEnd/>
            <a:tailEnd/>
          </a:ln>
          <a:effectLst>
            <a:outerShdw dist="107763" dir="18900000" algn="ctr" rotWithShape="0">
              <a:schemeClr val="bg2"/>
            </a:outerShdw>
          </a:effectLst>
        </p:spPr>
        <p:txBody>
          <a:bodyPr wrap="none" anchor="ctr"/>
          <a:lstStyle/>
          <a:p>
            <a:pPr algn="ctr" fontAlgn="base">
              <a:spcBef>
                <a:spcPct val="0"/>
              </a:spcBef>
              <a:spcAft>
                <a:spcPct val="0"/>
              </a:spcAft>
            </a:pPr>
            <a:r>
              <a:rPr lang="zh-CN" altLang="en-US" sz="2000" b="1">
                <a:solidFill>
                  <a:srgbClr val="990000"/>
                </a:solidFill>
                <a:latin typeface="Garamond" panose="02020404030301010803" pitchFamily="18" charset="0"/>
              </a:rPr>
              <a:t>会话层</a:t>
            </a:r>
          </a:p>
        </p:txBody>
      </p:sp>
      <p:sp>
        <p:nvSpPr>
          <p:cNvPr id="155" name="Rectangle 7"/>
          <p:cNvSpPr>
            <a:spLocks noChangeArrowheads="1"/>
          </p:cNvSpPr>
          <p:nvPr/>
        </p:nvSpPr>
        <p:spPr bwMode="auto">
          <a:xfrm>
            <a:off x="8785587" y="3685104"/>
            <a:ext cx="1543050" cy="457200"/>
          </a:xfrm>
          <a:prstGeom prst="rect">
            <a:avLst/>
          </a:prstGeom>
          <a:solidFill>
            <a:srgbClr val="CCFFFF"/>
          </a:solidFill>
          <a:ln w="19050" algn="ctr">
            <a:solidFill>
              <a:srgbClr val="000000"/>
            </a:solidFill>
            <a:miter lim="800000"/>
            <a:headEnd/>
            <a:tailEnd/>
          </a:ln>
          <a:effectLst>
            <a:outerShdw dist="107763" dir="18900000" algn="ctr" rotWithShape="0">
              <a:schemeClr val="bg2"/>
            </a:outerShdw>
          </a:effectLst>
        </p:spPr>
        <p:txBody>
          <a:bodyPr wrap="none" anchor="ctr"/>
          <a:lstStyle/>
          <a:p>
            <a:pPr algn="ctr" fontAlgn="base">
              <a:spcBef>
                <a:spcPct val="0"/>
              </a:spcBef>
              <a:spcAft>
                <a:spcPct val="0"/>
              </a:spcAft>
            </a:pPr>
            <a:r>
              <a:rPr lang="zh-CN" altLang="en-US" sz="2000" b="1">
                <a:solidFill>
                  <a:srgbClr val="990000"/>
                </a:solidFill>
                <a:latin typeface="Garamond" panose="02020404030301010803" pitchFamily="18" charset="0"/>
              </a:rPr>
              <a:t>传输层</a:t>
            </a:r>
          </a:p>
        </p:txBody>
      </p:sp>
      <p:sp>
        <p:nvSpPr>
          <p:cNvPr id="156" name="Rectangle 8"/>
          <p:cNvSpPr>
            <a:spLocks noChangeArrowheads="1"/>
          </p:cNvSpPr>
          <p:nvPr/>
        </p:nvSpPr>
        <p:spPr bwMode="auto">
          <a:xfrm>
            <a:off x="8785587" y="4218504"/>
            <a:ext cx="1511300" cy="457200"/>
          </a:xfrm>
          <a:prstGeom prst="rect">
            <a:avLst/>
          </a:prstGeom>
          <a:solidFill>
            <a:srgbClr val="CCFFFF"/>
          </a:solidFill>
          <a:ln w="19050" algn="ctr">
            <a:solidFill>
              <a:srgbClr val="000000"/>
            </a:solidFill>
            <a:miter lim="800000"/>
            <a:headEnd/>
            <a:tailEnd/>
          </a:ln>
          <a:effectLst>
            <a:outerShdw dist="107763" dir="18900000" algn="ctr" rotWithShape="0">
              <a:schemeClr val="bg2"/>
            </a:outerShdw>
          </a:effectLst>
        </p:spPr>
        <p:txBody>
          <a:bodyPr wrap="none" anchor="ctr"/>
          <a:lstStyle/>
          <a:p>
            <a:pPr algn="ctr" fontAlgn="base">
              <a:spcBef>
                <a:spcPct val="0"/>
              </a:spcBef>
              <a:spcAft>
                <a:spcPct val="0"/>
              </a:spcAft>
            </a:pPr>
            <a:r>
              <a:rPr lang="zh-CN" altLang="en-US" sz="2000" b="1">
                <a:solidFill>
                  <a:srgbClr val="990000"/>
                </a:solidFill>
                <a:latin typeface="Garamond" panose="02020404030301010803" pitchFamily="18" charset="0"/>
              </a:rPr>
              <a:t>网络层</a:t>
            </a:r>
          </a:p>
        </p:txBody>
      </p:sp>
      <p:sp>
        <p:nvSpPr>
          <p:cNvPr id="157" name="Rectangle 9"/>
          <p:cNvSpPr>
            <a:spLocks noChangeArrowheads="1"/>
          </p:cNvSpPr>
          <p:nvPr/>
        </p:nvSpPr>
        <p:spPr bwMode="auto">
          <a:xfrm>
            <a:off x="8785587" y="4751904"/>
            <a:ext cx="1511300" cy="457200"/>
          </a:xfrm>
          <a:prstGeom prst="rect">
            <a:avLst/>
          </a:prstGeom>
          <a:solidFill>
            <a:srgbClr val="CCFFFF"/>
          </a:solidFill>
          <a:ln w="19050" algn="ctr">
            <a:solidFill>
              <a:srgbClr val="000000"/>
            </a:solidFill>
            <a:miter lim="800000"/>
            <a:headEnd/>
            <a:tailEnd/>
          </a:ln>
          <a:effectLst>
            <a:outerShdw dist="107763" dir="18900000" algn="ctr" rotWithShape="0">
              <a:schemeClr val="bg2"/>
            </a:outerShdw>
          </a:effectLst>
        </p:spPr>
        <p:txBody>
          <a:bodyPr wrap="none" anchor="ctr"/>
          <a:lstStyle/>
          <a:p>
            <a:pPr algn="ctr" fontAlgn="base">
              <a:spcBef>
                <a:spcPct val="0"/>
              </a:spcBef>
              <a:spcAft>
                <a:spcPct val="0"/>
              </a:spcAft>
            </a:pPr>
            <a:r>
              <a:rPr lang="zh-CN" altLang="en-US" sz="2000" b="1">
                <a:solidFill>
                  <a:srgbClr val="990000"/>
                </a:solidFill>
                <a:latin typeface="Garamond" panose="02020404030301010803" pitchFamily="18" charset="0"/>
              </a:rPr>
              <a:t>数据链路层</a:t>
            </a:r>
          </a:p>
        </p:txBody>
      </p:sp>
      <p:sp>
        <p:nvSpPr>
          <p:cNvPr id="158" name="Rectangle 10"/>
          <p:cNvSpPr>
            <a:spLocks noChangeArrowheads="1"/>
          </p:cNvSpPr>
          <p:nvPr/>
        </p:nvSpPr>
        <p:spPr bwMode="auto">
          <a:xfrm>
            <a:off x="8785587" y="5285304"/>
            <a:ext cx="1511300" cy="457200"/>
          </a:xfrm>
          <a:prstGeom prst="rect">
            <a:avLst/>
          </a:prstGeom>
          <a:solidFill>
            <a:srgbClr val="CCFFFF"/>
          </a:solidFill>
          <a:ln w="19050" algn="ctr">
            <a:solidFill>
              <a:srgbClr val="000000"/>
            </a:solidFill>
            <a:miter lim="800000"/>
            <a:headEnd/>
            <a:tailEnd/>
          </a:ln>
          <a:effectLst>
            <a:outerShdw dist="107763" dir="18900000" algn="ctr" rotWithShape="0">
              <a:schemeClr val="bg2"/>
            </a:outerShdw>
          </a:effectLst>
        </p:spPr>
        <p:txBody>
          <a:bodyPr wrap="none" anchor="ctr"/>
          <a:lstStyle/>
          <a:p>
            <a:pPr algn="ctr" fontAlgn="base">
              <a:spcBef>
                <a:spcPct val="0"/>
              </a:spcBef>
              <a:spcAft>
                <a:spcPct val="0"/>
              </a:spcAft>
            </a:pPr>
            <a:r>
              <a:rPr lang="zh-CN" altLang="en-US" sz="2000" b="1">
                <a:solidFill>
                  <a:srgbClr val="990000"/>
                </a:solidFill>
                <a:latin typeface="Garamond" panose="02020404030301010803" pitchFamily="18" charset="0"/>
              </a:rPr>
              <a:t>物理层</a:t>
            </a:r>
          </a:p>
        </p:txBody>
      </p:sp>
      <p:sp>
        <p:nvSpPr>
          <p:cNvPr id="159" name="Rectangle 21"/>
          <p:cNvSpPr>
            <a:spLocks noChangeArrowheads="1"/>
          </p:cNvSpPr>
          <p:nvPr/>
        </p:nvSpPr>
        <p:spPr bwMode="auto">
          <a:xfrm>
            <a:off x="7917225" y="5742505"/>
            <a:ext cx="3321050" cy="384175"/>
          </a:xfrm>
          <a:prstGeom prst="rect">
            <a:avLst/>
          </a:prstGeom>
          <a:solidFill>
            <a:srgbClr val="969696"/>
          </a:solidFill>
          <a:ln w="19050" algn="ctr">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r>
              <a:rPr lang="zh-CN" altLang="en-US" sz="2000" b="1">
                <a:solidFill>
                  <a:srgbClr val="000000"/>
                </a:solidFill>
                <a:latin typeface="Garamond" panose="02020404030301010803" pitchFamily="18" charset="0"/>
              </a:rPr>
              <a:t>通    信    介    质</a:t>
            </a:r>
          </a:p>
        </p:txBody>
      </p:sp>
    </p:spTree>
    <p:extLst>
      <p:ext uri="{BB962C8B-B14F-4D97-AF65-F5344CB8AC3E}">
        <p14:creationId xmlns:p14="http://schemas.microsoft.com/office/powerpoint/2010/main" val="64184174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02" name="Rectangle 2"/>
          <p:cNvSpPr>
            <a:spLocks noChangeArrowheads="1"/>
          </p:cNvSpPr>
          <p:nvPr/>
        </p:nvSpPr>
        <p:spPr bwMode="auto">
          <a:xfrm>
            <a:off x="1828800" y="125413"/>
            <a:ext cx="8458200" cy="609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0"/>
              </a:spcBef>
              <a:defRPr>
                <a:solidFill>
                  <a:schemeClr val="tx1"/>
                </a:solidFill>
                <a:latin typeface="Arial" panose="020B0604020202020204" pitchFamily="34" charset="0"/>
                <a:ea typeface="宋体" panose="02010600030101010101" pitchFamily="2" charset="-122"/>
              </a:defRPr>
            </a:lvl1pPr>
            <a:lvl2pPr marL="742950" indent="-285750">
              <a:spcBef>
                <a:spcPct val="0"/>
              </a:spcBef>
              <a:defRPr>
                <a:solidFill>
                  <a:schemeClr val="tx1"/>
                </a:solidFill>
                <a:latin typeface="Arial" panose="020B0604020202020204" pitchFamily="34" charset="0"/>
                <a:ea typeface="宋体" panose="02010600030101010101" pitchFamily="2" charset="-122"/>
              </a:defRPr>
            </a:lvl2pPr>
            <a:lvl3pPr marL="1143000" indent="-228600">
              <a:spcBef>
                <a:spcPct val="0"/>
              </a:spcBef>
              <a:defRPr>
                <a:solidFill>
                  <a:schemeClr val="tx1"/>
                </a:solidFill>
                <a:latin typeface="Arial" panose="020B0604020202020204" pitchFamily="34" charset="0"/>
                <a:ea typeface="宋体" panose="02010600030101010101" pitchFamily="2" charset="-122"/>
              </a:defRPr>
            </a:lvl3pPr>
            <a:lvl4pPr marL="1600200" indent="-228600">
              <a:spcBef>
                <a:spcPct val="0"/>
              </a:spcBef>
              <a:defRPr>
                <a:solidFill>
                  <a:schemeClr val="tx1"/>
                </a:solidFill>
                <a:latin typeface="Arial" panose="020B0604020202020204" pitchFamily="34" charset="0"/>
                <a:ea typeface="宋体" panose="02010600030101010101" pitchFamily="2" charset="-122"/>
              </a:defRPr>
            </a:lvl4pPr>
            <a:lvl5pPr marL="2057400" indent="-228600">
              <a:spcBef>
                <a:spcPct val="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20000"/>
              </a:spcBef>
              <a:spcAft>
                <a:spcPct val="0"/>
              </a:spcAft>
            </a:pPr>
            <a:r>
              <a:rPr kumimoji="1" lang="en-US" altLang="zh-CN" sz="3600">
                <a:solidFill>
                  <a:srgbClr val="000000"/>
                </a:solidFill>
                <a:latin typeface="Times New Roman" panose="02020603050405020304" pitchFamily="18" charset="0"/>
              </a:rPr>
              <a:t> </a:t>
            </a:r>
            <a:endParaRPr kumimoji="1" lang="en-US" altLang="zh-CN" sz="2000">
              <a:solidFill>
                <a:srgbClr val="000000"/>
              </a:solidFill>
              <a:latin typeface="Times New Roman" panose="02020603050405020304" pitchFamily="18" charset="0"/>
            </a:endParaRPr>
          </a:p>
        </p:txBody>
      </p:sp>
      <p:sp>
        <p:nvSpPr>
          <p:cNvPr id="460803" name="Rectangle 3"/>
          <p:cNvSpPr>
            <a:spLocks noChangeArrowheads="1"/>
          </p:cNvSpPr>
          <p:nvPr/>
        </p:nvSpPr>
        <p:spPr bwMode="auto">
          <a:xfrm>
            <a:off x="2330450" y="1006475"/>
            <a:ext cx="1066800" cy="515938"/>
          </a:xfrm>
          <a:prstGeom prst="rect">
            <a:avLst/>
          </a:prstGeom>
          <a:solidFill>
            <a:srgbClr val="99FFCC"/>
          </a:solidFill>
          <a:ln w="14288">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0804" name="Rectangle 4"/>
          <p:cNvSpPr>
            <a:spLocks noChangeArrowheads="1"/>
          </p:cNvSpPr>
          <p:nvPr/>
        </p:nvSpPr>
        <p:spPr bwMode="auto">
          <a:xfrm>
            <a:off x="2581275" y="1163638"/>
            <a:ext cx="5715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0"/>
              </a:spcBef>
              <a:defRPr>
                <a:solidFill>
                  <a:schemeClr val="tx1"/>
                </a:solidFill>
                <a:latin typeface="Arial" panose="020B0604020202020204" pitchFamily="34" charset="0"/>
                <a:ea typeface="宋体" panose="02010600030101010101" pitchFamily="2" charset="-122"/>
              </a:defRPr>
            </a:lvl1pPr>
            <a:lvl2pPr marL="571500" defTabSz="762000">
              <a:spcBef>
                <a:spcPct val="0"/>
              </a:spcBef>
              <a:defRPr>
                <a:solidFill>
                  <a:schemeClr val="tx1"/>
                </a:solidFill>
                <a:latin typeface="Arial" panose="020B0604020202020204" pitchFamily="34" charset="0"/>
                <a:ea typeface="宋体" panose="02010600030101010101" pitchFamily="2" charset="-122"/>
              </a:defRPr>
            </a:lvl2pPr>
            <a:lvl3pPr marL="1143000" defTabSz="762000">
              <a:spcBef>
                <a:spcPct val="0"/>
              </a:spcBef>
              <a:defRPr>
                <a:solidFill>
                  <a:schemeClr val="tx1"/>
                </a:solidFill>
                <a:latin typeface="Arial" panose="020B0604020202020204" pitchFamily="34" charset="0"/>
                <a:ea typeface="宋体" panose="02010600030101010101" pitchFamily="2" charset="-122"/>
              </a:defRPr>
            </a:lvl3pPr>
            <a:lvl4pPr marL="1714500" defTabSz="762000">
              <a:spcBef>
                <a:spcPct val="0"/>
              </a:spcBef>
              <a:defRPr>
                <a:solidFill>
                  <a:schemeClr val="tx1"/>
                </a:solidFill>
                <a:latin typeface="Arial" panose="020B0604020202020204" pitchFamily="34" charset="0"/>
                <a:ea typeface="宋体" panose="02010600030101010101" pitchFamily="2" charset="-122"/>
              </a:defRPr>
            </a:lvl4pPr>
            <a:lvl5pPr marL="2286000" defTabSz="762000">
              <a:spcBef>
                <a:spcPct val="0"/>
              </a:spcBef>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Aft>
                <a:spcPct val="0"/>
              </a:spcAft>
            </a:pPr>
            <a:r>
              <a:rPr kumimoji="1" lang="zh-CN" altLang="en-US" sz="1500">
                <a:solidFill>
                  <a:srgbClr val="000000"/>
                </a:solidFill>
                <a:latin typeface="宋体" panose="02010600030101010101" pitchFamily="2" charset="-122"/>
              </a:rPr>
              <a:t>应用层</a:t>
            </a:r>
            <a:endParaRPr kumimoji="1" lang="zh-CN" altLang="en-US">
              <a:solidFill>
                <a:srgbClr val="CCCCFF"/>
              </a:solidFill>
              <a:latin typeface="楷体_GB2312" pitchFamily="49" charset="-122"/>
              <a:ea typeface="楷体_GB2312" pitchFamily="49" charset="-122"/>
            </a:endParaRPr>
          </a:p>
        </p:txBody>
      </p:sp>
      <p:sp>
        <p:nvSpPr>
          <p:cNvPr id="460805" name="Rectangle 5"/>
          <p:cNvSpPr>
            <a:spLocks noChangeArrowheads="1"/>
          </p:cNvSpPr>
          <p:nvPr/>
        </p:nvSpPr>
        <p:spPr bwMode="auto">
          <a:xfrm>
            <a:off x="2330450" y="4106864"/>
            <a:ext cx="1066800" cy="517525"/>
          </a:xfrm>
          <a:prstGeom prst="rect">
            <a:avLst/>
          </a:prstGeom>
          <a:solidFill>
            <a:srgbClr val="99FFCC"/>
          </a:solidFill>
          <a:ln w="14288">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0806" name="Rectangle 6"/>
          <p:cNvSpPr>
            <a:spLocks noChangeArrowheads="1"/>
          </p:cNvSpPr>
          <p:nvPr/>
        </p:nvSpPr>
        <p:spPr bwMode="auto">
          <a:xfrm>
            <a:off x="2581275" y="4264025"/>
            <a:ext cx="5715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0"/>
              </a:spcBef>
              <a:defRPr>
                <a:solidFill>
                  <a:schemeClr val="tx1"/>
                </a:solidFill>
                <a:latin typeface="Arial" panose="020B0604020202020204" pitchFamily="34" charset="0"/>
                <a:ea typeface="宋体" panose="02010600030101010101" pitchFamily="2" charset="-122"/>
              </a:defRPr>
            </a:lvl1pPr>
            <a:lvl2pPr marL="571500" defTabSz="762000">
              <a:spcBef>
                <a:spcPct val="0"/>
              </a:spcBef>
              <a:defRPr>
                <a:solidFill>
                  <a:schemeClr val="tx1"/>
                </a:solidFill>
                <a:latin typeface="Arial" panose="020B0604020202020204" pitchFamily="34" charset="0"/>
                <a:ea typeface="宋体" panose="02010600030101010101" pitchFamily="2" charset="-122"/>
              </a:defRPr>
            </a:lvl2pPr>
            <a:lvl3pPr marL="1143000" defTabSz="762000">
              <a:spcBef>
                <a:spcPct val="0"/>
              </a:spcBef>
              <a:defRPr>
                <a:solidFill>
                  <a:schemeClr val="tx1"/>
                </a:solidFill>
                <a:latin typeface="Arial" panose="020B0604020202020204" pitchFamily="34" charset="0"/>
                <a:ea typeface="宋体" panose="02010600030101010101" pitchFamily="2" charset="-122"/>
              </a:defRPr>
            </a:lvl3pPr>
            <a:lvl4pPr marL="1714500" defTabSz="762000">
              <a:spcBef>
                <a:spcPct val="0"/>
              </a:spcBef>
              <a:defRPr>
                <a:solidFill>
                  <a:schemeClr val="tx1"/>
                </a:solidFill>
                <a:latin typeface="Arial" panose="020B0604020202020204" pitchFamily="34" charset="0"/>
                <a:ea typeface="宋体" panose="02010600030101010101" pitchFamily="2" charset="-122"/>
              </a:defRPr>
            </a:lvl4pPr>
            <a:lvl5pPr marL="2286000" defTabSz="762000">
              <a:spcBef>
                <a:spcPct val="0"/>
              </a:spcBef>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Aft>
                <a:spcPct val="0"/>
              </a:spcAft>
            </a:pPr>
            <a:r>
              <a:rPr kumimoji="1" lang="zh-CN" altLang="en-US" sz="1500">
                <a:solidFill>
                  <a:srgbClr val="000000"/>
                </a:solidFill>
                <a:latin typeface="宋体" panose="02010600030101010101" pitchFamily="2" charset="-122"/>
              </a:rPr>
              <a:t>物理层</a:t>
            </a:r>
            <a:endParaRPr kumimoji="1" lang="zh-CN" altLang="en-US">
              <a:solidFill>
                <a:srgbClr val="CCCCFF"/>
              </a:solidFill>
              <a:latin typeface="楷体_GB2312" pitchFamily="49" charset="-122"/>
              <a:ea typeface="楷体_GB2312" pitchFamily="49" charset="-122"/>
            </a:endParaRPr>
          </a:p>
        </p:txBody>
      </p:sp>
      <p:sp>
        <p:nvSpPr>
          <p:cNvPr id="460807" name="Rectangle 7"/>
          <p:cNvSpPr>
            <a:spLocks noChangeArrowheads="1"/>
          </p:cNvSpPr>
          <p:nvPr/>
        </p:nvSpPr>
        <p:spPr bwMode="auto">
          <a:xfrm>
            <a:off x="2330450" y="3589339"/>
            <a:ext cx="1066800" cy="517525"/>
          </a:xfrm>
          <a:prstGeom prst="rect">
            <a:avLst/>
          </a:prstGeom>
          <a:solidFill>
            <a:srgbClr val="99FFCC"/>
          </a:solidFill>
          <a:ln w="14288">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0808" name="Rectangle 8"/>
          <p:cNvSpPr>
            <a:spLocks noChangeArrowheads="1"/>
          </p:cNvSpPr>
          <p:nvPr/>
        </p:nvSpPr>
        <p:spPr bwMode="auto">
          <a:xfrm>
            <a:off x="2533650" y="3636963"/>
            <a:ext cx="6667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0"/>
              </a:spcBef>
              <a:defRPr>
                <a:solidFill>
                  <a:schemeClr val="tx1"/>
                </a:solidFill>
                <a:latin typeface="Arial" panose="020B0604020202020204" pitchFamily="34" charset="0"/>
                <a:ea typeface="宋体" panose="02010600030101010101" pitchFamily="2" charset="-122"/>
              </a:defRPr>
            </a:lvl1pPr>
            <a:lvl2pPr marL="571500" defTabSz="762000">
              <a:spcBef>
                <a:spcPct val="0"/>
              </a:spcBef>
              <a:defRPr>
                <a:solidFill>
                  <a:schemeClr val="tx1"/>
                </a:solidFill>
                <a:latin typeface="Arial" panose="020B0604020202020204" pitchFamily="34" charset="0"/>
                <a:ea typeface="宋体" panose="02010600030101010101" pitchFamily="2" charset="-122"/>
              </a:defRPr>
            </a:lvl2pPr>
            <a:lvl3pPr marL="1143000" defTabSz="762000">
              <a:spcBef>
                <a:spcPct val="0"/>
              </a:spcBef>
              <a:defRPr>
                <a:solidFill>
                  <a:schemeClr val="tx1"/>
                </a:solidFill>
                <a:latin typeface="Arial" panose="020B0604020202020204" pitchFamily="34" charset="0"/>
                <a:ea typeface="宋体" panose="02010600030101010101" pitchFamily="2" charset="-122"/>
              </a:defRPr>
            </a:lvl3pPr>
            <a:lvl4pPr marL="1714500" defTabSz="762000">
              <a:spcBef>
                <a:spcPct val="0"/>
              </a:spcBef>
              <a:defRPr>
                <a:solidFill>
                  <a:schemeClr val="tx1"/>
                </a:solidFill>
                <a:latin typeface="Arial" panose="020B0604020202020204" pitchFamily="34" charset="0"/>
                <a:ea typeface="宋体" panose="02010600030101010101" pitchFamily="2" charset="-122"/>
              </a:defRPr>
            </a:lvl4pPr>
            <a:lvl5pPr marL="2286000" defTabSz="762000">
              <a:spcBef>
                <a:spcPct val="0"/>
              </a:spcBef>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Aft>
                <a:spcPct val="0"/>
              </a:spcAft>
            </a:pPr>
            <a:r>
              <a:rPr kumimoji="1" lang="en-US" altLang="zh-CN" sz="1500">
                <a:solidFill>
                  <a:srgbClr val="000000"/>
                </a:solidFill>
                <a:latin typeface="宋体" panose="02010600030101010101" pitchFamily="2" charset="-122"/>
              </a:rPr>
              <a:t> </a:t>
            </a:r>
            <a:r>
              <a:rPr kumimoji="1" lang="zh-CN" altLang="en-US" sz="1500">
                <a:solidFill>
                  <a:srgbClr val="000000"/>
                </a:solidFill>
                <a:latin typeface="宋体" panose="02010600030101010101" pitchFamily="2" charset="-122"/>
              </a:rPr>
              <a:t>数据链</a:t>
            </a:r>
            <a:endParaRPr kumimoji="1" lang="zh-CN" altLang="en-US">
              <a:solidFill>
                <a:srgbClr val="CCCCFF"/>
              </a:solidFill>
              <a:latin typeface="楷体_GB2312" pitchFamily="49" charset="-122"/>
              <a:ea typeface="楷体_GB2312" pitchFamily="49" charset="-122"/>
            </a:endParaRPr>
          </a:p>
        </p:txBody>
      </p:sp>
      <p:sp>
        <p:nvSpPr>
          <p:cNvPr id="460809" name="Rectangle 9"/>
          <p:cNvSpPr>
            <a:spLocks noChangeArrowheads="1"/>
          </p:cNvSpPr>
          <p:nvPr/>
        </p:nvSpPr>
        <p:spPr bwMode="auto">
          <a:xfrm>
            <a:off x="2676525" y="3856038"/>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0"/>
              </a:spcBef>
              <a:defRPr>
                <a:solidFill>
                  <a:schemeClr val="tx1"/>
                </a:solidFill>
                <a:latin typeface="Arial" panose="020B0604020202020204" pitchFamily="34" charset="0"/>
                <a:ea typeface="宋体" panose="02010600030101010101" pitchFamily="2" charset="-122"/>
              </a:defRPr>
            </a:lvl1pPr>
            <a:lvl2pPr marL="571500" defTabSz="762000">
              <a:spcBef>
                <a:spcPct val="0"/>
              </a:spcBef>
              <a:defRPr>
                <a:solidFill>
                  <a:schemeClr val="tx1"/>
                </a:solidFill>
                <a:latin typeface="Arial" panose="020B0604020202020204" pitchFamily="34" charset="0"/>
                <a:ea typeface="宋体" panose="02010600030101010101" pitchFamily="2" charset="-122"/>
              </a:defRPr>
            </a:lvl2pPr>
            <a:lvl3pPr marL="1143000" defTabSz="762000">
              <a:spcBef>
                <a:spcPct val="0"/>
              </a:spcBef>
              <a:defRPr>
                <a:solidFill>
                  <a:schemeClr val="tx1"/>
                </a:solidFill>
                <a:latin typeface="Arial" panose="020B0604020202020204" pitchFamily="34" charset="0"/>
                <a:ea typeface="宋体" panose="02010600030101010101" pitchFamily="2" charset="-122"/>
              </a:defRPr>
            </a:lvl3pPr>
            <a:lvl4pPr marL="1714500" defTabSz="762000">
              <a:spcBef>
                <a:spcPct val="0"/>
              </a:spcBef>
              <a:defRPr>
                <a:solidFill>
                  <a:schemeClr val="tx1"/>
                </a:solidFill>
                <a:latin typeface="Arial" panose="020B0604020202020204" pitchFamily="34" charset="0"/>
                <a:ea typeface="宋体" panose="02010600030101010101" pitchFamily="2" charset="-122"/>
              </a:defRPr>
            </a:lvl4pPr>
            <a:lvl5pPr marL="2286000" defTabSz="762000">
              <a:spcBef>
                <a:spcPct val="0"/>
              </a:spcBef>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Aft>
                <a:spcPct val="0"/>
              </a:spcAft>
            </a:pPr>
            <a:r>
              <a:rPr kumimoji="1" lang="zh-CN" altLang="en-US" sz="1500">
                <a:solidFill>
                  <a:srgbClr val="000000"/>
                </a:solidFill>
                <a:latin typeface="宋体" panose="02010600030101010101" pitchFamily="2" charset="-122"/>
              </a:rPr>
              <a:t>路层</a:t>
            </a:r>
            <a:endParaRPr kumimoji="1" lang="zh-CN" altLang="en-US">
              <a:solidFill>
                <a:srgbClr val="CCCCFF"/>
              </a:solidFill>
              <a:latin typeface="楷体_GB2312" pitchFamily="49" charset="-122"/>
              <a:ea typeface="楷体_GB2312" pitchFamily="49" charset="-122"/>
            </a:endParaRPr>
          </a:p>
        </p:txBody>
      </p:sp>
      <p:sp>
        <p:nvSpPr>
          <p:cNvPr id="460810" name="Rectangle 10"/>
          <p:cNvSpPr>
            <a:spLocks noChangeArrowheads="1"/>
          </p:cNvSpPr>
          <p:nvPr/>
        </p:nvSpPr>
        <p:spPr bwMode="auto">
          <a:xfrm>
            <a:off x="2330450" y="3071814"/>
            <a:ext cx="1066800" cy="517525"/>
          </a:xfrm>
          <a:prstGeom prst="rect">
            <a:avLst/>
          </a:prstGeom>
          <a:solidFill>
            <a:srgbClr val="99FFCC"/>
          </a:solidFill>
          <a:ln w="14288">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0811" name="Rectangle 11"/>
          <p:cNvSpPr>
            <a:spLocks noChangeArrowheads="1"/>
          </p:cNvSpPr>
          <p:nvPr/>
        </p:nvSpPr>
        <p:spPr bwMode="auto">
          <a:xfrm>
            <a:off x="2581275" y="3230563"/>
            <a:ext cx="5715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0"/>
              </a:spcBef>
              <a:defRPr>
                <a:solidFill>
                  <a:schemeClr val="tx1"/>
                </a:solidFill>
                <a:latin typeface="Arial" panose="020B0604020202020204" pitchFamily="34" charset="0"/>
                <a:ea typeface="宋体" panose="02010600030101010101" pitchFamily="2" charset="-122"/>
              </a:defRPr>
            </a:lvl1pPr>
            <a:lvl2pPr marL="571500" defTabSz="762000">
              <a:spcBef>
                <a:spcPct val="0"/>
              </a:spcBef>
              <a:defRPr>
                <a:solidFill>
                  <a:schemeClr val="tx1"/>
                </a:solidFill>
                <a:latin typeface="Arial" panose="020B0604020202020204" pitchFamily="34" charset="0"/>
                <a:ea typeface="宋体" panose="02010600030101010101" pitchFamily="2" charset="-122"/>
              </a:defRPr>
            </a:lvl2pPr>
            <a:lvl3pPr marL="1143000" defTabSz="762000">
              <a:spcBef>
                <a:spcPct val="0"/>
              </a:spcBef>
              <a:defRPr>
                <a:solidFill>
                  <a:schemeClr val="tx1"/>
                </a:solidFill>
                <a:latin typeface="Arial" panose="020B0604020202020204" pitchFamily="34" charset="0"/>
                <a:ea typeface="宋体" panose="02010600030101010101" pitchFamily="2" charset="-122"/>
              </a:defRPr>
            </a:lvl3pPr>
            <a:lvl4pPr marL="1714500" defTabSz="762000">
              <a:spcBef>
                <a:spcPct val="0"/>
              </a:spcBef>
              <a:defRPr>
                <a:solidFill>
                  <a:schemeClr val="tx1"/>
                </a:solidFill>
                <a:latin typeface="Arial" panose="020B0604020202020204" pitchFamily="34" charset="0"/>
                <a:ea typeface="宋体" panose="02010600030101010101" pitchFamily="2" charset="-122"/>
              </a:defRPr>
            </a:lvl4pPr>
            <a:lvl5pPr marL="2286000" defTabSz="762000">
              <a:spcBef>
                <a:spcPct val="0"/>
              </a:spcBef>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Aft>
                <a:spcPct val="0"/>
              </a:spcAft>
            </a:pPr>
            <a:r>
              <a:rPr kumimoji="1" lang="zh-CN" altLang="en-US" sz="1500">
                <a:solidFill>
                  <a:srgbClr val="000000"/>
                </a:solidFill>
                <a:latin typeface="宋体" panose="02010600030101010101" pitchFamily="2" charset="-122"/>
              </a:rPr>
              <a:t>网络层</a:t>
            </a:r>
            <a:endParaRPr kumimoji="1" lang="zh-CN" altLang="en-US">
              <a:solidFill>
                <a:srgbClr val="CCCCFF"/>
              </a:solidFill>
              <a:latin typeface="楷体_GB2312" pitchFamily="49" charset="-122"/>
              <a:ea typeface="楷体_GB2312" pitchFamily="49" charset="-122"/>
            </a:endParaRPr>
          </a:p>
        </p:txBody>
      </p:sp>
      <p:sp>
        <p:nvSpPr>
          <p:cNvPr id="460812" name="Rectangle 12"/>
          <p:cNvSpPr>
            <a:spLocks noChangeArrowheads="1"/>
          </p:cNvSpPr>
          <p:nvPr/>
        </p:nvSpPr>
        <p:spPr bwMode="auto">
          <a:xfrm>
            <a:off x="2330450" y="2555875"/>
            <a:ext cx="1066800" cy="515938"/>
          </a:xfrm>
          <a:prstGeom prst="rect">
            <a:avLst/>
          </a:prstGeom>
          <a:solidFill>
            <a:srgbClr val="99FFCC"/>
          </a:solidFill>
          <a:ln w="14288">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0813" name="Rectangle 13"/>
          <p:cNvSpPr>
            <a:spLocks noChangeArrowheads="1"/>
          </p:cNvSpPr>
          <p:nvPr/>
        </p:nvSpPr>
        <p:spPr bwMode="auto">
          <a:xfrm>
            <a:off x="2581275" y="2713038"/>
            <a:ext cx="5715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0"/>
              </a:spcBef>
              <a:defRPr>
                <a:solidFill>
                  <a:schemeClr val="tx1"/>
                </a:solidFill>
                <a:latin typeface="Arial" panose="020B0604020202020204" pitchFamily="34" charset="0"/>
                <a:ea typeface="宋体" panose="02010600030101010101" pitchFamily="2" charset="-122"/>
              </a:defRPr>
            </a:lvl1pPr>
            <a:lvl2pPr marL="571500" defTabSz="762000">
              <a:spcBef>
                <a:spcPct val="0"/>
              </a:spcBef>
              <a:defRPr>
                <a:solidFill>
                  <a:schemeClr val="tx1"/>
                </a:solidFill>
                <a:latin typeface="Arial" panose="020B0604020202020204" pitchFamily="34" charset="0"/>
                <a:ea typeface="宋体" panose="02010600030101010101" pitchFamily="2" charset="-122"/>
              </a:defRPr>
            </a:lvl2pPr>
            <a:lvl3pPr marL="1143000" defTabSz="762000">
              <a:spcBef>
                <a:spcPct val="0"/>
              </a:spcBef>
              <a:defRPr>
                <a:solidFill>
                  <a:schemeClr val="tx1"/>
                </a:solidFill>
                <a:latin typeface="Arial" panose="020B0604020202020204" pitchFamily="34" charset="0"/>
                <a:ea typeface="宋体" panose="02010600030101010101" pitchFamily="2" charset="-122"/>
              </a:defRPr>
            </a:lvl3pPr>
            <a:lvl4pPr marL="1714500" defTabSz="762000">
              <a:spcBef>
                <a:spcPct val="0"/>
              </a:spcBef>
              <a:defRPr>
                <a:solidFill>
                  <a:schemeClr val="tx1"/>
                </a:solidFill>
                <a:latin typeface="Arial" panose="020B0604020202020204" pitchFamily="34" charset="0"/>
                <a:ea typeface="宋体" panose="02010600030101010101" pitchFamily="2" charset="-122"/>
              </a:defRPr>
            </a:lvl4pPr>
            <a:lvl5pPr marL="2286000" defTabSz="762000">
              <a:spcBef>
                <a:spcPct val="0"/>
              </a:spcBef>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Aft>
                <a:spcPct val="0"/>
              </a:spcAft>
            </a:pPr>
            <a:r>
              <a:rPr kumimoji="1" lang="zh-CN" altLang="en-US" sz="1500">
                <a:solidFill>
                  <a:srgbClr val="000000"/>
                </a:solidFill>
                <a:latin typeface="宋体" panose="02010600030101010101" pitchFamily="2" charset="-122"/>
              </a:rPr>
              <a:t>传输层</a:t>
            </a:r>
            <a:endParaRPr kumimoji="1" lang="zh-CN" altLang="en-US">
              <a:solidFill>
                <a:srgbClr val="CCCCFF"/>
              </a:solidFill>
              <a:latin typeface="楷体_GB2312" pitchFamily="49" charset="-122"/>
              <a:ea typeface="楷体_GB2312" pitchFamily="49" charset="-122"/>
            </a:endParaRPr>
          </a:p>
        </p:txBody>
      </p:sp>
      <p:sp>
        <p:nvSpPr>
          <p:cNvPr id="460814" name="Rectangle 14"/>
          <p:cNvSpPr>
            <a:spLocks noChangeArrowheads="1"/>
          </p:cNvSpPr>
          <p:nvPr/>
        </p:nvSpPr>
        <p:spPr bwMode="auto">
          <a:xfrm>
            <a:off x="2330450" y="2041525"/>
            <a:ext cx="1066800" cy="514350"/>
          </a:xfrm>
          <a:prstGeom prst="rect">
            <a:avLst/>
          </a:prstGeom>
          <a:solidFill>
            <a:srgbClr val="99FFCC"/>
          </a:solidFill>
          <a:ln w="14288">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0815" name="Rectangle 15"/>
          <p:cNvSpPr>
            <a:spLocks noChangeArrowheads="1"/>
          </p:cNvSpPr>
          <p:nvPr/>
        </p:nvSpPr>
        <p:spPr bwMode="auto">
          <a:xfrm>
            <a:off x="2581275" y="2197100"/>
            <a:ext cx="5715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0"/>
              </a:spcBef>
              <a:defRPr>
                <a:solidFill>
                  <a:schemeClr val="tx1"/>
                </a:solidFill>
                <a:latin typeface="Arial" panose="020B0604020202020204" pitchFamily="34" charset="0"/>
                <a:ea typeface="宋体" panose="02010600030101010101" pitchFamily="2" charset="-122"/>
              </a:defRPr>
            </a:lvl1pPr>
            <a:lvl2pPr marL="571500" defTabSz="762000">
              <a:spcBef>
                <a:spcPct val="0"/>
              </a:spcBef>
              <a:defRPr>
                <a:solidFill>
                  <a:schemeClr val="tx1"/>
                </a:solidFill>
                <a:latin typeface="Arial" panose="020B0604020202020204" pitchFamily="34" charset="0"/>
                <a:ea typeface="宋体" panose="02010600030101010101" pitchFamily="2" charset="-122"/>
              </a:defRPr>
            </a:lvl2pPr>
            <a:lvl3pPr marL="1143000" defTabSz="762000">
              <a:spcBef>
                <a:spcPct val="0"/>
              </a:spcBef>
              <a:defRPr>
                <a:solidFill>
                  <a:schemeClr val="tx1"/>
                </a:solidFill>
                <a:latin typeface="Arial" panose="020B0604020202020204" pitchFamily="34" charset="0"/>
                <a:ea typeface="宋体" panose="02010600030101010101" pitchFamily="2" charset="-122"/>
              </a:defRPr>
            </a:lvl3pPr>
            <a:lvl4pPr marL="1714500" defTabSz="762000">
              <a:spcBef>
                <a:spcPct val="0"/>
              </a:spcBef>
              <a:defRPr>
                <a:solidFill>
                  <a:schemeClr val="tx1"/>
                </a:solidFill>
                <a:latin typeface="Arial" panose="020B0604020202020204" pitchFamily="34" charset="0"/>
                <a:ea typeface="宋体" panose="02010600030101010101" pitchFamily="2" charset="-122"/>
              </a:defRPr>
            </a:lvl4pPr>
            <a:lvl5pPr marL="2286000" defTabSz="762000">
              <a:spcBef>
                <a:spcPct val="0"/>
              </a:spcBef>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Aft>
                <a:spcPct val="0"/>
              </a:spcAft>
            </a:pPr>
            <a:r>
              <a:rPr kumimoji="1" lang="zh-CN" altLang="en-US" sz="1500">
                <a:solidFill>
                  <a:srgbClr val="000000"/>
                </a:solidFill>
                <a:latin typeface="宋体" panose="02010600030101010101" pitchFamily="2" charset="-122"/>
              </a:rPr>
              <a:t>会话层</a:t>
            </a:r>
            <a:endParaRPr kumimoji="1" lang="zh-CN" altLang="en-US">
              <a:solidFill>
                <a:srgbClr val="CCCCFF"/>
              </a:solidFill>
              <a:latin typeface="楷体_GB2312" pitchFamily="49" charset="-122"/>
              <a:ea typeface="楷体_GB2312" pitchFamily="49" charset="-122"/>
            </a:endParaRPr>
          </a:p>
        </p:txBody>
      </p:sp>
      <p:sp>
        <p:nvSpPr>
          <p:cNvPr id="460816" name="Rectangle 16"/>
          <p:cNvSpPr>
            <a:spLocks noChangeArrowheads="1"/>
          </p:cNvSpPr>
          <p:nvPr/>
        </p:nvSpPr>
        <p:spPr bwMode="auto">
          <a:xfrm>
            <a:off x="2330450" y="1522413"/>
            <a:ext cx="1066800" cy="519112"/>
          </a:xfrm>
          <a:prstGeom prst="rect">
            <a:avLst/>
          </a:prstGeom>
          <a:solidFill>
            <a:srgbClr val="99FFCC"/>
          </a:solidFill>
          <a:ln w="14288">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0817" name="Rectangle 17"/>
          <p:cNvSpPr>
            <a:spLocks noChangeArrowheads="1"/>
          </p:cNvSpPr>
          <p:nvPr/>
        </p:nvSpPr>
        <p:spPr bwMode="auto">
          <a:xfrm>
            <a:off x="2581275" y="1682750"/>
            <a:ext cx="5715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0"/>
              </a:spcBef>
              <a:defRPr>
                <a:solidFill>
                  <a:schemeClr val="tx1"/>
                </a:solidFill>
                <a:latin typeface="Arial" panose="020B0604020202020204" pitchFamily="34" charset="0"/>
                <a:ea typeface="宋体" panose="02010600030101010101" pitchFamily="2" charset="-122"/>
              </a:defRPr>
            </a:lvl1pPr>
            <a:lvl2pPr marL="571500" defTabSz="762000">
              <a:spcBef>
                <a:spcPct val="0"/>
              </a:spcBef>
              <a:defRPr>
                <a:solidFill>
                  <a:schemeClr val="tx1"/>
                </a:solidFill>
                <a:latin typeface="Arial" panose="020B0604020202020204" pitchFamily="34" charset="0"/>
                <a:ea typeface="宋体" panose="02010600030101010101" pitchFamily="2" charset="-122"/>
              </a:defRPr>
            </a:lvl2pPr>
            <a:lvl3pPr marL="1143000" defTabSz="762000">
              <a:spcBef>
                <a:spcPct val="0"/>
              </a:spcBef>
              <a:defRPr>
                <a:solidFill>
                  <a:schemeClr val="tx1"/>
                </a:solidFill>
                <a:latin typeface="Arial" panose="020B0604020202020204" pitchFamily="34" charset="0"/>
                <a:ea typeface="宋体" panose="02010600030101010101" pitchFamily="2" charset="-122"/>
              </a:defRPr>
            </a:lvl3pPr>
            <a:lvl4pPr marL="1714500" defTabSz="762000">
              <a:spcBef>
                <a:spcPct val="0"/>
              </a:spcBef>
              <a:defRPr>
                <a:solidFill>
                  <a:schemeClr val="tx1"/>
                </a:solidFill>
                <a:latin typeface="Arial" panose="020B0604020202020204" pitchFamily="34" charset="0"/>
                <a:ea typeface="宋体" panose="02010600030101010101" pitchFamily="2" charset="-122"/>
              </a:defRPr>
            </a:lvl4pPr>
            <a:lvl5pPr marL="2286000" defTabSz="762000">
              <a:spcBef>
                <a:spcPct val="0"/>
              </a:spcBef>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Aft>
                <a:spcPct val="0"/>
              </a:spcAft>
            </a:pPr>
            <a:r>
              <a:rPr kumimoji="1" lang="zh-CN" altLang="en-US" sz="1500">
                <a:solidFill>
                  <a:srgbClr val="000000"/>
                </a:solidFill>
                <a:latin typeface="宋体" panose="02010600030101010101" pitchFamily="2" charset="-122"/>
              </a:rPr>
              <a:t>表示层</a:t>
            </a:r>
            <a:endParaRPr kumimoji="1" lang="zh-CN" altLang="en-US">
              <a:solidFill>
                <a:srgbClr val="CCCCFF"/>
              </a:solidFill>
              <a:latin typeface="楷体_GB2312" pitchFamily="49" charset="-122"/>
              <a:ea typeface="楷体_GB2312" pitchFamily="49" charset="-122"/>
            </a:endParaRPr>
          </a:p>
        </p:txBody>
      </p:sp>
      <p:sp>
        <p:nvSpPr>
          <p:cNvPr id="460818" name="Rectangle 18"/>
          <p:cNvSpPr>
            <a:spLocks noChangeArrowheads="1"/>
          </p:cNvSpPr>
          <p:nvPr/>
        </p:nvSpPr>
        <p:spPr bwMode="auto">
          <a:xfrm>
            <a:off x="8729664" y="1006475"/>
            <a:ext cx="1068387" cy="515938"/>
          </a:xfrm>
          <a:prstGeom prst="rect">
            <a:avLst/>
          </a:prstGeom>
          <a:solidFill>
            <a:srgbClr val="99FFCC"/>
          </a:solidFill>
          <a:ln w="14288">
            <a:solidFill>
              <a:srgbClr val="000000"/>
            </a:solidFill>
            <a:miter lim="800000"/>
            <a:headEnd/>
            <a:tailEnd/>
          </a:ln>
        </p:spPr>
        <p:txBody>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0819" name="Rectangle 19"/>
          <p:cNvSpPr>
            <a:spLocks noChangeArrowheads="1"/>
          </p:cNvSpPr>
          <p:nvPr/>
        </p:nvSpPr>
        <p:spPr bwMode="auto">
          <a:xfrm>
            <a:off x="8982075" y="1163638"/>
            <a:ext cx="5715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0"/>
              </a:spcBef>
              <a:defRPr>
                <a:solidFill>
                  <a:schemeClr val="tx1"/>
                </a:solidFill>
                <a:latin typeface="Arial" panose="020B0604020202020204" pitchFamily="34" charset="0"/>
                <a:ea typeface="宋体" panose="02010600030101010101" pitchFamily="2" charset="-122"/>
              </a:defRPr>
            </a:lvl1pPr>
            <a:lvl2pPr marL="571500" defTabSz="762000">
              <a:spcBef>
                <a:spcPct val="0"/>
              </a:spcBef>
              <a:defRPr>
                <a:solidFill>
                  <a:schemeClr val="tx1"/>
                </a:solidFill>
                <a:latin typeface="Arial" panose="020B0604020202020204" pitchFamily="34" charset="0"/>
                <a:ea typeface="宋体" panose="02010600030101010101" pitchFamily="2" charset="-122"/>
              </a:defRPr>
            </a:lvl2pPr>
            <a:lvl3pPr marL="1143000" defTabSz="762000">
              <a:spcBef>
                <a:spcPct val="0"/>
              </a:spcBef>
              <a:defRPr>
                <a:solidFill>
                  <a:schemeClr val="tx1"/>
                </a:solidFill>
                <a:latin typeface="Arial" panose="020B0604020202020204" pitchFamily="34" charset="0"/>
                <a:ea typeface="宋体" panose="02010600030101010101" pitchFamily="2" charset="-122"/>
              </a:defRPr>
            </a:lvl3pPr>
            <a:lvl4pPr marL="1714500" defTabSz="762000">
              <a:spcBef>
                <a:spcPct val="0"/>
              </a:spcBef>
              <a:defRPr>
                <a:solidFill>
                  <a:schemeClr val="tx1"/>
                </a:solidFill>
                <a:latin typeface="Arial" panose="020B0604020202020204" pitchFamily="34" charset="0"/>
                <a:ea typeface="宋体" panose="02010600030101010101" pitchFamily="2" charset="-122"/>
              </a:defRPr>
            </a:lvl4pPr>
            <a:lvl5pPr marL="2286000" defTabSz="762000">
              <a:spcBef>
                <a:spcPct val="0"/>
              </a:spcBef>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Aft>
                <a:spcPct val="0"/>
              </a:spcAft>
            </a:pPr>
            <a:r>
              <a:rPr kumimoji="1" lang="zh-CN" altLang="en-US" sz="1500">
                <a:solidFill>
                  <a:srgbClr val="000000"/>
                </a:solidFill>
                <a:latin typeface="宋体" panose="02010600030101010101" pitchFamily="2" charset="-122"/>
              </a:rPr>
              <a:t>应用层</a:t>
            </a:r>
            <a:endParaRPr kumimoji="1" lang="zh-CN" altLang="en-US">
              <a:solidFill>
                <a:srgbClr val="CCCCFF"/>
              </a:solidFill>
              <a:latin typeface="楷体_GB2312" pitchFamily="49" charset="-122"/>
              <a:ea typeface="楷体_GB2312" pitchFamily="49" charset="-122"/>
            </a:endParaRPr>
          </a:p>
        </p:txBody>
      </p:sp>
      <p:sp>
        <p:nvSpPr>
          <p:cNvPr id="460820" name="Rectangle 20"/>
          <p:cNvSpPr>
            <a:spLocks noChangeArrowheads="1"/>
          </p:cNvSpPr>
          <p:nvPr/>
        </p:nvSpPr>
        <p:spPr bwMode="auto">
          <a:xfrm>
            <a:off x="8729664" y="4106864"/>
            <a:ext cx="1068387" cy="517525"/>
          </a:xfrm>
          <a:prstGeom prst="rect">
            <a:avLst/>
          </a:prstGeom>
          <a:solidFill>
            <a:srgbClr val="99FFCC"/>
          </a:solidFill>
          <a:ln w="14288">
            <a:solidFill>
              <a:srgbClr val="000000"/>
            </a:solidFill>
            <a:miter lim="800000"/>
            <a:headEnd/>
            <a:tailEnd/>
          </a:ln>
        </p:spPr>
        <p:txBody>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0821" name="Rectangle 21"/>
          <p:cNvSpPr>
            <a:spLocks noChangeArrowheads="1"/>
          </p:cNvSpPr>
          <p:nvPr/>
        </p:nvSpPr>
        <p:spPr bwMode="auto">
          <a:xfrm>
            <a:off x="8982075" y="4264025"/>
            <a:ext cx="5715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0"/>
              </a:spcBef>
              <a:defRPr>
                <a:solidFill>
                  <a:schemeClr val="tx1"/>
                </a:solidFill>
                <a:latin typeface="Arial" panose="020B0604020202020204" pitchFamily="34" charset="0"/>
                <a:ea typeface="宋体" panose="02010600030101010101" pitchFamily="2" charset="-122"/>
              </a:defRPr>
            </a:lvl1pPr>
            <a:lvl2pPr marL="571500" defTabSz="762000">
              <a:spcBef>
                <a:spcPct val="0"/>
              </a:spcBef>
              <a:defRPr>
                <a:solidFill>
                  <a:schemeClr val="tx1"/>
                </a:solidFill>
                <a:latin typeface="Arial" panose="020B0604020202020204" pitchFamily="34" charset="0"/>
                <a:ea typeface="宋体" panose="02010600030101010101" pitchFamily="2" charset="-122"/>
              </a:defRPr>
            </a:lvl2pPr>
            <a:lvl3pPr marL="1143000" defTabSz="762000">
              <a:spcBef>
                <a:spcPct val="0"/>
              </a:spcBef>
              <a:defRPr>
                <a:solidFill>
                  <a:schemeClr val="tx1"/>
                </a:solidFill>
                <a:latin typeface="Arial" panose="020B0604020202020204" pitchFamily="34" charset="0"/>
                <a:ea typeface="宋体" panose="02010600030101010101" pitchFamily="2" charset="-122"/>
              </a:defRPr>
            </a:lvl3pPr>
            <a:lvl4pPr marL="1714500" defTabSz="762000">
              <a:spcBef>
                <a:spcPct val="0"/>
              </a:spcBef>
              <a:defRPr>
                <a:solidFill>
                  <a:schemeClr val="tx1"/>
                </a:solidFill>
                <a:latin typeface="Arial" panose="020B0604020202020204" pitchFamily="34" charset="0"/>
                <a:ea typeface="宋体" panose="02010600030101010101" pitchFamily="2" charset="-122"/>
              </a:defRPr>
            </a:lvl4pPr>
            <a:lvl5pPr marL="2286000" defTabSz="762000">
              <a:spcBef>
                <a:spcPct val="0"/>
              </a:spcBef>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Aft>
                <a:spcPct val="0"/>
              </a:spcAft>
            </a:pPr>
            <a:r>
              <a:rPr kumimoji="1" lang="zh-CN" altLang="en-US" sz="1500">
                <a:solidFill>
                  <a:srgbClr val="000000"/>
                </a:solidFill>
                <a:latin typeface="宋体" panose="02010600030101010101" pitchFamily="2" charset="-122"/>
              </a:rPr>
              <a:t>物理层</a:t>
            </a:r>
            <a:endParaRPr kumimoji="1" lang="zh-CN" altLang="en-US">
              <a:solidFill>
                <a:srgbClr val="CCCCFF"/>
              </a:solidFill>
              <a:latin typeface="楷体_GB2312" pitchFamily="49" charset="-122"/>
              <a:ea typeface="楷体_GB2312" pitchFamily="49" charset="-122"/>
            </a:endParaRPr>
          </a:p>
        </p:txBody>
      </p:sp>
      <p:sp>
        <p:nvSpPr>
          <p:cNvPr id="460822" name="Rectangle 22"/>
          <p:cNvSpPr>
            <a:spLocks noChangeArrowheads="1"/>
          </p:cNvSpPr>
          <p:nvPr/>
        </p:nvSpPr>
        <p:spPr bwMode="auto">
          <a:xfrm>
            <a:off x="8729664" y="3589339"/>
            <a:ext cx="1068387" cy="517525"/>
          </a:xfrm>
          <a:prstGeom prst="rect">
            <a:avLst/>
          </a:prstGeom>
          <a:solidFill>
            <a:srgbClr val="99FFCC"/>
          </a:solidFill>
          <a:ln w="14288">
            <a:solidFill>
              <a:srgbClr val="000000"/>
            </a:solidFill>
            <a:miter lim="800000"/>
            <a:headEnd/>
            <a:tailEnd/>
          </a:ln>
        </p:spPr>
        <p:txBody>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0823" name="Rectangle 23"/>
          <p:cNvSpPr>
            <a:spLocks noChangeArrowheads="1"/>
          </p:cNvSpPr>
          <p:nvPr/>
        </p:nvSpPr>
        <p:spPr bwMode="auto">
          <a:xfrm>
            <a:off x="8934450" y="3636963"/>
            <a:ext cx="6667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0"/>
              </a:spcBef>
              <a:defRPr>
                <a:solidFill>
                  <a:schemeClr val="tx1"/>
                </a:solidFill>
                <a:latin typeface="Arial" panose="020B0604020202020204" pitchFamily="34" charset="0"/>
                <a:ea typeface="宋体" panose="02010600030101010101" pitchFamily="2" charset="-122"/>
              </a:defRPr>
            </a:lvl1pPr>
            <a:lvl2pPr marL="571500" defTabSz="762000">
              <a:spcBef>
                <a:spcPct val="0"/>
              </a:spcBef>
              <a:defRPr>
                <a:solidFill>
                  <a:schemeClr val="tx1"/>
                </a:solidFill>
                <a:latin typeface="Arial" panose="020B0604020202020204" pitchFamily="34" charset="0"/>
                <a:ea typeface="宋体" panose="02010600030101010101" pitchFamily="2" charset="-122"/>
              </a:defRPr>
            </a:lvl2pPr>
            <a:lvl3pPr marL="1143000" defTabSz="762000">
              <a:spcBef>
                <a:spcPct val="0"/>
              </a:spcBef>
              <a:defRPr>
                <a:solidFill>
                  <a:schemeClr val="tx1"/>
                </a:solidFill>
                <a:latin typeface="Arial" panose="020B0604020202020204" pitchFamily="34" charset="0"/>
                <a:ea typeface="宋体" panose="02010600030101010101" pitchFamily="2" charset="-122"/>
              </a:defRPr>
            </a:lvl3pPr>
            <a:lvl4pPr marL="1714500" defTabSz="762000">
              <a:spcBef>
                <a:spcPct val="0"/>
              </a:spcBef>
              <a:defRPr>
                <a:solidFill>
                  <a:schemeClr val="tx1"/>
                </a:solidFill>
                <a:latin typeface="Arial" panose="020B0604020202020204" pitchFamily="34" charset="0"/>
                <a:ea typeface="宋体" panose="02010600030101010101" pitchFamily="2" charset="-122"/>
              </a:defRPr>
            </a:lvl4pPr>
            <a:lvl5pPr marL="2286000" defTabSz="762000">
              <a:spcBef>
                <a:spcPct val="0"/>
              </a:spcBef>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Aft>
                <a:spcPct val="0"/>
              </a:spcAft>
            </a:pPr>
            <a:r>
              <a:rPr kumimoji="1" lang="en-US" altLang="zh-CN" sz="1500">
                <a:solidFill>
                  <a:srgbClr val="000000"/>
                </a:solidFill>
                <a:latin typeface="宋体" panose="02010600030101010101" pitchFamily="2" charset="-122"/>
              </a:rPr>
              <a:t> </a:t>
            </a:r>
            <a:r>
              <a:rPr kumimoji="1" lang="zh-CN" altLang="en-US" sz="1500">
                <a:solidFill>
                  <a:srgbClr val="000000"/>
                </a:solidFill>
                <a:latin typeface="宋体" panose="02010600030101010101" pitchFamily="2" charset="-122"/>
              </a:rPr>
              <a:t>数据链</a:t>
            </a:r>
            <a:endParaRPr kumimoji="1" lang="zh-CN" altLang="en-US">
              <a:solidFill>
                <a:srgbClr val="CCCCFF"/>
              </a:solidFill>
              <a:latin typeface="楷体_GB2312" pitchFamily="49" charset="-122"/>
              <a:ea typeface="楷体_GB2312" pitchFamily="49" charset="-122"/>
            </a:endParaRPr>
          </a:p>
        </p:txBody>
      </p:sp>
      <p:sp>
        <p:nvSpPr>
          <p:cNvPr id="460824" name="Rectangle 24"/>
          <p:cNvSpPr>
            <a:spLocks noChangeArrowheads="1"/>
          </p:cNvSpPr>
          <p:nvPr/>
        </p:nvSpPr>
        <p:spPr bwMode="auto">
          <a:xfrm>
            <a:off x="9077325" y="3856038"/>
            <a:ext cx="382588"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0"/>
              </a:spcBef>
              <a:defRPr>
                <a:solidFill>
                  <a:schemeClr val="tx1"/>
                </a:solidFill>
                <a:latin typeface="Arial" panose="020B0604020202020204" pitchFamily="34" charset="0"/>
                <a:ea typeface="宋体" panose="02010600030101010101" pitchFamily="2" charset="-122"/>
              </a:defRPr>
            </a:lvl1pPr>
            <a:lvl2pPr marL="571500" defTabSz="762000">
              <a:spcBef>
                <a:spcPct val="0"/>
              </a:spcBef>
              <a:defRPr>
                <a:solidFill>
                  <a:schemeClr val="tx1"/>
                </a:solidFill>
                <a:latin typeface="Arial" panose="020B0604020202020204" pitchFamily="34" charset="0"/>
                <a:ea typeface="宋体" panose="02010600030101010101" pitchFamily="2" charset="-122"/>
              </a:defRPr>
            </a:lvl2pPr>
            <a:lvl3pPr marL="1143000" defTabSz="762000">
              <a:spcBef>
                <a:spcPct val="0"/>
              </a:spcBef>
              <a:defRPr>
                <a:solidFill>
                  <a:schemeClr val="tx1"/>
                </a:solidFill>
                <a:latin typeface="Arial" panose="020B0604020202020204" pitchFamily="34" charset="0"/>
                <a:ea typeface="宋体" panose="02010600030101010101" pitchFamily="2" charset="-122"/>
              </a:defRPr>
            </a:lvl3pPr>
            <a:lvl4pPr marL="1714500" defTabSz="762000">
              <a:spcBef>
                <a:spcPct val="0"/>
              </a:spcBef>
              <a:defRPr>
                <a:solidFill>
                  <a:schemeClr val="tx1"/>
                </a:solidFill>
                <a:latin typeface="Arial" panose="020B0604020202020204" pitchFamily="34" charset="0"/>
                <a:ea typeface="宋体" panose="02010600030101010101" pitchFamily="2" charset="-122"/>
              </a:defRPr>
            </a:lvl4pPr>
            <a:lvl5pPr marL="2286000" defTabSz="762000">
              <a:spcBef>
                <a:spcPct val="0"/>
              </a:spcBef>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Aft>
                <a:spcPct val="0"/>
              </a:spcAft>
            </a:pPr>
            <a:r>
              <a:rPr kumimoji="1" lang="zh-CN" altLang="en-US" sz="1500">
                <a:solidFill>
                  <a:srgbClr val="000000"/>
                </a:solidFill>
                <a:latin typeface="宋体" panose="02010600030101010101" pitchFamily="2" charset="-122"/>
              </a:rPr>
              <a:t>路层</a:t>
            </a:r>
            <a:endParaRPr kumimoji="1" lang="zh-CN" altLang="en-US">
              <a:solidFill>
                <a:srgbClr val="CCCCFF"/>
              </a:solidFill>
              <a:latin typeface="楷体_GB2312" pitchFamily="49" charset="-122"/>
              <a:ea typeface="楷体_GB2312" pitchFamily="49" charset="-122"/>
            </a:endParaRPr>
          </a:p>
        </p:txBody>
      </p:sp>
      <p:sp>
        <p:nvSpPr>
          <p:cNvPr id="460825" name="Rectangle 25"/>
          <p:cNvSpPr>
            <a:spLocks noChangeArrowheads="1"/>
          </p:cNvSpPr>
          <p:nvPr/>
        </p:nvSpPr>
        <p:spPr bwMode="auto">
          <a:xfrm>
            <a:off x="8729664" y="3071814"/>
            <a:ext cx="1068387" cy="517525"/>
          </a:xfrm>
          <a:prstGeom prst="rect">
            <a:avLst/>
          </a:prstGeom>
          <a:solidFill>
            <a:srgbClr val="99FFCC"/>
          </a:solidFill>
          <a:ln w="14288">
            <a:solidFill>
              <a:srgbClr val="000000"/>
            </a:solidFill>
            <a:miter lim="800000"/>
            <a:headEnd/>
            <a:tailEnd/>
          </a:ln>
        </p:spPr>
        <p:txBody>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0826" name="Rectangle 26"/>
          <p:cNvSpPr>
            <a:spLocks noChangeArrowheads="1"/>
          </p:cNvSpPr>
          <p:nvPr/>
        </p:nvSpPr>
        <p:spPr bwMode="auto">
          <a:xfrm>
            <a:off x="8982075" y="3230563"/>
            <a:ext cx="5715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0"/>
              </a:spcBef>
              <a:defRPr>
                <a:solidFill>
                  <a:schemeClr val="tx1"/>
                </a:solidFill>
                <a:latin typeface="Arial" panose="020B0604020202020204" pitchFamily="34" charset="0"/>
                <a:ea typeface="宋体" panose="02010600030101010101" pitchFamily="2" charset="-122"/>
              </a:defRPr>
            </a:lvl1pPr>
            <a:lvl2pPr marL="571500" defTabSz="762000">
              <a:spcBef>
                <a:spcPct val="0"/>
              </a:spcBef>
              <a:defRPr>
                <a:solidFill>
                  <a:schemeClr val="tx1"/>
                </a:solidFill>
                <a:latin typeface="Arial" panose="020B0604020202020204" pitchFamily="34" charset="0"/>
                <a:ea typeface="宋体" panose="02010600030101010101" pitchFamily="2" charset="-122"/>
              </a:defRPr>
            </a:lvl2pPr>
            <a:lvl3pPr marL="1143000" defTabSz="762000">
              <a:spcBef>
                <a:spcPct val="0"/>
              </a:spcBef>
              <a:defRPr>
                <a:solidFill>
                  <a:schemeClr val="tx1"/>
                </a:solidFill>
                <a:latin typeface="Arial" panose="020B0604020202020204" pitchFamily="34" charset="0"/>
                <a:ea typeface="宋体" panose="02010600030101010101" pitchFamily="2" charset="-122"/>
              </a:defRPr>
            </a:lvl3pPr>
            <a:lvl4pPr marL="1714500" defTabSz="762000">
              <a:spcBef>
                <a:spcPct val="0"/>
              </a:spcBef>
              <a:defRPr>
                <a:solidFill>
                  <a:schemeClr val="tx1"/>
                </a:solidFill>
                <a:latin typeface="Arial" panose="020B0604020202020204" pitchFamily="34" charset="0"/>
                <a:ea typeface="宋体" panose="02010600030101010101" pitchFamily="2" charset="-122"/>
              </a:defRPr>
            </a:lvl4pPr>
            <a:lvl5pPr marL="2286000" defTabSz="762000">
              <a:spcBef>
                <a:spcPct val="0"/>
              </a:spcBef>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Aft>
                <a:spcPct val="0"/>
              </a:spcAft>
            </a:pPr>
            <a:r>
              <a:rPr kumimoji="1" lang="zh-CN" altLang="en-US" sz="1500">
                <a:solidFill>
                  <a:srgbClr val="000000"/>
                </a:solidFill>
                <a:latin typeface="宋体" panose="02010600030101010101" pitchFamily="2" charset="-122"/>
              </a:rPr>
              <a:t>网络层</a:t>
            </a:r>
            <a:endParaRPr kumimoji="1" lang="zh-CN" altLang="en-US">
              <a:solidFill>
                <a:srgbClr val="CCCCFF"/>
              </a:solidFill>
              <a:latin typeface="楷体_GB2312" pitchFamily="49" charset="-122"/>
              <a:ea typeface="楷体_GB2312" pitchFamily="49" charset="-122"/>
            </a:endParaRPr>
          </a:p>
        </p:txBody>
      </p:sp>
      <p:sp>
        <p:nvSpPr>
          <p:cNvPr id="460827" name="Rectangle 27"/>
          <p:cNvSpPr>
            <a:spLocks noChangeArrowheads="1"/>
          </p:cNvSpPr>
          <p:nvPr/>
        </p:nvSpPr>
        <p:spPr bwMode="auto">
          <a:xfrm>
            <a:off x="8729664" y="2555875"/>
            <a:ext cx="1068387" cy="515938"/>
          </a:xfrm>
          <a:prstGeom prst="rect">
            <a:avLst/>
          </a:prstGeom>
          <a:solidFill>
            <a:srgbClr val="99FFCC"/>
          </a:solidFill>
          <a:ln w="14288">
            <a:solidFill>
              <a:srgbClr val="000000"/>
            </a:solidFill>
            <a:miter lim="800000"/>
            <a:headEnd/>
            <a:tailEnd/>
          </a:ln>
        </p:spPr>
        <p:txBody>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0828" name="Rectangle 28"/>
          <p:cNvSpPr>
            <a:spLocks noChangeArrowheads="1"/>
          </p:cNvSpPr>
          <p:nvPr/>
        </p:nvSpPr>
        <p:spPr bwMode="auto">
          <a:xfrm>
            <a:off x="8982075" y="2713038"/>
            <a:ext cx="5715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0"/>
              </a:spcBef>
              <a:defRPr>
                <a:solidFill>
                  <a:schemeClr val="tx1"/>
                </a:solidFill>
                <a:latin typeface="Arial" panose="020B0604020202020204" pitchFamily="34" charset="0"/>
                <a:ea typeface="宋体" panose="02010600030101010101" pitchFamily="2" charset="-122"/>
              </a:defRPr>
            </a:lvl1pPr>
            <a:lvl2pPr marL="571500" defTabSz="762000">
              <a:spcBef>
                <a:spcPct val="0"/>
              </a:spcBef>
              <a:defRPr>
                <a:solidFill>
                  <a:schemeClr val="tx1"/>
                </a:solidFill>
                <a:latin typeface="Arial" panose="020B0604020202020204" pitchFamily="34" charset="0"/>
                <a:ea typeface="宋体" panose="02010600030101010101" pitchFamily="2" charset="-122"/>
              </a:defRPr>
            </a:lvl2pPr>
            <a:lvl3pPr marL="1143000" defTabSz="762000">
              <a:spcBef>
                <a:spcPct val="0"/>
              </a:spcBef>
              <a:defRPr>
                <a:solidFill>
                  <a:schemeClr val="tx1"/>
                </a:solidFill>
                <a:latin typeface="Arial" panose="020B0604020202020204" pitchFamily="34" charset="0"/>
                <a:ea typeface="宋体" panose="02010600030101010101" pitchFamily="2" charset="-122"/>
              </a:defRPr>
            </a:lvl3pPr>
            <a:lvl4pPr marL="1714500" defTabSz="762000">
              <a:spcBef>
                <a:spcPct val="0"/>
              </a:spcBef>
              <a:defRPr>
                <a:solidFill>
                  <a:schemeClr val="tx1"/>
                </a:solidFill>
                <a:latin typeface="Arial" panose="020B0604020202020204" pitchFamily="34" charset="0"/>
                <a:ea typeface="宋体" panose="02010600030101010101" pitchFamily="2" charset="-122"/>
              </a:defRPr>
            </a:lvl4pPr>
            <a:lvl5pPr marL="2286000" defTabSz="762000">
              <a:spcBef>
                <a:spcPct val="0"/>
              </a:spcBef>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Aft>
                <a:spcPct val="0"/>
              </a:spcAft>
            </a:pPr>
            <a:r>
              <a:rPr kumimoji="1" lang="zh-CN" altLang="en-US" sz="1500">
                <a:solidFill>
                  <a:srgbClr val="000000"/>
                </a:solidFill>
                <a:latin typeface="宋体" panose="02010600030101010101" pitchFamily="2" charset="-122"/>
              </a:rPr>
              <a:t>传输层</a:t>
            </a:r>
            <a:endParaRPr kumimoji="1" lang="zh-CN" altLang="en-US">
              <a:solidFill>
                <a:srgbClr val="CCCCFF"/>
              </a:solidFill>
              <a:latin typeface="楷体_GB2312" pitchFamily="49" charset="-122"/>
              <a:ea typeface="楷体_GB2312" pitchFamily="49" charset="-122"/>
            </a:endParaRPr>
          </a:p>
        </p:txBody>
      </p:sp>
      <p:sp>
        <p:nvSpPr>
          <p:cNvPr id="460829" name="Rectangle 29"/>
          <p:cNvSpPr>
            <a:spLocks noChangeArrowheads="1"/>
          </p:cNvSpPr>
          <p:nvPr/>
        </p:nvSpPr>
        <p:spPr bwMode="auto">
          <a:xfrm>
            <a:off x="8729664" y="2041525"/>
            <a:ext cx="1068387" cy="514350"/>
          </a:xfrm>
          <a:prstGeom prst="rect">
            <a:avLst/>
          </a:prstGeom>
          <a:solidFill>
            <a:srgbClr val="99FFCC"/>
          </a:solidFill>
          <a:ln w="14288">
            <a:solidFill>
              <a:srgbClr val="000000"/>
            </a:solidFill>
            <a:miter lim="800000"/>
            <a:headEnd/>
            <a:tailEnd/>
          </a:ln>
        </p:spPr>
        <p:txBody>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0830" name="Rectangle 30"/>
          <p:cNvSpPr>
            <a:spLocks noChangeArrowheads="1"/>
          </p:cNvSpPr>
          <p:nvPr/>
        </p:nvSpPr>
        <p:spPr bwMode="auto">
          <a:xfrm>
            <a:off x="8982075" y="2197100"/>
            <a:ext cx="5715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0"/>
              </a:spcBef>
              <a:defRPr>
                <a:solidFill>
                  <a:schemeClr val="tx1"/>
                </a:solidFill>
                <a:latin typeface="Arial" panose="020B0604020202020204" pitchFamily="34" charset="0"/>
                <a:ea typeface="宋体" panose="02010600030101010101" pitchFamily="2" charset="-122"/>
              </a:defRPr>
            </a:lvl1pPr>
            <a:lvl2pPr marL="571500" defTabSz="762000">
              <a:spcBef>
                <a:spcPct val="0"/>
              </a:spcBef>
              <a:defRPr>
                <a:solidFill>
                  <a:schemeClr val="tx1"/>
                </a:solidFill>
                <a:latin typeface="Arial" panose="020B0604020202020204" pitchFamily="34" charset="0"/>
                <a:ea typeface="宋体" panose="02010600030101010101" pitchFamily="2" charset="-122"/>
              </a:defRPr>
            </a:lvl2pPr>
            <a:lvl3pPr marL="1143000" defTabSz="762000">
              <a:spcBef>
                <a:spcPct val="0"/>
              </a:spcBef>
              <a:defRPr>
                <a:solidFill>
                  <a:schemeClr val="tx1"/>
                </a:solidFill>
                <a:latin typeface="Arial" panose="020B0604020202020204" pitchFamily="34" charset="0"/>
                <a:ea typeface="宋体" panose="02010600030101010101" pitchFamily="2" charset="-122"/>
              </a:defRPr>
            </a:lvl3pPr>
            <a:lvl4pPr marL="1714500" defTabSz="762000">
              <a:spcBef>
                <a:spcPct val="0"/>
              </a:spcBef>
              <a:defRPr>
                <a:solidFill>
                  <a:schemeClr val="tx1"/>
                </a:solidFill>
                <a:latin typeface="Arial" panose="020B0604020202020204" pitchFamily="34" charset="0"/>
                <a:ea typeface="宋体" panose="02010600030101010101" pitchFamily="2" charset="-122"/>
              </a:defRPr>
            </a:lvl4pPr>
            <a:lvl5pPr marL="2286000" defTabSz="762000">
              <a:spcBef>
                <a:spcPct val="0"/>
              </a:spcBef>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Aft>
                <a:spcPct val="0"/>
              </a:spcAft>
            </a:pPr>
            <a:r>
              <a:rPr kumimoji="1" lang="zh-CN" altLang="en-US" sz="1500">
                <a:solidFill>
                  <a:srgbClr val="000000"/>
                </a:solidFill>
                <a:latin typeface="宋体" panose="02010600030101010101" pitchFamily="2" charset="-122"/>
              </a:rPr>
              <a:t>会话层</a:t>
            </a:r>
            <a:endParaRPr kumimoji="1" lang="zh-CN" altLang="en-US">
              <a:solidFill>
                <a:srgbClr val="CCCCFF"/>
              </a:solidFill>
              <a:latin typeface="楷体_GB2312" pitchFamily="49" charset="-122"/>
              <a:ea typeface="楷体_GB2312" pitchFamily="49" charset="-122"/>
            </a:endParaRPr>
          </a:p>
        </p:txBody>
      </p:sp>
      <p:sp>
        <p:nvSpPr>
          <p:cNvPr id="460831" name="Rectangle 31"/>
          <p:cNvSpPr>
            <a:spLocks noChangeArrowheads="1"/>
          </p:cNvSpPr>
          <p:nvPr/>
        </p:nvSpPr>
        <p:spPr bwMode="auto">
          <a:xfrm>
            <a:off x="8729664" y="1522413"/>
            <a:ext cx="1068387" cy="519112"/>
          </a:xfrm>
          <a:prstGeom prst="rect">
            <a:avLst/>
          </a:prstGeom>
          <a:solidFill>
            <a:srgbClr val="99FFCC"/>
          </a:solidFill>
          <a:ln w="14288">
            <a:solidFill>
              <a:srgbClr val="000000"/>
            </a:solidFill>
            <a:miter lim="800000"/>
            <a:headEnd/>
            <a:tailEnd/>
          </a:ln>
        </p:spPr>
        <p:txBody>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0832" name="Rectangle 32"/>
          <p:cNvSpPr>
            <a:spLocks noChangeArrowheads="1"/>
          </p:cNvSpPr>
          <p:nvPr/>
        </p:nvSpPr>
        <p:spPr bwMode="auto">
          <a:xfrm>
            <a:off x="8982075" y="1682750"/>
            <a:ext cx="5715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0"/>
              </a:spcBef>
              <a:defRPr>
                <a:solidFill>
                  <a:schemeClr val="tx1"/>
                </a:solidFill>
                <a:latin typeface="Arial" panose="020B0604020202020204" pitchFamily="34" charset="0"/>
                <a:ea typeface="宋体" panose="02010600030101010101" pitchFamily="2" charset="-122"/>
              </a:defRPr>
            </a:lvl1pPr>
            <a:lvl2pPr marL="571500" defTabSz="762000">
              <a:spcBef>
                <a:spcPct val="0"/>
              </a:spcBef>
              <a:defRPr>
                <a:solidFill>
                  <a:schemeClr val="tx1"/>
                </a:solidFill>
                <a:latin typeface="Arial" panose="020B0604020202020204" pitchFamily="34" charset="0"/>
                <a:ea typeface="宋体" panose="02010600030101010101" pitchFamily="2" charset="-122"/>
              </a:defRPr>
            </a:lvl2pPr>
            <a:lvl3pPr marL="1143000" defTabSz="762000">
              <a:spcBef>
                <a:spcPct val="0"/>
              </a:spcBef>
              <a:defRPr>
                <a:solidFill>
                  <a:schemeClr val="tx1"/>
                </a:solidFill>
                <a:latin typeface="Arial" panose="020B0604020202020204" pitchFamily="34" charset="0"/>
                <a:ea typeface="宋体" panose="02010600030101010101" pitchFamily="2" charset="-122"/>
              </a:defRPr>
            </a:lvl3pPr>
            <a:lvl4pPr marL="1714500" defTabSz="762000">
              <a:spcBef>
                <a:spcPct val="0"/>
              </a:spcBef>
              <a:defRPr>
                <a:solidFill>
                  <a:schemeClr val="tx1"/>
                </a:solidFill>
                <a:latin typeface="Arial" panose="020B0604020202020204" pitchFamily="34" charset="0"/>
                <a:ea typeface="宋体" panose="02010600030101010101" pitchFamily="2" charset="-122"/>
              </a:defRPr>
            </a:lvl4pPr>
            <a:lvl5pPr marL="2286000" defTabSz="762000">
              <a:spcBef>
                <a:spcPct val="0"/>
              </a:spcBef>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Aft>
                <a:spcPct val="0"/>
              </a:spcAft>
            </a:pPr>
            <a:r>
              <a:rPr kumimoji="1" lang="zh-CN" altLang="en-US" sz="1500">
                <a:solidFill>
                  <a:srgbClr val="000000"/>
                </a:solidFill>
                <a:latin typeface="宋体" panose="02010600030101010101" pitchFamily="2" charset="-122"/>
              </a:rPr>
              <a:t>表示层</a:t>
            </a:r>
            <a:endParaRPr kumimoji="1" lang="zh-CN" altLang="en-US">
              <a:solidFill>
                <a:srgbClr val="CCCCFF"/>
              </a:solidFill>
              <a:latin typeface="楷体_GB2312" pitchFamily="49" charset="-122"/>
              <a:ea typeface="楷体_GB2312" pitchFamily="49" charset="-122"/>
            </a:endParaRPr>
          </a:p>
        </p:txBody>
      </p:sp>
      <p:sp>
        <p:nvSpPr>
          <p:cNvPr id="460833" name="Rectangle 33"/>
          <p:cNvSpPr>
            <a:spLocks noChangeArrowheads="1"/>
          </p:cNvSpPr>
          <p:nvPr/>
        </p:nvSpPr>
        <p:spPr bwMode="auto">
          <a:xfrm>
            <a:off x="3130551" y="4776789"/>
            <a:ext cx="1489075" cy="104775"/>
          </a:xfrm>
          <a:prstGeom prst="rect">
            <a:avLst/>
          </a:prstGeom>
          <a:blipFill dpi="0" rotWithShape="0">
            <a:blip r:embed="rId2"/>
            <a:srcRect/>
            <a:tile tx="0" ty="0" sx="100000" sy="100000" flip="none" algn="tl"/>
          </a:blipFill>
          <a:ln w="14288">
            <a:solidFill>
              <a:srgbClr val="000000"/>
            </a:solidFill>
            <a:miter lim="800000"/>
            <a:headEnd/>
            <a:tailEnd/>
          </a:ln>
        </p:spPr>
        <p:txBody>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0834" name="Rectangle 34"/>
          <p:cNvSpPr>
            <a:spLocks noChangeArrowheads="1"/>
          </p:cNvSpPr>
          <p:nvPr/>
        </p:nvSpPr>
        <p:spPr bwMode="auto">
          <a:xfrm>
            <a:off x="7516814" y="4776789"/>
            <a:ext cx="1481137" cy="73025"/>
          </a:xfrm>
          <a:prstGeom prst="rect">
            <a:avLst/>
          </a:prstGeom>
          <a:blipFill dpi="0" rotWithShape="0">
            <a:blip r:embed="rId2"/>
            <a:srcRect/>
            <a:tile tx="0" ty="0" sx="100000" sy="100000" flip="none" algn="tl"/>
          </a:blipFill>
          <a:ln w="14288">
            <a:solidFill>
              <a:srgbClr val="000000"/>
            </a:solidFill>
            <a:miter lim="800000"/>
            <a:headEnd/>
            <a:tailEnd/>
          </a:ln>
        </p:spPr>
        <p:txBody>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0835" name="Rectangle 35"/>
          <p:cNvSpPr>
            <a:spLocks noChangeArrowheads="1"/>
          </p:cNvSpPr>
          <p:nvPr/>
        </p:nvSpPr>
        <p:spPr bwMode="auto">
          <a:xfrm>
            <a:off x="2362200" y="595313"/>
            <a:ext cx="1016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0"/>
              </a:spcBef>
              <a:defRPr>
                <a:solidFill>
                  <a:schemeClr val="tx1"/>
                </a:solidFill>
                <a:latin typeface="Arial" panose="020B0604020202020204" pitchFamily="34" charset="0"/>
                <a:ea typeface="宋体" panose="02010600030101010101" pitchFamily="2" charset="-122"/>
              </a:defRPr>
            </a:lvl1pPr>
            <a:lvl2pPr marL="571500" defTabSz="762000">
              <a:spcBef>
                <a:spcPct val="0"/>
              </a:spcBef>
              <a:defRPr>
                <a:solidFill>
                  <a:schemeClr val="tx1"/>
                </a:solidFill>
                <a:latin typeface="Arial" panose="020B0604020202020204" pitchFamily="34" charset="0"/>
                <a:ea typeface="宋体" panose="02010600030101010101" pitchFamily="2" charset="-122"/>
              </a:defRPr>
            </a:lvl2pPr>
            <a:lvl3pPr marL="1143000" defTabSz="762000">
              <a:spcBef>
                <a:spcPct val="0"/>
              </a:spcBef>
              <a:defRPr>
                <a:solidFill>
                  <a:schemeClr val="tx1"/>
                </a:solidFill>
                <a:latin typeface="Arial" panose="020B0604020202020204" pitchFamily="34" charset="0"/>
                <a:ea typeface="宋体" panose="02010600030101010101" pitchFamily="2" charset="-122"/>
              </a:defRPr>
            </a:lvl3pPr>
            <a:lvl4pPr marL="1714500" defTabSz="762000">
              <a:spcBef>
                <a:spcPct val="0"/>
              </a:spcBef>
              <a:defRPr>
                <a:solidFill>
                  <a:schemeClr val="tx1"/>
                </a:solidFill>
                <a:latin typeface="Arial" panose="020B0604020202020204" pitchFamily="34" charset="0"/>
                <a:ea typeface="宋体" panose="02010600030101010101" pitchFamily="2" charset="-122"/>
              </a:defRPr>
            </a:lvl4pPr>
            <a:lvl5pPr marL="2286000" defTabSz="762000">
              <a:spcBef>
                <a:spcPct val="0"/>
              </a:spcBef>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Aft>
                <a:spcPct val="0"/>
              </a:spcAft>
            </a:pPr>
            <a:r>
              <a:rPr kumimoji="1" lang="zh-CN" altLang="en-US" sz="2000">
                <a:solidFill>
                  <a:srgbClr val="000000"/>
                </a:solidFill>
                <a:latin typeface="宋体" panose="02010600030101010101" pitchFamily="2" charset="-122"/>
              </a:rPr>
              <a:t>发送进程</a:t>
            </a:r>
          </a:p>
        </p:txBody>
      </p:sp>
      <p:sp>
        <p:nvSpPr>
          <p:cNvPr id="460836" name="Rectangle 36"/>
          <p:cNvSpPr>
            <a:spLocks noChangeArrowheads="1"/>
          </p:cNvSpPr>
          <p:nvPr/>
        </p:nvSpPr>
        <p:spPr bwMode="auto">
          <a:xfrm>
            <a:off x="8763000" y="595313"/>
            <a:ext cx="1016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0"/>
              </a:spcBef>
              <a:defRPr>
                <a:solidFill>
                  <a:schemeClr val="tx1"/>
                </a:solidFill>
                <a:latin typeface="Arial" panose="020B0604020202020204" pitchFamily="34" charset="0"/>
                <a:ea typeface="宋体" panose="02010600030101010101" pitchFamily="2" charset="-122"/>
              </a:defRPr>
            </a:lvl1pPr>
            <a:lvl2pPr marL="571500" defTabSz="762000">
              <a:spcBef>
                <a:spcPct val="0"/>
              </a:spcBef>
              <a:defRPr>
                <a:solidFill>
                  <a:schemeClr val="tx1"/>
                </a:solidFill>
                <a:latin typeface="Arial" panose="020B0604020202020204" pitchFamily="34" charset="0"/>
                <a:ea typeface="宋体" panose="02010600030101010101" pitchFamily="2" charset="-122"/>
              </a:defRPr>
            </a:lvl2pPr>
            <a:lvl3pPr marL="1143000" defTabSz="762000">
              <a:spcBef>
                <a:spcPct val="0"/>
              </a:spcBef>
              <a:defRPr>
                <a:solidFill>
                  <a:schemeClr val="tx1"/>
                </a:solidFill>
                <a:latin typeface="Arial" panose="020B0604020202020204" pitchFamily="34" charset="0"/>
                <a:ea typeface="宋体" panose="02010600030101010101" pitchFamily="2" charset="-122"/>
              </a:defRPr>
            </a:lvl3pPr>
            <a:lvl4pPr marL="1714500" defTabSz="762000">
              <a:spcBef>
                <a:spcPct val="0"/>
              </a:spcBef>
              <a:defRPr>
                <a:solidFill>
                  <a:schemeClr val="tx1"/>
                </a:solidFill>
                <a:latin typeface="Arial" panose="020B0604020202020204" pitchFamily="34" charset="0"/>
                <a:ea typeface="宋体" panose="02010600030101010101" pitchFamily="2" charset="-122"/>
              </a:defRPr>
            </a:lvl4pPr>
            <a:lvl5pPr marL="2286000" defTabSz="762000">
              <a:spcBef>
                <a:spcPct val="0"/>
              </a:spcBef>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Aft>
                <a:spcPct val="0"/>
              </a:spcAft>
            </a:pPr>
            <a:r>
              <a:rPr kumimoji="1" lang="zh-CN" altLang="en-US" sz="2000">
                <a:solidFill>
                  <a:srgbClr val="000000"/>
                </a:solidFill>
                <a:latin typeface="宋体" panose="02010600030101010101" pitchFamily="2" charset="-122"/>
              </a:rPr>
              <a:t>接收进程</a:t>
            </a:r>
          </a:p>
        </p:txBody>
      </p:sp>
      <p:sp>
        <p:nvSpPr>
          <p:cNvPr id="460837" name="Rectangle 37"/>
          <p:cNvSpPr>
            <a:spLocks noChangeArrowheads="1"/>
          </p:cNvSpPr>
          <p:nvPr/>
        </p:nvSpPr>
        <p:spPr bwMode="auto">
          <a:xfrm>
            <a:off x="4297364" y="4111626"/>
            <a:ext cx="1068387" cy="517525"/>
          </a:xfrm>
          <a:prstGeom prst="rect">
            <a:avLst/>
          </a:prstGeom>
          <a:solidFill>
            <a:srgbClr val="FFCCFF"/>
          </a:solidFill>
          <a:ln w="14288">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0838" name="Rectangle 38"/>
          <p:cNvSpPr>
            <a:spLocks noChangeArrowheads="1"/>
          </p:cNvSpPr>
          <p:nvPr/>
        </p:nvSpPr>
        <p:spPr bwMode="auto">
          <a:xfrm>
            <a:off x="4549775" y="4268788"/>
            <a:ext cx="5715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0"/>
              </a:spcBef>
              <a:defRPr>
                <a:solidFill>
                  <a:schemeClr val="tx1"/>
                </a:solidFill>
                <a:latin typeface="Arial" panose="020B0604020202020204" pitchFamily="34" charset="0"/>
                <a:ea typeface="宋体" panose="02010600030101010101" pitchFamily="2" charset="-122"/>
              </a:defRPr>
            </a:lvl1pPr>
            <a:lvl2pPr marL="571500" defTabSz="762000">
              <a:spcBef>
                <a:spcPct val="0"/>
              </a:spcBef>
              <a:defRPr>
                <a:solidFill>
                  <a:schemeClr val="tx1"/>
                </a:solidFill>
                <a:latin typeface="Arial" panose="020B0604020202020204" pitchFamily="34" charset="0"/>
                <a:ea typeface="宋体" panose="02010600030101010101" pitchFamily="2" charset="-122"/>
              </a:defRPr>
            </a:lvl2pPr>
            <a:lvl3pPr marL="1143000" defTabSz="762000">
              <a:spcBef>
                <a:spcPct val="0"/>
              </a:spcBef>
              <a:defRPr>
                <a:solidFill>
                  <a:schemeClr val="tx1"/>
                </a:solidFill>
                <a:latin typeface="Arial" panose="020B0604020202020204" pitchFamily="34" charset="0"/>
                <a:ea typeface="宋体" panose="02010600030101010101" pitchFamily="2" charset="-122"/>
              </a:defRPr>
            </a:lvl3pPr>
            <a:lvl4pPr marL="1714500" defTabSz="762000">
              <a:spcBef>
                <a:spcPct val="0"/>
              </a:spcBef>
              <a:defRPr>
                <a:solidFill>
                  <a:schemeClr val="tx1"/>
                </a:solidFill>
                <a:latin typeface="Arial" panose="020B0604020202020204" pitchFamily="34" charset="0"/>
                <a:ea typeface="宋体" panose="02010600030101010101" pitchFamily="2" charset="-122"/>
              </a:defRPr>
            </a:lvl4pPr>
            <a:lvl5pPr marL="2286000" defTabSz="762000">
              <a:spcBef>
                <a:spcPct val="0"/>
              </a:spcBef>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Aft>
                <a:spcPct val="0"/>
              </a:spcAft>
            </a:pPr>
            <a:r>
              <a:rPr kumimoji="1" lang="zh-CN" altLang="en-US" sz="1500">
                <a:solidFill>
                  <a:srgbClr val="000000"/>
                </a:solidFill>
                <a:latin typeface="宋体" panose="02010600030101010101" pitchFamily="2" charset="-122"/>
              </a:rPr>
              <a:t>物理层</a:t>
            </a:r>
            <a:endParaRPr kumimoji="1" lang="zh-CN" altLang="en-US">
              <a:solidFill>
                <a:srgbClr val="CCCCFF"/>
              </a:solidFill>
              <a:latin typeface="楷体_GB2312" pitchFamily="49" charset="-122"/>
              <a:ea typeface="楷体_GB2312" pitchFamily="49" charset="-122"/>
            </a:endParaRPr>
          </a:p>
        </p:txBody>
      </p:sp>
      <p:sp>
        <p:nvSpPr>
          <p:cNvPr id="460839" name="Rectangle 39"/>
          <p:cNvSpPr>
            <a:spLocks noChangeArrowheads="1"/>
          </p:cNvSpPr>
          <p:nvPr/>
        </p:nvSpPr>
        <p:spPr bwMode="auto">
          <a:xfrm>
            <a:off x="4297364" y="3594101"/>
            <a:ext cx="1068387" cy="517525"/>
          </a:xfrm>
          <a:prstGeom prst="rect">
            <a:avLst/>
          </a:prstGeom>
          <a:solidFill>
            <a:srgbClr val="FFCCFF"/>
          </a:solidFill>
          <a:ln w="14288">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0840" name="Rectangle 40"/>
          <p:cNvSpPr>
            <a:spLocks noChangeArrowheads="1"/>
          </p:cNvSpPr>
          <p:nvPr/>
        </p:nvSpPr>
        <p:spPr bwMode="auto">
          <a:xfrm>
            <a:off x="4503738" y="3641725"/>
            <a:ext cx="6667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0"/>
              </a:spcBef>
              <a:defRPr>
                <a:solidFill>
                  <a:schemeClr val="tx1"/>
                </a:solidFill>
                <a:latin typeface="Arial" panose="020B0604020202020204" pitchFamily="34" charset="0"/>
                <a:ea typeface="宋体" panose="02010600030101010101" pitchFamily="2" charset="-122"/>
              </a:defRPr>
            </a:lvl1pPr>
            <a:lvl2pPr marL="571500" defTabSz="762000">
              <a:spcBef>
                <a:spcPct val="0"/>
              </a:spcBef>
              <a:defRPr>
                <a:solidFill>
                  <a:schemeClr val="tx1"/>
                </a:solidFill>
                <a:latin typeface="Arial" panose="020B0604020202020204" pitchFamily="34" charset="0"/>
                <a:ea typeface="宋体" panose="02010600030101010101" pitchFamily="2" charset="-122"/>
              </a:defRPr>
            </a:lvl2pPr>
            <a:lvl3pPr marL="1143000" defTabSz="762000">
              <a:spcBef>
                <a:spcPct val="0"/>
              </a:spcBef>
              <a:defRPr>
                <a:solidFill>
                  <a:schemeClr val="tx1"/>
                </a:solidFill>
                <a:latin typeface="Arial" panose="020B0604020202020204" pitchFamily="34" charset="0"/>
                <a:ea typeface="宋体" panose="02010600030101010101" pitchFamily="2" charset="-122"/>
              </a:defRPr>
            </a:lvl3pPr>
            <a:lvl4pPr marL="1714500" defTabSz="762000">
              <a:spcBef>
                <a:spcPct val="0"/>
              </a:spcBef>
              <a:defRPr>
                <a:solidFill>
                  <a:schemeClr val="tx1"/>
                </a:solidFill>
                <a:latin typeface="Arial" panose="020B0604020202020204" pitchFamily="34" charset="0"/>
                <a:ea typeface="宋体" panose="02010600030101010101" pitchFamily="2" charset="-122"/>
              </a:defRPr>
            </a:lvl4pPr>
            <a:lvl5pPr marL="2286000" defTabSz="762000">
              <a:spcBef>
                <a:spcPct val="0"/>
              </a:spcBef>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Aft>
                <a:spcPct val="0"/>
              </a:spcAft>
            </a:pPr>
            <a:r>
              <a:rPr kumimoji="1" lang="en-US" altLang="zh-CN" sz="1500">
                <a:solidFill>
                  <a:srgbClr val="000000"/>
                </a:solidFill>
                <a:latin typeface="宋体" panose="02010600030101010101" pitchFamily="2" charset="-122"/>
              </a:rPr>
              <a:t> </a:t>
            </a:r>
            <a:r>
              <a:rPr kumimoji="1" lang="zh-CN" altLang="en-US" sz="1500">
                <a:solidFill>
                  <a:srgbClr val="000000"/>
                </a:solidFill>
                <a:latin typeface="宋体" panose="02010600030101010101" pitchFamily="2" charset="-122"/>
              </a:rPr>
              <a:t>数据链</a:t>
            </a:r>
            <a:endParaRPr kumimoji="1" lang="zh-CN" altLang="en-US">
              <a:solidFill>
                <a:srgbClr val="CCCCFF"/>
              </a:solidFill>
              <a:latin typeface="楷体_GB2312" pitchFamily="49" charset="-122"/>
              <a:ea typeface="楷体_GB2312" pitchFamily="49" charset="-122"/>
            </a:endParaRPr>
          </a:p>
        </p:txBody>
      </p:sp>
      <p:sp>
        <p:nvSpPr>
          <p:cNvPr id="460841" name="Rectangle 41"/>
          <p:cNvSpPr>
            <a:spLocks noChangeArrowheads="1"/>
          </p:cNvSpPr>
          <p:nvPr/>
        </p:nvSpPr>
        <p:spPr bwMode="auto">
          <a:xfrm>
            <a:off x="4646613" y="3860800"/>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0"/>
              </a:spcBef>
              <a:defRPr>
                <a:solidFill>
                  <a:schemeClr val="tx1"/>
                </a:solidFill>
                <a:latin typeface="Arial" panose="020B0604020202020204" pitchFamily="34" charset="0"/>
                <a:ea typeface="宋体" panose="02010600030101010101" pitchFamily="2" charset="-122"/>
              </a:defRPr>
            </a:lvl1pPr>
            <a:lvl2pPr marL="571500" defTabSz="762000">
              <a:spcBef>
                <a:spcPct val="0"/>
              </a:spcBef>
              <a:defRPr>
                <a:solidFill>
                  <a:schemeClr val="tx1"/>
                </a:solidFill>
                <a:latin typeface="Arial" panose="020B0604020202020204" pitchFamily="34" charset="0"/>
                <a:ea typeface="宋体" panose="02010600030101010101" pitchFamily="2" charset="-122"/>
              </a:defRPr>
            </a:lvl2pPr>
            <a:lvl3pPr marL="1143000" defTabSz="762000">
              <a:spcBef>
                <a:spcPct val="0"/>
              </a:spcBef>
              <a:defRPr>
                <a:solidFill>
                  <a:schemeClr val="tx1"/>
                </a:solidFill>
                <a:latin typeface="Arial" panose="020B0604020202020204" pitchFamily="34" charset="0"/>
                <a:ea typeface="宋体" panose="02010600030101010101" pitchFamily="2" charset="-122"/>
              </a:defRPr>
            </a:lvl3pPr>
            <a:lvl4pPr marL="1714500" defTabSz="762000">
              <a:spcBef>
                <a:spcPct val="0"/>
              </a:spcBef>
              <a:defRPr>
                <a:solidFill>
                  <a:schemeClr val="tx1"/>
                </a:solidFill>
                <a:latin typeface="Arial" panose="020B0604020202020204" pitchFamily="34" charset="0"/>
                <a:ea typeface="宋体" panose="02010600030101010101" pitchFamily="2" charset="-122"/>
              </a:defRPr>
            </a:lvl4pPr>
            <a:lvl5pPr marL="2286000" defTabSz="762000">
              <a:spcBef>
                <a:spcPct val="0"/>
              </a:spcBef>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Aft>
                <a:spcPct val="0"/>
              </a:spcAft>
            </a:pPr>
            <a:r>
              <a:rPr kumimoji="1" lang="zh-CN" altLang="en-US" sz="1500">
                <a:solidFill>
                  <a:srgbClr val="000000"/>
                </a:solidFill>
                <a:latin typeface="宋体" panose="02010600030101010101" pitchFamily="2" charset="-122"/>
              </a:rPr>
              <a:t>路层</a:t>
            </a:r>
            <a:endParaRPr kumimoji="1" lang="zh-CN" altLang="en-US">
              <a:solidFill>
                <a:srgbClr val="CCCCFF"/>
              </a:solidFill>
              <a:latin typeface="楷体_GB2312" pitchFamily="49" charset="-122"/>
              <a:ea typeface="楷体_GB2312" pitchFamily="49" charset="-122"/>
            </a:endParaRPr>
          </a:p>
        </p:txBody>
      </p:sp>
      <p:sp>
        <p:nvSpPr>
          <p:cNvPr id="460842" name="Rectangle 42"/>
          <p:cNvSpPr>
            <a:spLocks noChangeArrowheads="1"/>
          </p:cNvSpPr>
          <p:nvPr/>
        </p:nvSpPr>
        <p:spPr bwMode="auto">
          <a:xfrm>
            <a:off x="4297364" y="3076576"/>
            <a:ext cx="1068387" cy="517525"/>
          </a:xfrm>
          <a:prstGeom prst="rect">
            <a:avLst/>
          </a:prstGeom>
          <a:solidFill>
            <a:srgbClr val="FFCCFF"/>
          </a:solidFill>
          <a:ln w="14288">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0843" name="Rectangle 43"/>
          <p:cNvSpPr>
            <a:spLocks noChangeArrowheads="1"/>
          </p:cNvSpPr>
          <p:nvPr/>
        </p:nvSpPr>
        <p:spPr bwMode="auto">
          <a:xfrm>
            <a:off x="4549775" y="3235325"/>
            <a:ext cx="5715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0"/>
              </a:spcBef>
              <a:defRPr>
                <a:solidFill>
                  <a:schemeClr val="tx1"/>
                </a:solidFill>
                <a:latin typeface="Arial" panose="020B0604020202020204" pitchFamily="34" charset="0"/>
                <a:ea typeface="宋体" panose="02010600030101010101" pitchFamily="2" charset="-122"/>
              </a:defRPr>
            </a:lvl1pPr>
            <a:lvl2pPr marL="571500" defTabSz="762000">
              <a:spcBef>
                <a:spcPct val="0"/>
              </a:spcBef>
              <a:defRPr>
                <a:solidFill>
                  <a:schemeClr val="tx1"/>
                </a:solidFill>
                <a:latin typeface="Arial" panose="020B0604020202020204" pitchFamily="34" charset="0"/>
                <a:ea typeface="宋体" panose="02010600030101010101" pitchFamily="2" charset="-122"/>
              </a:defRPr>
            </a:lvl2pPr>
            <a:lvl3pPr marL="1143000" defTabSz="762000">
              <a:spcBef>
                <a:spcPct val="0"/>
              </a:spcBef>
              <a:defRPr>
                <a:solidFill>
                  <a:schemeClr val="tx1"/>
                </a:solidFill>
                <a:latin typeface="Arial" panose="020B0604020202020204" pitchFamily="34" charset="0"/>
                <a:ea typeface="宋体" panose="02010600030101010101" pitchFamily="2" charset="-122"/>
              </a:defRPr>
            </a:lvl3pPr>
            <a:lvl4pPr marL="1714500" defTabSz="762000">
              <a:spcBef>
                <a:spcPct val="0"/>
              </a:spcBef>
              <a:defRPr>
                <a:solidFill>
                  <a:schemeClr val="tx1"/>
                </a:solidFill>
                <a:latin typeface="Arial" panose="020B0604020202020204" pitchFamily="34" charset="0"/>
                <a:ea typeface="宋体" panose="02010600030101010101" pitchFamily="2" charset="-122"/>
              </a:defRPr>
            </a:lvl4pPr>
            <a:lvl5pPr marL="2286000" defTabSz="762000">
              <a:spcBef>
                <a:spcPct val="0"/>
              </a:spcBef>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Aft>
                <a:spcPct val="0"/>
              </a:spcAft>
            </a:pPr>
            <a:r>
              <a:rPr kumimoji="1" lang="zh-CN" altLang="en-US" sz="1500">
                <a:solidFill>
                  <a:srgbClr val="000000"/>
                </a:solidFill>
                <a:latin typeface="宋体" panose="02010600030101010101" pitchFamily="2" charset="-122"/>
              </a:rPr>
              <a:t>网络层</a:t>
            </a:r>
            <a:endParaRPr kumimoji="1" lang="zh-CN" altLang="en-US">
              <a:solidFill>
                <a:srgbClr val="CCCCFF"/>
              </a:solidFill>
              <a:latin typeface="楷体_GB2312" pitchFamily="49" charset="-122"/>
              <a:ea typeface="楷体_GB2312" pitchFamily="49" charset="-122"/>
            </a:endParaRPr>
          </a:p>
        </p:txBody>
      </p:sp>
      <p:sp>
        <p:nvSpPr>
          <p:cNvPr id="460844" name="Line 44"/>
          <p:cNvSpPr>
            <a:spLocks noChangeShapeType="1"/>
          </p:cNvSpPr>
          <p:nvPr/>
        </p:nvSpPr>
        <p:spPr bwMode="auto">
          <a:xfrm>
            <a:off x="4167188" y="4362450"/>
            <a:ext cx="25400" cy="1588"/>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0845" name="Rectangle 45"/>
          <p:cNvSpPr>
            <a:spLocks noChangeArrowheads="1"/>
          </p:cNvSpPr>
          <p:nvPr/>
        </p:nvSpPr>
        <p:spPr bwMode="auto">
          <a:xfrm>
            <a:off x="2641600" y="277813"/>
            <a:ext cx="635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0"/>
              </a:spcBef>
              <a:defRPr>
                <a:solidFill>
                  <a:schemeClr val="tx1"/>
                </a:solidFill>
                <a:latin typeface="Arial" panose="020B0604020202020204" pitchFamily="34" charset="0"/>
                <a:ea typeface="宋体" panose="02010600030101010101" pitchFamily="2" charset="-122"/>
              </a:defRPr>
            </a:lvl1pPr>
            <a:lvl2pPr marL="571500" defTabSz="762000">
              <a:spcBef>
                <a:spcPct val="0"/>
              </a:spcBef>
              <a:defRPr>
                <a:solidFill>
                  <a:schemeClr val="tx1"/>
                </a:solidFill>
                <a:latin typeface="Arial" panose="020B0604020202020204" pitchFamily="34" charset="0"/>
                <a:ea typeface="宋体" panose="02010600030101010101" pitchFamily="2" charset="-122"/>
              </a:defRPr>
            </a:lvl2pPr>
            <a:lvl3pPr marL="1143000" defTabSz="762000">
              <a:spcBef>
                <a:spcPct val="0"/>
              </a:spcBef>
              <a:defRPr>
                <a:solidFill>
                  <a:schemeClr val="tx1"/>
                </a:solidFill>
                <a:latin typeface="Arial" panose="020B0604020202020204" pitchFamily="34" charset="0"/>
                <a:ea typeface="宋体" panose="02010600030101010101" pitchFamily="2" charset="-122"/>
              </a:defRPr>
            </a:lvl3pPr>
            <a:lvl4pPr marL="1714500" defTabSz="762000">
              <a:spcBef>
                <a:spcPct val="0"/>
              </a:spcBef>
              <a:defRPr>
                <a:solidFill>
                  <a:schemeClr val="tx1"/>
                </a:solidFill>
                <a:latin typeface="Arial" panose="020B0604020202020204" pitchFamily="34" charset="0"/>
                <a:ea typeface="宋体" panose="02010600030101010101" pitchFamily="2" charset="-122"/>
              </a:defRPr>
            </a:lvl4pPr>
            <a:lvl5pPr marL="2286000" defTabSz="762000">
              <a:spcBef>
                <a:spcPct val="0"/>
              </a:spcBef>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Aft>
                <a:spcPct val="0"/>
              </a:spcAft>
            </a:pPr>
            <a:r>
              <a:rPr kumimoji="1" lang="zh-CN" altLang="en-US" sz="2000">
                <a:solidFill>
                  <a:srgbClr val="000000"/>
                </a:solidFill>
                <a:latin typeface="宋体" panose="02010600030101010101" pitchFamily="2" charset="-122"/>
              </a:rPr>
              <a:t>主机</a:t>
            </a:r>
            <a:r>
              <a:rPr kumimoji="1" lang="en-US" altLang="zh-CN" sz="2000">
                <a:solidFill>
                  <a:srgbClr val="000000"/>
                </a:solidFill>
                <a:latin typeface="宋体" panose="02010600030101010101" pitchFamily="2" charset="-122"/>
              </a:rPr>
              <a:t>A</a:t>
            </a:r>
          </a:p>
        </p:txBody>
      </p:sp>
      <p:sp>
        <p:nvSpPr>
          <p:cNvPr id="460846" name="Rectangle 46"/>
          <p:cNvSpPr>
            <a:spLocks noChangeArrowheads="1"/>
          </p:cNvSpPr>
          <p:nvPr/>
        </p:nvSpPr>
        <p:spPr bwMode="auto">
          <a:xfrm>
            <a:off x="8991600" y="304800"/>
            <a:ext cx="762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0"/>
              </a:spcBef>
              <a:defRPr>
                <a:solidFill>
                  <a:schemeClr val="tx1"/>
                </a:solidFill>
                <a:latin typeface="Arial" panose="020B0604020202020204" pitchFamily="34" charset="0"/>
                <a:ea typeface="宋体" panose="02010600030101010101" pitchFamily="2" charset="-122"/>
              </a:defRPr>
            </a:lvl1pPr>
            <a:lvl2pPr marL="571500" defTabSz="762000">
              <a:spcBef>
                <a:spcPct val="0"/>
              </a:spcBef>
              <a:defRPr>
                <a:solidFill>
                  <a:schemeClr val="tx1"/>
                </a:solidFill>
                <a:latin typeface="Arial" panose="020B0604020202020204" pitchFamily="34" charset="0"/>
                <a:ea typeface="宋体" panose="02010600030101010101" pitchFamily="2" charset="-122"/>
              </a:defRPr>
            </a:lvl2pPr>
            <a:lvl3pPr marL="1143000" defTabSz="762000">
              <a:spcBef>
                <a:spcPct val="0"/>
              </a:spcBef>
              <a:defRPr>
                <a:solidFill>
                  <a:schemeClr val="tx1"/>
                </a:solidFill>
                <a:latin typeface="Arial" panose="020B0604020202020204" pitchFamily="34" charset="0"/>
                <a:ea typeface="宋体" panose="02010600030101010101" pitchFamily="2" charset="-122"/>
              </a:defRPr>
            </a:lvl3pPr>
            <a:lvl4pPr marL="1714500" defTabSz="762000">
              <a:spcBef>
                <a:spcPct val="0"/>
              </a:spcBef>
              <a:defRPr>
                <a:solidFill>
                  <a:schemeClr val="tx1"/>
                </a:solidFill>
                <a:latin typeface="Arial" panose="020B0604020202020204" pitchFamily="34" charset="0"/>
                <a:ea typeface="宋体" panose="02010600030101010101" pitchFamily="2" charset="-122"/>
              </a:defRPr>
            </a:lvl4pPr>
            <a:lvl5pPr marL="2286000" defTabSz="762000">
              <a:spcBef>
                <a:spcPct val="0"/>
              </a:spcBef>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Aft>
                <a:spcPct val="0"/>
              </a:spcAft>
            </a:pPr>
            <a:r>
              <a:rPr kumimoji="1" lang="zh-CN" altLang="en-US" sz="2000">
                <a:solidFill>
                  <a:srgbClr val="000000"/>
                </a:solidFill>
                <a:latin typeface="宋体" panose="02010600030101010101" pitchFamily="2" charset="-122"/>
              </a:rPr>
              <a:t>主机</a:t>
            </a:r>
            <a:r>
              <a:rPr kumimoji="1" lang="en-US" altLang="zh-CN" sz="2000">
                <a:solidFill>
                  <a:srgbClr val="000000"/>
                </a:solidFill>
                <a:latin typeface="宋体" panose="02010600030101010101" pitchFamily="2" charset="-122"/>
              </a:rPr>
              <a:t>B </a:t>
            </a:r>
            <a:endParaRPr kumimoji="1" lang="en-US" altLang="zh-CN">
              <a:solidFill>
                <a:srgbClr val="000000"/>
              </a:solidFill>
              <a:latin typeface="宋体" panose="02010600030101010101" pitchFamily="2" charset="-122"/>
            </a:endParaRPr>
          </a:p>
        </p:txBody>
      </p:sp>
      <p:sp>
        <p:nvSpPr>
          <p:cNvPr id="460847" name="Rectangle 47"/>
          <p:cNvSpPr>
            <a:spLocks noChangeArrowheads="1"/>
          </p:cNvSpPr>
          <p:nvPr/>
        </p:nvSpPr>
        <p:spPr bwMode="auto">
          <a:xfrm>
            <a:off x="6934200" y="4830764"/>
            <a:ext cx="6858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0"/>
              </a:spcBef>
              <a:defRPr>
                <a:solidFill>
                  <a:schemeClr val="tx1"/>
                </a:solidFill>
                <a:latin typeface="Arial" panose="020B0604020202020204" pitchFamily="34" charset="0"/>
                <a:ea typeface="宋体" panose="02010600030101010101" pitchFamily="2" charset="-122"/>
              </a:defRPr>
            </a:lvl1pPr>
            <a:lvl2pPr marL="571500" defTabSz="762000">
              <a:spcBef>
                <a:spcPct val="0"/>
              </a:spcBef>
              <a:defRPr>
                <a:solidFill>
                  <a:schemeClr val="tx1"/>
                </a:solidFill>
                <a:latin typeface="Arial" panose="020B0604020202020204" pitchFamily="34" charset="0"/>
                <a:ea typeface="宋体" panose="02010600030101010101" pitchFamily="2" charset="-122"/>
              </a:defRPr>
            </a:lvl2pPr>
            <a:lvl3pPr marL="1143000" defTabSz="762000">
              <a:spcBef>
                <a:spcPct val="0"/>
              </a:spcBef>
              <a:defRPr>
                <a:solidFill>
                  <a:schemeClr val="tx1"/>
                </a:solidFill>
                <a:latin typeface="Arial" panose="020B0604020202020204" pitchFamily="34" charset="0"/>
                <a:ea typeface="宋体" panose="02010600030101010101" pitchFamily="2" charset="-122"/>
              </a:defRPr>
            </a:lvl3pPr>
            <a:lvl4pPr marL="1714500" defTabSz="762000">
              <a:spcBef>
                <a:spcPct val="0"/>
              </a:spcBef>
              <a:defRPr>
                <a:solidFill>
                  <a:schemeClr val="tx1"/>
                </a:solidFill>
                <a:latin typeface="Arial" panose="020B0604020202020204" pitchFamily="34" charset="0"/>
                <a:ea typeface="宋体" panose="02010600030101010101" pitchFamily="2" charset="-122"/>
              </a:defRPr>
            </a:lvl4pPr>
            <a:lvl5pPr marL="2286000" defTabSz="762000">
              <a:spcBef>
                <a:spcPct val="0"/>
              </a:spcBef>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Aft>
                <a:spcPct val="0"/>
              </a:spcAft>
            </a:pPr>
            <a:r>
              <a:rPr kumimoji="1" lang="zh-CN" altLang="en-US">
                <a:solidFill>
                  <a:srgbClr val="000000"/>
                </a:solidFill>
                <a:latin typeface="宋体" panose="02010600030101010101" pitchFamily="2" charset="-122"/>
              </a:rPr>
              <a:t>路由器</a:t>
            </a:r>
          </a:p>
        </p:txBody>
      </p:sp>
      <p:sp>
        <p:nvSpPr>
          <p:cNvPr id="460848" name="Rectangle 48"/>
          <p:cNvSpPr>
            <a:spLocks noChangeArrowheads="1"/>
          </p:cNvSpPr>
          <p:nvPr/>
        </p:nvSpPr>
        <p:spPr bwMode="auto">
          <a:xfrm>
            <a:off x="4541838" y="4832350"/>
            <a:ext cx="6858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Lst>
        </p:spPr>
        <p:txBody>
          <a:bodyPr wrap="none" lIns="0" tIns="0" rIns="0" bIns="0">
            <a:spAutoFit/>
          </a:bodyPr>
          <a:lstStyle>
            <a:lvl1pPr defTabSz="762000">
              <a:spcBef>
                <a:spcPct val="0"/>
              </a:spcBef>
              <a:defRPr>
                <a:solidFill>
                  <a:schemeClr val="tx1"/>
                </a:solidFill>
                <a:latin typeface="Arial" panose="020B0604020202020204" pitchFamily="34" charset="0"/>
                <a:ea typeface="宋体" panose="02010600030101010101" pitchFamily="2" charset="-122"/>
              </a:defRPr>
            </a:lvl1pPr>
            <a:lvl2pPr marL="571500" defTabSz="762000">
              <a:spcBef>
                <a:spcPct val="0"/>
              </a:spcBef>
              <a:defRPr>
                <a:solidFill>
                  <a:schemeClr val="tx1"/>
                </a:solidFill>
                <a:latin typeface="Arial" panose="020B0604020202020204" pitchFamily="34" charset="0"/>
                <a:ea typeface="宋体" panose="02010600030101010101" pitchFamily="2" charset="-122"/>
              </a:defRPr>
            </a:lvl2pPr>
            <a:lvl3pPr marL="1143000" defTabSz="762000">
              <a:spcBef>
                <a:spcPct val="0"/>
              </a:spcBef>
              <a:defRPr>
                <a:solidFill>
                  <a:schemeClr val="tx1"/>
                </a:solidFill>
                <a:latin typeface="Arial" panose="020B0604020202020204" pitchFamily="34" charset="0"/>
                <a:ea typeface="宋体" panose="02010600030101010101" pitchFamily="2" charset="-122"/>
              </a:defRPr>
            </a:lvl3pPr>
            <a:lvl4pPr marL="1714500" defTabSz="762000">
              <a:spcBef>
                <a:spcPct val="0"/>
              </a:spcBef>
              <a:defRPr>
                <a:solidFill>
                  <a:schemeClr val="tx1"/>
                </a:solidFill>
                <a:latin typeface="Arial" panose="020B0604020202020204" pitchFamily="34" charset="0"/>
                <a:ea typeface="宋体" panose="02010600030101010101" pitchFamily="2" charset="-122"/>
              </a:defRPr>
            </a:lvl4pPr>
            <a:lvl5pPr marL="2286000" defTabSz="762000">
              <a:spcBef>
                <a:spcPct val="0"/>
              </a:spcBef>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Aft>
                <a:spcPct val="0"/>
              </a:spcAft>
            </a:pPr>
            <a:r>
              <a:rPr kumimoji="1" lang="zh-CN" altLang="en-US">
                <a:solidFill>
                  <a:srgbClr val="000000"/>
                </a:solidFill>
                <a:latin typeface="宋体" panose="02010600030101010101" pitchFamily="2" charset="-122"/>
              </a:rPr>
              <a:t>路由器</a:t>
            </a:r>
          </a:p>
        </p:txBody>
      </p:sp>
      <p:sp>
        <p:nvSpPr>
          <p:cNvPr id="460849" name="Rectangle 49"/>
          <p:cNvSpPr>
            <a:spLocks noChangeArrowheads="1"/>
          </p:cNvSpPr>
          <p:nvPr/>
        </p:nvSpPr>
        <p:spPr bwMode="auto">
          <a:xfrm>
            <a:off x="6754813" y="4106864"/>
            <a:ext cx="1066800" cy="517525"/>
          </a:xfrm>
          <a:prstGeom prst="rect">
            <a:avLst/>
          </a:prstGeom>
          <a:solidFill>
            <a:srgbClr val="FFCCFF"/>
          </a:solidFill>
          <a:ln w="14288">
            <a:solidFill>
              <a:srgbClr val="000000"/>
            </a:solidFill>
            <a:miter lim="800000"/>
            <a:headEnd/>
            <a:tailEnd/>
          </a:ln>
        </p:spPr>
        <p:txBody>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0850" name="Rectangle 50"/>
          <p:cNvSpPr>
            <a:spLocks noChangeArrowheads="1"/>
          </p:cNvSpPr>
          <p:nvPr/>
        </p:nvSpPr>
        <p:spPr bwMode="auto">
          <a:xfrm>
            <a:off x="7005639" y="4264025"/>
            <a:ext cx="57708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0"/>
              </a:spcBef>
              <a:defRPr>
                <a:solidFill>
                  <a:schemeClr val="tx1"/>
                </a:solidFill>
                <a:latin typeface="Arial" panose="020B0604020202020204" pitchFamily="34" charset="0"/>
                <a:ea typeface="宋体" panose="02010600030101010101" pitchFamily="2" charset="-122"/>
              </a:defRPr>
            </a:lvl1pPr>
            <a:lvl2pPr marL="571500" defTabSz="762000">
              <a:spcBef>
                <a:spcPct val="0"/>
              </a:spcBef>
              <a:defRPr>
                <a:solidFill>
                  <a:schemeClr val="tx1"/>
                </a:solidFill>
                <a:latin typeface="Arial" panose="020B0604020202020204" pitchFamily="34" charset="0"/>
                <a:ea typeface="宋体" panose="02010600030101010101" pitchFamily="2" charset="-122"/>
              </a:defRPr>
            </a:lvl2pPr>
            <a:lvl3pPr marL="1143000" defTabSz="762000">
              <a:spcBef>
                <a:spcPct val="0"/>
              </a:spcBef>
              <a:defRPr>
                <a:solidFill>
                  <a:schemeClr val="tx1"/>
                </a:solidFill>
                <a:latin typeface="Arial" panose="020B0604020202020204" pitchFamily="34" charset="0"/>
                <a:ea typeface="宋体" panose="02010600030101010101" pitchFamily="2" charset="-122"/>
              </a:defRPr>
            </a:lvl3pPr>
            <a:lvl4pPr marL="1714500" defTabSz="762000">
              <a:spcBef>
                <a:spcPct val="0"/>
              </a:spcBef>
              <a:defRPr>
                <a:solidFill>
                  <a:schemeClr val="tx1"/>
                </a:solidFill>
                <a:latin typeface="Arial" panose="020B0604020202020204" pitchFamily="34" charset="0"/>
                <a:ea typeface="宋体" panose="02010600030101010101" pitchFamily="2" charset="-122"/>
              </a:defRPr>
            </a:lvl4pPr>
            <a:lvl5pPr marL="2286000" defTabSz="762000">
              <a:spcBef>
                <a:spcPct val="0"/>
              </a:spcBef>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Aft>
                <a:spcPct val="0"/>
              </a:spcAft>
            </a:pPr>
            <a:r>
              <a:rPr kumimoji="1" lang="zh-CN" altLang="en-US" sz="1500">
                <a:solidFill>
                  <a:srgbClr val="000000"/>
                </a:solidFill>
                <a:latin typeface="宋体" panose="02010600030101010101" pitchFamily="2" charset="-122"/>
              </a:rPr>
              <a:t>物理层</a:t>
            </a:r>
            <a:endParaRPr kumimoji="1" lang="zh-CN" altLang="en-US">
              <a:solidFill>
                <a:srgbClr val="CCCCFF"/>
              </a:solidFill>
              <a:latin typeface="楷体_GB2312" pitchFamily="49" charset="-122"/>
              <a:ea typeface="楷体_GB2312" pitchFamily="49" charset="-122"/>
            </a:endParaRPr>
          </a:p>
        </p:txBody>
      </p:sp>
      <p:sp>
        <p:nvSpPr>
          <p:cNvPr id="460851" name="Rectangle 51"/>
          <p:cNvSpPr>
            <a:spLocks noChangeArrowheads="1"/>
          </p:cNvSpPr>
          <p:nvPr/>
        </p:nvSpPr>
        <p:spPr bwMode="auto">
          <a:xfrm>
            <a:off x="6754813" y="3589339"/>
            <a:ext cx="1066800" cy="517525"/>
          </a:xfrm>
          <a:prstGeom prst="rect">
            <a:avLst/>
          </a:prstGeom>
          <a:solidFill>
            <a:srgbClr val="FFCCFF"/>
          </a:solidFill>
          <a:ln w="14288">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0852" name="Rectangle 52"/>
          <p:cNvSpPr>
            <a:spLocks noChangeArrowheads="1"/>
          </p:cNvSpPr>
          <p:nvPr/>
        </p:nvSpPr>
        <p:spPr bwMode="auto">
          <a:xfrm>
            <a:off x="6958014" y="3636963"/>
            <a:ext cx="67326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0"/>
              </a:spcBef>
              <a:defRPr>
                <a:solidFill>
                  <a:schemeClr val="tx1"/>
                </a:solidFill>
                <a:latin typeface="Arial" panose="020B0604020202020204" pitchFamily="34" charset="0"/>
                <a:ea typeface="宋体" panose="02010600030101010101" pitchFamily="2" charset="-122"/>
              </a:defRPr>
            </a:lvl1pPr>
            <a:lvl2pPr marL="571500" defTabSz="762000">
              <a:spcBef>
                <a:spcPct val="0"/>
              </a:spcBef>
              <a:defRPr>
                <a:solidFill>
                  <a:schemeClr val="tx1"/>
                </a:solidFill>
                <a:latin typeface="Arial" panose="020B0604020202020204" pitchFamily="34" charset="0"/>
                <a:ea typeface="宋体" panose="02010600030101010101" pitchFamily="2" charset="-122"/>
              </a:defRPr>
            </a:lvl2pPr>
            <a:lvl3pPr marL="1143000" defTabSz="762000">
              <a:spcBef>
                <a:spcPct val="0"/>
              </a:spcBef>
              <a:defRPr>
                <a:solidFill>
                  <a:schemeClr val="tx1"/>
                </a:solidFill>
                <a:latin typeface="Arial" panose="020B0604020202020204" pitchFamily="34" charset="0"/>
                <a:ea typeface="宋体" panose="02010600030101010101" pitchFamily="2" charset="-122"/>
              </a:defRPr>
            </a:lvl3pPr>
            <a:lvl4pPr marL="1714500" defTabSz="762000">
              <a:spcBef>
                <a:spcPct val="0"/>
              </a:spcBef>
              <a:defRPr>
                <a:solidFill>
                  <a:schemeClr val="tx1"/>
                </a:solidFill>
                <a:latin typeface="Arial" panose="020B0604020202020204" pitchFamily="34" charset="0"/>
                <a:ea typeface="宋体" panose="02010600030101010101" pitchFamily="2" charset="-122"/>
              </a:defRPr>
            </a:lvl4pPr>
            <a:lvl5pPr marL="2286000" defTabSz="762000">
              <a:spcBef>
                <a:spcPct val="0"/>
              </a:spcBef>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Aft>
                <a:spcPct val="0"/>
              </a:spcAft>
            </a:pPr>
            <a:r>
              <a:rPr kumimoji="1" lang="en-US" altLang="zh-CN" sz="1500">
                <a:solidFill>
                  <a:srgbClr val="000000"/>
                </a:solidFill>
                <a:latin typeface="宋体" panose="02010600030101010101" pitchFamily="2" charset="-122"/>
              </a:rPr>
              <a:t> </a:t>
            </a:r>
            <a:r>
              <a:rPr kumimoji="1" lang="zh-CN" altLang="en-US" sz="1500">
                <a:solidFill>
                  <a:srgbClr val="000000"/>
                </a:solidFill>
                <a:latin typeface="宋体" panose="02010600030101010101" pitchFamily="2" charset="-122"/>
              </a:rPr>
              <a:t>数据链</a:t>
            </a:r>
            <a:endParaRPr kumimoji="1" lang="zh-CN" altLang="en-US">
              <a:solidFill>
                <a:srgbClr val="CCCCFF"/>
              </a:solidFill>
              <a:latin typeface="楷体_GB2312" pitchFamily="49" charset="-122"/>
              <a:ea typeface="楷体_GB2312" pitchFamily="49" charset="-122"/>
            </a:endParaRPr>
          </a:p>
        </p:txBody>
      </p:sp>
      <p:sp>
        <p:nvSpPr>
          <p:cNvPr id="460853" name="Rectangle 53"/>
          <p:cNvSpPr>
            <a:spLocks noChangeArrowheads="1"/>
          </p:cNvSpPr>
          <p:nvPr/>
        </p:nvSpPr>
        <p:spPr bwMode="auto">
          <a:xfrm>
            <a:off x="7099300" y="3856038"/>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0"/>
              </a:spcBef>
              <a:defRPr>
                <a:solidFill>
                  <a:schemeClr val="tx1"/>
                </a:solidFill>
                <a:latin typeface="Arial" panose="020B0604020202020204" pitchFamily="34" charset="0"/>
                <a:ea typeface="宋体" panose="02010600030101010101" pitchFamily="2" charset="-122"/>
              </a:defRPr>
            </a:lvl1pPr>
            <a:lvl2pPr marL="571500" defTabSz="762000">
              <a:spcBef>
                <a:spcPct val="0"/>
              </a:spcBef>
              <a:defRPr>
                <a:solidFill>
                  <a:schemeClr val="tx1"/>
                </a:solidFill>
                <a:latin typeface="Arial" panose="020B0604020202020204" pitchFamily="34" charset="0"/>
                <a:ea typeface="宋体" panose="02010600030101010101" pitchFamily="2" charset="-122"/>
              </a:defRPr>
            </a:lvl2pPr>
            <a:lvl3pPr marL="1143000" defTabSz="762000">
              <a:spcBef>
                <a:spcPct val="0"/>
              </a:spcBef>
              <a:defRPr>
                <a:solidFill>
                  <a:schemeClr val="tx1"/>
                </a:solidFill>
                <a:latin typeface="Arial" panose="020B0604020202020204" pitchFamily="34" charset="0"/>
                <a:ea typeface="宋体" panose="02010600030101010101" pitchFamily="2" charset="-122"/>
              </a:defRPr>
            </a:lvl3pPr>
            <a:lvl4pPr marL="1714500" defTabSz="762000">
              <a:spcBef>
                <a:spcPct val="0"/>
              </a:spcBef>
              <a:defRPr>
                <a:solidFill>
                  <a:schemeClr val="tx1"/>
                </a:solidFill>
                <a:latin typeface="Arial" panose="020B0604020202020204" pitchFamily="34" charset="0"/>
                <a:ea typeface="宋体" panose="02010600030101010101" pitchFamily="2" charset="-122"/>
              </a:defRPr>
            </a:lvl4pPr>
            <a:lvl5pPr marL="2286000" defTabSz="762000">
              <a:spcBef>
                <a:spcPct val="0"/>
              </a:spcBef>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Aft>
                <a:spcPct val="0"/>
              </a:spcAft>
            </a:pPr>
            <a:r>
              <a:rPr kumimoji="1" lang="zh-CN" altLang="en-US" sz="1500">
                <a:solidFill>
                  <a:srgbClr val="000000"/>
                </a:solidFill>
                <a:latin typeface="宋体" panose="02010600030101010101" pitchFamily="2" charset="-122"/>
              </a:rPr>
              <a:t>路层</a:t>
            </a:r>
            <a:endParaRPr kumimoji="1" lang="zh-CN" altLang="en-US">
              <a:solidFill>
                <a:srgbClr val="CCCCFF"/>
              </a:solidFill>
              <a:latin typeface="楷体_GB2312" pitchFamily="49" charset="-122"/>
              <a:ea typeface="楷体_GB2312" pitchFamily="49" charset="-122"/>
            </a:endParaRPr>
          </a:p>
        </p:txBody>
      </p:sp>
      <p:sp>
        <p:nvSpPr>
          <p:cNvPr id="460854" name="Rectangle 54"/>
          <p:cNvSpPr>
            <a:spLocks noChangeArrowheads="1"/>
          </p:cNvSpPr>
          <p:nvPr/>
        </p:nvSpPr>
        <p:spPr bwMode="auto">
          <a:xfrm>
            <a:off x="6759575" y="3076576"/>
            <a:ext cx="1066800" cy="517525"/>
          </a:xfrm>
          <a:prstGeom prst="rect">
            <a:avLst/>
          </a:prstGeom>
          <a:solidFill>
            <a:srgbClr val="FFCCFF"/>
          </a:solidFill>
          <a:ln w="14288">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0855" name="Rectangle 55"/>
          <p:cNvSpPr>
            <a:spLocks noChangeArrowheads="1"/>
          </p:cNvSpPr>
          <p:nvPr/>
        </p:nvSpPr>
        <p:spPr bwMode="auto">
          <a:xfrm>
            <a:off x="7005639" y="3230563"/>
            <a:ext cx="57708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0"/>
              </a:spcBef>
              <a:defRPr>
                <a:solidFill>
                  <a:schemeClr val="tx1"/>
                </a:solidFill>
                <a:latin typeface="Arial" panose="020B0604020202020204" pitchFamily="34" charset="0"/>
                <a:ea typeface="宋体" panose="02010600030101010101" pitchFamily="2" charset="-122"/>
              </a:defRPr>
            </a:lvl1pPr>
            <a:lvl2pPr marL="571500" defTabSz="762000">
              <a:spcBef>
                <a:spcPct val="0"/>
              </a:spcBef>
              <a:defRPr>
                <a:solidFill>
                  <a:schemeClr val="tx1"/>
                </a:solidFill>
                <a:latin typeface="Arial" panose="020B0604020202020204" pitchFamily="34" charset="0"/>
                <a:ea typeface="宋体" panose="02010600030101010101" pitchFamily="2" charset="-122"/>
              </a:defRPr>
            </a:lvl2pPr>
            <a:lvl3pPr marL="1143000" defTabSz="762000">
              <a:spcBef>
                <a:spcPct val="0"/>
              </a:spcBef>
              <a:defRPr>
                <a:solidFill>
                  <a:schemeClr val="tx1"/>
                </a:solidFill>
                <a:latin typeface="Arial" panose="020B0604020202020204" pitchFamily="34" charset="0"/>
                <a:ea typeface="宋体" panose="02010600030101010101" pitchFamily="2" charset="-122"/>
              </a:defRPr>
            </a:lvl3pPr>
            <a:lvl4pPr marL="1714500" defTabSz="762000">
              <a:spcBef>
                <a:spcPct val="0"/>
              </a:spcBef>
              <a:defRPr>
                <a:solidFill>
                  <a:schemeClr val="tx1"/>
                </a:solidFill>
                <a:latin typeface="Arial" panose="020B0604020202020204" pitchFamily="34" charset="0"/>
                <a:ea typeface="宋体" panose="02010600030101010101" pitchFamily="2" charset="-122"/>
              </a:defRPr>
            </a:lvl4pPr>
            <a:lvl5pPr marL="2286000" defTabSz="762000">
              <a:spcBef>
                <a:spcPct val="0"/>
              </a:spcBef>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Aft>
                <a:spcPct val="0"/>
              </a:spcAft>
            </a:pPr>
            <a:r>
              <a:rPr kumimoji="1" lang="zh-CN" altLang="en-US" sz="1500">
                <a:solidFill>
                  <a:srgbClr val="000000"/>
                </a:solidFill>
                <a:latin typeface="宋体" panose="02010600030101010101" pitchFamily="2" charset="-122"/>
              </a:rPr>
              <a:t>网络层</a:t>
            </a:r>
            <a:endParaRPr kumimoji="1" lang="zh-CN" altLang="en-US">
              <a:solidFill>
                <a:srgbClr val="CCCCFF"/>
              </a:solidFill>
              <a:latin typeface="楷体_GB2312" pitchFamily="49" charset="-122"/>
              <a:ea typeface="楷体_GB2312" pitchFamily="49" charset="-122"/>
            </a:endParaRPr>
          </a:p>
        </p:txBody>
      </p:sp>
      <p:sp>
        <p:nvSpPr>
          <p:cNvPr id="460856" name="Rectangle 56"/>
          <p:cNvSpPr>
            <a:spLocks noChangeArrowheads="1"/>
          </p:cNvSpPr>
          <p:nvPr/>
        </p:nvSpPr>
        <p:spPr bwMode="auto">
          <a:xfrm>
            <a:off x="5610225" y="4984750"/>
            <a:ext cx="914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0"/>
              </a:spcBef>
              <a:defRPr>
                <a:solidFill>
                  <a:schemeClr val="tx1"/>
                </a:solidFill>
                <a:latin typeface="Arial" panose="020B0604020202020204" pitchFamily="34" charset="0"/>
                <a:ea typeface="宋体" panose="02010600030101010101" pitchFamily="2" charset="-122"/>
              </a:defRPr>
            </a:lvl1pPr>
            <a:lvl2pPr marL="571500" defTabSz="762000">
              <a:spcBef>
                <a:spcPct val="0"/>
              </a:spcBef>
              <a:defRPr>
                <a:solidFill>
                  <a:schemeClr val="tx1"/>
                </a:solidFill>
                <a:latin typeface="Arial" panose="020B0604020202020204" pitchFamily="34" charset="0"/>
                <a:ea typeface="宋体" panose="02010600030101010101" pitchFamily="2" charset="-122"/>
              </a:defRPr>
            </a:lvl2pPr>
            <a:lvl3pPr marL="1143000" defTabSz="762000">
              <a:spcBef>
                <a:spcPct val="0"/>
              </a:spcBef>
              <a:defRPr>
                <a:solidFill>
                  <a:schemeClr val="tx1"/>
                </a:solidFill>
                <a:latin typeface="Arial" panose="020B0604020202020204" pitchFamily="34" charset="0"/>
                <a:ea typeface="宋体" panose="02010600030101010101" pitchFamily="2" charset="-122"/>
              </a:defRPr>
            </a:lvl3pPr>
            <a:lvl4pPr marL="1714500" defTabSz="762000">
              <a:spcBef>
                <a:spcPct val="0"/>
              </a:spcBef>
              <a:defRPr>
                <a:solidFill>
                  <a:schemeClr val="tx1"/>
                </a:solidFill>
                <a:latin typeface="Arial" panose="020B0604020202020204" pitchFamily="34" charset="0"/>
                <a:ea typeface="宋体" panose="02010600030101010101" pitchFamily="2" charset="-122"/>
              </a:defRPr>
            </a:lvl4pPr>
            <a:lvl5pPr marL="2286000" defTabSz="762000">
              <a:spcBef>
                <a:spcPct val="0"/>
              </a:spcBef>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Aft>
                <a:spcPct val="0"/>
              </a:spcAft>
            </a:pPr>
            <a:r>
              <a:rPr kumimoji="1" lang="zh-CN" altLang="en-US">
                <a:solidFill>
                  <a:srgbClr val="3333CC"/>
                </a:solidFill>
                <a:latin typeface="宋体" panose="02010600030101010101" pitchFamily="2" charset="-122"/>
              </a:rPr>
              <a:t>通信子网</a:t>
            </a:r>
          </a:p>
        </p:txBody>
      </p:sp>
      <p:sp>
        <p:nvSpPr>
          <p:cNvPr id="460857" name="Rectangle 57"/>
          <p:cNvSpPr>
            <a:spLocks noChangeArrowheads="1"/>
          </p:cNvSpPr>
          <p:nvPr/>
        </p:nvSpPr>
        <p:spPr bwMode="auto">
          <a:xfrm>
            <a:off x="3124200" y="4876800"/>
            <a:ext cx="914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0"/>
              </a:spcBef>
              <a:defRPr>
                <a:solidFill>
                  <a:schemeClr val="tx1"/>
                </a:solidFill>
                <a:latin typeface="Arial" panose="020B0604020202020204" pitchFamily="34" charset="0"/>
                <a:ea typeface="宋体" panose="02010600030101010101" pitchFamily="2" charset="-122"/>
              </a:defRPr>
            </a:lvl1pPr>
            <a:lvl2pPr marL="571500" defTabSz="762000">
              <a:spcBef>
                <a:spcPct val="0"/>
              </a:spcBef>
              <a:defRPr>
                <a:solidFill>
                  <a:schemeClr val="tx1"/>
                </a:solidFill>
                <a:latin typeface="Arial" panose="020B0604020202020204" pitchFamily="34" charset="0"/>
                <a:ea typeface="宋体" panose="02010600030101010101" pitchFamily="2" charset="-122"/>
              </a:defRPr>
            </a:lvl2pPr>
            <a:lvl3pPr marL="1143000" defTabSz="762000">
              <a:spcBef>
                <a:spcPct val="0"/>
              </a:spcBef>
              <a:defRPr>
                <a:solidFill>
                  <a:schemeClr val="tx1"/>
                </a:solidFill>
                <a:latin typeface="Arial" panose="020B0604020202020204" pitchFamily="34" charset="0"/>
                <a:ea typeface="宋体" panose="02010600030101010101" pitchFamily="2" charset="-122"/>
              </a:defRPr>
            </a:lvl3pPr>
            <a:lvl4pPr marL="1714500" defTabSz="762000">
              <a:spcBef>
                <a:spcPct val="0"/>
              </a:spcBef>
              <a:defRPr>
                <a:solidFill>
                  <a:schemeClr val="tx1"/>
                </a:solidFill>
                <a:latin typeface="Arial" panose="020B0604020202020204" pitchFamily="34" charset="0"/>
                <a:ea typeface="宋体" panose="02010600030101010101" pitchFamily="2" charset="-122"/>
              </a:defRPr>
            </a:lvl4pPr>
            <a:lvl5pPr marL="2286000" defTabSz="762000">
              <a:spcBef>
                <a:spcPct val="0"/>
              </a:spcBef>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Aft>
                <a:spcPct val="0"/>
              </a:spcAft>
            </a:pPr>
            <a:r>
              <a:rPr kumimoji="1" lang="zh-CN" altLang="en-US">
                <a:solidFill>
                  <a:srgbClr val="000000"/>
                </a:solidFill>
                <a:latin typeface="宋体" panose="02010600030101010101" pitchFamily="2" charset="-122"/>
              </a:rPr>
              <a:t>物理介质</a:t>
            </a:r>
          </a:p>
        </p:txBody>
      </p:sp>
      <p:sp>
        <p:nvSpPr>
          <p:cNvPr id="460858" name="Rectangle 58"/>
          <p:cNvSpPr>
            <a:spLocks noChangeArrowheads="1"/>
          </p:cNvSpPr>
          <p:nvPr/>
        </p:nvSpPr>
        <p:spPr bwMode="auto">
          <a:xfrm>
            <a:off x="8356600" y="4832350"/>
            <a:ext cx="914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0"/>
              </a:spcBef>
              <a:defRPr>
                <a:solidFill>
                  <a:schemeClr val="tx1"/>
                </a:solidFill>
                <a:latin typeface="Arial" panose="020B0604020202020204" pitchFamily="34" charset="0"/>
                <a:ea typeface="宋体" panose="02010600030101010101" pitchFamily="2" charset="-122"/>
              </a:defRPr>
            </a:lvl1pPr>
            <a:lvl2pPr marL="571500" defTabSz="762000">
              <a:spcBef>
                <a:spcPct val="0"/>
              </a:spcBef>
              <a:defRPr>
                <a:solidFill>
                  <a:schemeClr val="tx1"/>
                </a:solidFill>
                <a:latin typeface="Arial" panose="020B0604020202020204" pitchFamily="34" charset="0"/>
                <a:ea typeface="宋体" panose="02010600030101010101" pitchFamily="2" charset="-122"/>
              </a:defRPr>
            </a:lvl2pPr>
            <a:lvl3pPr marL="1143000" defTabSz="762000">
              <a:spcBef>
                <a:spcPct val="0"/>
              </a:spcBef>
              <a:defRPr>
                <a:solidFill>
                  <a:schemeClr val="tx1"/>
                </a:solidFill>
                <a:latin typeface="Arial" panose="020B0604020202020204" pitchFamily="34" charset="0"/>
                <a:ea typeface="宋体" panose="02010600030101010101" pitchFamily="2" charset="-122"/>
              </a:defRPr>
            </a:lvl3pPr>
            <a:lvl4pPr marL="1714500" defTabSz="762000">
              <a:spcBef>
                <a:spcPct val="0"/>
              </a:spcBef>
              <a:defRPr>
                <a:solidFill>
                  <a:schemeClr val="tx1"/>
                </a:solidFill>
                <a:latin typeface="Arial" panose="020B0604020202020204" pitchFamily="34" charset="0"/>
                <a:ea typeface="宋体" panose="02010600030101010101" pitchFamily="2" charset="-122"/>
              </a:defRPr>
            </a:lvl4pPr>
            <a:lvl5pPr marL="2286000" defTabSz="762000">
              <a:spcBef>
                <a:spcPct val="0"/>
              </a:spcBef>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Aft>
                <a:spcPct val="0"/>
              </a:spcAft>
            </a:pPr>
            <a:r>
              <a:rPr kumimoji="1" lang="zh-CN" altLang="en-US">
                <a:solidFill>
                  <a:srgbClr val="000000"/>
                </a:solidFill>
                <a:latin typeface="宋体" panose="02010600030101010101" pitchFamily="2" charset="-122"/>
              </a:rPr>
              <a:t>物理介质</a:t>
            </a:r>
          </a:p>
        </p:txBody>
      </p:sp>
      <p:sp>
        <p:nvSpPr>
          <p:cNvPr id="460859" name="Rectangle 59"/>
          <p:cNvSpPr>
            <a:spLocks noChangeArrowheads="1"/>
          </p:cNvSpPr>
          <p:nvPr/>
        </p:nvSpPr>
        <p:spPr bwMode="auto">
          <a:xfrm>
            <a:off x="5153025" y="4776789"/>
            <a:ext cx="1830388" cy="73025"/>
          </a:xfrm>
          <a:prstGeom prst="rect">
            <a:avLst/>
          </a:prstGeom>
          <a:blipFill dpi="0" rotWithShape="0">
            <a:blip r:embed="rId2"/>
            <a:srcRect/>
            <a:tile tx="0" ty="0" sx="100000" sy="100000" flip="none" algn="tl"/>
          </a:blipFill>
          <a:ln w="14288">
            <a:solidFill>
              <a:srgbClr val="000000"/>
            </a:solidFill>
            <a:miter lim="800000"/>
            <a:headEnd/>
            <a:tailEnd/>
          </a:ln>
        </p:spPr>
        <p:txBody>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0860" name="Line 60"/>
          <p:cNvSpPr>
            <a:spLocks noChangeShapeType="1"/>
          </p:cNvSpPr>
          <p:nvPr/>
        </p:nvSpPr>
        <p:spPr bwMode="auto">
          <a:xfrm>
            <a:off x="3276600" y="4621214"/>
            <a:ext cx="0" cy="147637"/>
          </a:xfrm>
          <a:prstGeom prst="line">
            <a:avLst/>
          </a:prstGeom>
          <a:noFill/>
          <a:ln w="12700" cap="rnd">
            <a:solidFill>
              <a:schemeClr val="tx1"/>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0861" name="Line 61"/>
          <p:cNvSpPr>
            <a:spLocks noChangeShapeType="1"/>
          </p:cNvSpPr>
          <p:nvPr/>
        </p:nvSpPr>
        <p:spPr bwMode="auto">
          <a:xfrm>
            <a:off x="4465638" y="4629150"/>
            <a:ext cx="0" cy="147638"/>
          </a:xfrm>
          <a:prstGeom prst="line">
            <a:avLst/>
          </a:prstGeom>
          <a:noFill/>
          <a:ln w="12700" cap="rnd">
            <a:solidFill>
              <a:schemeClr val="tx1"/>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0862" name="Line 62"/>
          <p:cNvSpPr>
            <a:spLocks noChangeShapeType="1"/>
          </p:cNvSpPr>
          <p:nvPr/>
        </p:nvSpPr>
        <p:spPr bwMode="auto">
          <a:xfrm>
            <a:off x="5229225" y="4629150"/>
            <a:ext cx="0" cy="147638"/>
          </a:xfrm>
          <a:prstGeom prst="line">
            <a:avLst/>
          </a:prstGeom>
          <a:noFill/>
          <a:ln w="12700" cap="rnd">
            <a:solidFill>
              <a:schemeClr val="tx1"/>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0863" name="Line 63"/>
          <p:cNvSpPr>
            <a:spLocks noChangeShapeType="1"/>
          </p:cNvSpPr>
          <p:nvPr/>
        </p:nvSpPr>
        <p:spPr bwMode="auto">
          <a:xfrm>
            <a:off x="6831013" y="4629150"/>
            <a:ext cx="0" cy="147638"/>
          </a:xfrm>
          <a:prstGeom prst="line">
            <a:avLst/>
          </a:prstGeom>
          <a:noFill/>
          <a:ln w="12700" cap="rnd">
            <a:solidFill>
              <a:schemeClr val="tx1"/>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0864" name="Line 64"/>
          <p:cNvSpPr>
            <a:spLocks noChangeShapeType="1"/>
          </p:cNvSpPr>
          <p:nvPr/>
        </p:nvSpPr>
        <p:spPr bwMode="auto">
          <a:xfrm>
            <a:off x="7670800" y="4629150"/>
            <a:ext cx="0" cy="147638"/>
          </a:xfrm>
          <a:prstGeom prst="line">
            <a:avLst/>
          </a:prstGeom>
          <a:noFill/>
          <a:ln w="12700" cap="rnd">
            <a:solidFill>
              <a:schemeClr val="tx1"/>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0865" name="Line 65"/>
          <p:cNvSpPr>
            <a:spLocks noChangeShapeType="1"/>
          </p:cNvSpPr>
          <p:nvPr/>
        </p:nvSpPr>
        <p:spPr bwMode="auto">
          <a:xfrm>
            <a:off x="8886825" y="4629150"/>
            <a:ext cx="0" cy="147638"/>
          </a:xfrm>
          <a:prstGeom prst="line">
            <a:avLst/>
          </a:prstGeom>
          <a:noFill/>
          <a:ln w="12700" cap="rnd">
            <a:solidFill>
              <a:schemeClr val="tx1"/>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0866" name="Line 66"/>
          <p:cNvSpPr>
            <a:spLocks noChangeShapeType="1"/>
          </p:cNvSpPr>
          <p:nvPr/>
        </p:nvSpPr>
        <p:spPr bwMode="auto">
          <a:xfrm flipV="1">
            <a:off x="4114801" y="2819400"/>
            <a:ext cx="30163" cy="2438400"/>
          </a:xfrm>
          <a:prstGeom prst="line">
            <a:avLst/>
          </a:prstGeom>
          <a:noFill/>
          <a:ln w="28575">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0867" name="Line 67"/>
          <p:cNvSpPr>
            <a:spLocks noChangeShapeType="1"/>
          </p:cNvSpPr>
          <p:nvPr/>
        </p:nvSpPr>
        <p:spPr bwMode="auto">
          <a:xfrm flipH="1">
            <a:off x="8153400" y="2819400"/>
            <a:ext cx="0" cy="2438400"/>
          </a:xfrm>
          <a:prstGeom prst="line">
            <a:avLst/>
          </a:prstGeom>
          <a:noFill/>
          <a:ln w="28575">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0868" name="Line 68"/>
          <p:cNvSpPr>
            <a:spLocks noChangeShapeType="1"/>
          </p:cNvSpPr>
          <p:nvPr/>
        </p:nvSpPr>
        <p:spPr bwMode="auto">
          <a:xfrm>
            <a:off x="4160838" y="5294313"/>
            <a:ext cx="4043362" cy="0"/>
          </a:xfrm>
          <a:prstGeom prst="line">
            <a:avLst/>
          </a:prstGeom>
          <a:noFill/>
          <a:ln w="28575">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0869" name="Text Box 69"/>
          <p:cNvSpPr txBox="1">
            <a:spLocks noChangeArrowheads="1"/>
          </p:cNvSpPr>
          <p:nvPr/>
        </p:nvSpPr>
        <p:spPr bwMode="auto">
          <a:xfrm>
            <a:off x="5029200" y="103188"/>
            <a:ext cx="2012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3600">
                <a:solidFill>
                  <a:srgbClr val="FF0000"/>
                </a:solidFill>
                <a:ea typeface="黑体" panose="02010609060101010101" pitchFamily="49" charset="-122"/>
              </a:rPr>
              <a:t>物理通信</a:t>
            </a:r>
          </a:p>
        </p:txBody>
      </p:sp>
      <p:sp>
        <p:nvSpPr>
          <p:cNvPr id="460870" name="Line 70"/>
          <p:cNvSpPr>
            <a:spLocks noChangeShapeType="1"/>
          </p:cNvSpPr>
          <p:nvPr/>
        </p:nvSpPr>
        <p:spPr bwMode="auto">
          <a:xfrm>
            <a:off x="3260725" y="887413"/>
            <a:ext cx="0" cy="3733800"/>
          </a:xfrm>
          <a:prstGeom prst="line">
            <a:avLst/>
          </a:prstGeom>
          <a:noFill/>
          <a:ln w="28575">
            <a:solidFill>
              <a:schemeClr val="tx2"/>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0871" name="Line 71"/>
          <p:cNvSpPr>
            <a:spLocks noChangeShapeType="1"/>
          </p:cNvSpPr>
          <p:nvPr/>
        </p:nvSpPr>
        <p:spPr bwMode="auto">
          <a:xfrm rot="-10800000">
            <a:off x="8886825" y="900114"/>
            <a:ext cx="0" cy="3729037"/>
          </a:xfrm>
          <a:prstGeom prst="line">
            <a:avLst/>
          </a:prstGeom>
          <a:noFill/>
          <a:ln w="28575">
            <a:solidFill>
              <a:srgbClr val="00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0872" name="Line 72"/>
          <p:cNvSpPr>
            <a:spLocks noChangeShapeType="1"/>
          </p:cNvSpPr>
          <p:nvPr/>
        </p:nvSpPr>
        <p:spPr bwMode="auto">
          <a:xfrm>
            <a:off x="5240338" y="3159125"/>
            <a:ext cx="0" cy="1441450"/>
          </a:xfrm>
          <a:prstGeom prst="line">
            <a:avLst/>
          </a:prstGeom>
          <a:noFill/>
          <a:ln w="285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0873" name="Line 73"/>
          <p:cNvSpPr>
            <a:spLocks noChangeShapeType="1"/>
          </p:cNvSpPr>
          <p:nvPr/>
        </p:nvSpPr>
        <p:spPr bwMode="auto">
          <a:xfrm>
            <a:off x="7670800" y="3159125"/>
            <a:ext cx="0" cy="1462088"/>
          </a:xfrm>
          <a:prstGeom prst="line">
            <a:avLst/>
          </a:prstGeom>
          <a:noFill/>
          <a:ln w="28575">
            <a:solidFill>
              <a:srgbClr val="00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0874" name="Line 74"/>
          <p:cNvSpPr>
            <a:spLocks noChangeShapeType="1"/>
          </p:cNvSpPr>
          <p:nvPr/>
        </p:nvSpPr>
        <p:spPr bwMode="auto">
          <a:xfrm rot="-10800000">
            <a:off x="4430713" y="3159126"/>
            <a:ext cx="0" cy="1465263"/>
          </a:xfrm>
          <a:prstGeom prst="line">
            <a:avLst/>
          </a:prstGeom>
          <a:noFill/>
          <a:ln w="28575">
            <a:solidFill>
              <a:srgbClr val="00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0875" name="Line 75"/>
          <p:cNvSpPr>
            <a:spLocks noChangeShapeType="1"/>
          </p:cNvSpPr>
          <p:nvPr/>
        </p:nvSpPr>
        <p:spPr bwMode="auto">
          <a:xfrm rot="-5400000">
            <a:off x="4838700" y="2740025"/>
            <a:ext cx="0" cy="8382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0876" name="Line 76"/>
          <p:cNvSpPr>
            <a:spLocks noChangeShapeType="1"/>
          </p:cNvSpPr>
          <p:nvPr/>
        </p:nvSpPr>
        <p:spPr bwMode="auto">
          <a:xfrm rot="-5400000">
            <a:off x="7277100" y="2740025"/>
            <a:ext cx="0" cy="8382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0877" name="Line 77"/>
          <p:cNvSpPr>
            <a:spLocks noChangeShapeType="1"/>
          </p:cNvSpPr>
          <p:nvPr/>
        </p:nvSpPr>
        <p:spPr bwMode="auto">
          <a:xfrm rot="-5400000">
            <a:off x="3810000" y="4214813"/>
            <a:ext cx="0" cy="1219200"/>
          </a:xfrm>
          <a:prstGeom prst="line">
            <a:avLst/>
          </a:prstGeom>
          <a:noFill/>
          <a:ln w="28575">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0878" name="Line 78"/>
          <p:cNvSpPr>
            <a:spLocks noChangeShapeType="1"/>
          </p:cNvSpPr>
          <p:nvPr/>
        </p:nvSpPr>
        <p:spPr bwMode="auto">
          <a:xfrm rot="-5400000">
            <a:off x="6061075" y="4024313"/>
            <a:ext cx="0" cy="16002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0879" name="Line 79"/>
          <p:cNvSpPr>
            <a:spLocks noChangeShapeType="1"/>
          </p:cNvSpPr>
          <p:nvPr/>
        </p:nvSpPr>
        <p:spPr bwMode="auto">
          <a:xfrm rot="-10800000">
            <a:off x="6858000" y="3159125"/>
            <a:ext cx="0" cy="1462088"/>
          </a:xfrm>
          <a:prstGeom prst="line">
            <a:avLst/>
          </a:prstGeom>
          <a:noFill/>
          <a:ln w="28575">
            <a:solidFill>
              <a:srgbClr val="00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0880" name="Line 80"/>
          <p:cNvSpPr>
            <a:spLocks noChangeShapeType="1"/>
          </p:cNvSpPr>
          <p:nvPr/>
        </p:nvSpPr>
        <p:spPr bwMode="auto">
          <a:xfrm rot="-5400000">
            <a:off x="8305800" y="4214813"/>
            <a:ext cx="0" cy="12192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0881" name="Text Box 81"/>
          <p:cNvSpPr txBox="1">
            <a:spLocks noChangeArrowheads="1"/>
          </p:cNvSpPr>
          <p:nvPr/>
        </p:nvSpPr>
        <p:spPr bwMode="auto">
          <a:xfrm>
            <a:off x="2408238" y="5613401"/>
            <a:ext cx="769620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buFontTx/>
              <a:buBlip>
                <a:blip r:embed="rId3"/>
              </a:buBlip>
            </a:pPr>
            <a:r>
              <a:rPr kumimoji="1" lang="en-US" altLang="zh-CN" b="1" dirty="0">
                <a:solidFill>
                  <a:srgbClr val="FF0000"/>
                </a:solidFill>
              </a:rPr>
              <a:t>  </a:t>
            </a:r>
            <a:r>
              <a:rPr kumimoji="1" lang="zh-CN" altLang="en-US" b="1" dirty="0">
                <a:solidFill>
                  <a:srgbClr val="CC0000"/>
                </a:solidFill>
              </a:rPr>
              <a:t>物理通信</a:t>
            </a:r>
            <a:r>
              <a:rPr kumimoji="1" lang="zh-CN" altLang="en-US" b="1" dirty="0">
                <a:solidFill>
                  <a:srgbClr val="000000"/>
                </a:solidFill>
              </a:rPr>
              <a:t>：是通信进行的真实路径，从发送主机的上层逐层向下传递经</a:t>
            </a:r>
          </a:p>
          <a:p>
            <a:pPr fontAlgn="base">
              <a:spcBef>
                <a:spcPct val="0"/>
              </a:spcBef>
              <a:spcAft>
                <a:spcPct val="0"/>
              </a:spcAft>
            </a:pPr>
            <a:r>
              <a:rPr kumimoji="1" lang="zh-CN" altLang="en-US" b="1" dirty="0">
                <a:solidFill>
                  <a:srgbClr val="000000"/>
                </a:solidFill>
              </a:rPr>
              <a:t>     通信介质和通信子网送达目标主机，然后在目标主机中逐层向上传递。</a:t>
            </a:r>
          </a:p>
          <a:p>
            <a:pPr fontAlgn="base">
              <a:spcBef>
                <a:spcPct val="0"/>
              </a:spcBef>
              <a:spcAft>
                <a:spcPct val="0"/>
              </a:spcAft>
            </a:pPr>
            <a:r>
              <a:rPr kumimoji="1" lang="zh-CN" altLang="en-US" b="1" dirty="0">
                <a:solidFill>
                  <a:srgbClr val="000000"/>
                </a:solidFill>
              </a:rPr>
              <a:t>     物理通信是由主机和网络设备中的</a:t>
            </a:r>
            <a:r>
              <a:rPr kumimoji="1" lang="zh-CN" altLang="en-US" b="1" dirty="0">
                <a:solidFill>
                  <a:srgbClr val="CC0000"/>
                </a:solidFill>
              </a:rPr>
              <a:t>逐层通信</a:t>
            </a:r>
            <a:r>
              <a:rPr kumimoji="1" lang="zh-CN" altLang="en-US" b="1" dirty="0">
                <a:solidFill>
                  <a:srgbClr val="000000"/>
                </a:solidFill>
              </a:rPr>
              <a:t>及通信子网中的</a:t>
            </a:r>
            <a:r>
              <a:rPr kumimoji="1" lang="zh-CN" altLang="en-US" b="1" dirty="0">
                <a:solidFill>
                  <a:srgbClr val="CC0000"/>
                </a:solidFill>
              </a:rPr>
              <a:t>逐点通信</a:t>
            </a:r>
            <a:r>
              <a:rPr kumimoji="1" lang="zh-CN" altLang="en-US" b="1" dirty="0">
                <a:solidFill>
                  <a:srgbClr val="000000"/>
                </a:solidFill>
              </a:rPr>
              <a:t>组</a:t>
            </a:r>
          </a:p>
          <a:p>
            <a:pPr fontAlgn="base">
              <a:spcBef>
                <a:spcPct val="0"/>
              </a:spcBef>
              <a:spcAft>
                <a:spcPct val="0"/>
              </a:spcAft>
            </a:pPr>
            <a:r>
              <a:rPr kumimoji="1" lang="zh-CN" altLang="en-US" b="1" dirty="0">
                <a:solidFill>
                  <a:srgbClr val="000000"/>
                </a:solidFill>
              </a:rPr>
              <a:t>     合而成，因此物理通信具有间接通信属性。</a:t>
            </a:r>
          </a:p>
        </p:txBody>
      </p:sp>
      <p:sp>
        <p:nvSpPr>
          <p:cNvPr id="460882" name="Line 82"/>
          <p:cNvSpPr>
            <a:spLocks noChangeShapeType="1"/>
          </p:cNvSpPr>
          <p:nvPr/>
        </p:nvSpPr>
        <p:spPr bwMode="auto">
          <a:xfrm>
            <a:off x="1981200" y="2979738"/>
            <a:ext cx="8153400" cy="0"/>
          </a:xfrm>
          <a:prstGeom prst="line">
            <a:avLst/>
          </a:prstGeom>
          <a:noFill/>
          <a:ln w="28575">
            <a:solidFill>
              <a:srgbClr val="FF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0883" name="Line 83"/>
          <p:cNvSpPr>
            <a:spLocks noChangeShapeType="1"/>
          </p:cNvSpPr>
          <p:nvPr/>
        </p:nvSpPr>
        <p:spPr bwMode="auto">
          <a:xfrm>
            <a:off x="4114801" y="2819400"/>
            <a:ext cx="4043363" cy="0"/>
          </a:xfrm>
          <a:prstGeom prst="line">
            <a:avLst/>
          </a:prstGeom>
          <a:noFill/>
          <a:ln w="28575">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0884" name="Line 84"/>
          <p:cNvSpPr>
            <a:spLocks noChangeShapeType="1"/>
          </p:cNvSpPr>
          <p:nvPr/>
        </p:nvSpPr>
        <p:spPr bwMode="auto">
          <a:xfrm flipV="1">
            <a:off x="1981201" y="3048000"/>
            <a:ext cx="30163" cy="2362200"/>
          </a:xfrm>
          <a:prstGeom prst="line">
            <a:avLst/>
          </a:prstGeom>
          <a:noFill/>
          <a:ln w="28575">
            <a:solidFill>
              <a:srgbClr val="FF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0885" name="Line 85"/>
          <p:cNvSpPr>
            <a:spLocks noChangeShapeType="1"/>
          </p:cNvSpPr>
          <p:nvPr/>
        </p:nvSpPr>
        <p:spPr bwMode="auto">
          <a:xfrm flipV="1">
            <a:off x="10104438" y="3024188"/>
            <a:ext cx="30162" cy="2362200"/>
          </a:xfrm>
          <a:prstGeom prst="line">
            <a:avLst/>
          </a:prstGeom>
          <a:noFill/>
          <a:ln w="28575">
            <a:solidFill>
              <a:srgbClr val="FF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0886" name="Line 86"/>
          <p:cNvSpPr>
            <a:spLocks noChangeShapeType="1"/>
          </p:cNvSpPr>
          <p:nvPr/>
        </p:nvSpPr>
        <p:spPr bwMode="auto">
          <a:xfrm>
            <a:off x="1981200" y="5454650"/>
            <a:ext cx="8153400" cy="0"/>
          </a:xfrm>
          <a:prstGeom prst="line">
            <a:avLst/>
          </a:prstGeom>
          <a:noFill/>
          <a:ln w="28575">
            <a:solidFill>
              <a:srgbClr val="FF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0887" name="Rectangle 87"/>
          <p:cNvSpPr>
            <a:spLocks noChangeArrowheads="1"/>
          </p:cNvSpPr>
          <p:nvPr/>
        </p:nvSpPr>
        <p:spPr bwMode="auto">
          <a:xfrm>
            <a:off x="2057400" y="5135564"/>
            <a:ext cx="16002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0"/>
              </a:spcBef>
              <a:defRPr>
                <a:solidFill>
                  <a:schemeClr val="tx1"/>
                </a:solidFill>
                <a:latin typeface="Arial" panose="020B0604020202020204" pitchFamily="34" charset="0"/>
                <a:ea typeface="宋体" panose="02010600030101010101" pitchFamily="2" charset="-122"/>
              </a:defRPr>
            </a:lvl1pPr>
            <a:lvl2pPr marL="571500" defTabSz="762000">
              <a:spcBef>
                <a:spcPct val="0"/>
              </a:spcBef>
              <a:defRPr>
                <a:solidFill>
                  <a:schemeClr val="tx1"/>
                </a:solidFill>
                <a:latin typeface="Arial" panose="020B0604020202020204" pitchFamily="34" charset="0"/>
                <a:ea typeface="宋体" panose="02010600030101010101" pitchFamily="2" charset="-122"/>
              </a:defRPr>
            </a:lvl2pPr>
            <a:lvl3pPr marL="1143000" defTabSz="762000">
              <a:spcBef>
                <a:spcPct val="0"/>
              </a:spcBef>
              <a:defRPr>
                <a:solidFill>
                  <a:schemeClr val="tx1"/>
                </a:solidFill>
                <a:latin typeface="Arial" panose="020B0604020202020204" pitchFamily="34" charset="0"/>
                <a:ea typeface="宋体" panose="02010600030101010101" pitchFamily="2" charset="-122"/>
              </a:defRPr>
            </a:lvl3pPr>
            <a:lvl4pPr marL="1714500" defTabSz="762000">
              <a:spcBef>
                <a:spcPct val="0"/>
              </a:spcBef>
              <a:defRPr>
                <a:solidFill>
                  <a:schemeClr val="tx1"/>
                </a:solidFill>
                <a:latin typeface="Arial" panose="020B0604020202020204" pitchFamily="34" charset="0"/>
                <a:ea typeface="宋体" panose="02010600030101010101" pitchFamily="2" charset="-122"/>
              </a:defRPr>
            </a:lvl4pPr>
            <a:lvl5pPr marL="2286000" defTabSz="762000">
              <a:spcBef>
                <a:spcPct val="0"/>
              </a:spcBef>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Aft>
                <a:spcPct val="0"/>
              </a:spcAft>
            </a:pPr>
            <a:r>
              <a:rPr kumimoji="1" lang="zh-CN" altLang="en-US">
                <a:solidFill>
                  <a:srgbClr val="FF0000"/>
                </a:solidFill>
                <a:latin typeface="宋体" panose="02010600030101010101" pitchFamily="2" charset="-122"/>
              </a:rPr>
              <a:t>网络通信子系统</a:t>
            </a:r>
          </a:p>
        </p:txBody>
      </p:sp>
    </p:spTree>
    <p:extLst>
      <p:ext uri="{BB962C8B-B14F-4D97-AF65-F5344CB8AC3E}">
        <p14:creationId xmlns:p14="http://schemas.microsoft.com/office/powerpoint/2010/main" val="320655820"/>
      </p:ext>
    </p:extLst>
  </p:cSld>
  <p:clrMapOvr>
    <a:masterClrMapping/>
  </p:clrMapOvr>
  <p:transition spd="med">
    <p:random/>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2850" name="Rectangle 2"/>
          <p:cNvSpPr>
            <a:spLocks noChangeArrowheads="1"/>
          </p:cNvSpPr>
          <p:nvPr/>
        </p:nvSpPr>
        <p:spPr bwMode="auto">
          <a:xfrm>
            <a:off x="1828800" y="125413"/>
            <a:ext cx="8458200" cy="609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0"/>
              </a:spcBef>
              <a:defRPr>
                <a:solidFill>
                  <a:schemeClr val="tx1"/>
                </a:solidFill>
                <a:latin typeface="Arial" panose="020B0604020202020204" pitchFamily="34" charset="0"/>
                <a:ea typeface="宋体" panose="02010600030101010101" pitchFamily="2" charset="-122"/>
              </a:defRPr>
            </a:lvl1pPr>
            <a:lvl2pPr marL="742950" indent="-285750">
              <a:spcBef>
                <a:spcPct val="0"/>
              </a:spcBef>
              <a:defRPr>
                <a:solidFill>
                  <a:schemeClr val="tx1"/>
                </a:solidFill>
                <a:latin typeface="Arial" panose="020B0604020202020204" pitchFamily="34" charset="0"/>
                <a:ea typeface="宋体" panose="02010600030101010101" pitchFamily="2" charset="-122"/>
              </a:defRPr>
            </a:lvl2pPr>
            <a:lvl3pPr marL="1143000" indent="-228600">
              <a:spcBef>
                <a:spcPct val="0"/>
              </a:spcBef>
              <a:defRPr>
                <a:solidFill>
                  <a:schemeClr val="tx1"/>
                </a:solidFill>
                <a:latin typeface="Arial" panose="020B0604020202020204" pitchFamily="34" charset="0"/>
                <a:ea typeface="宋体" panose="02010600030101010101" pitchFamily="2" charset="-122"/>
              </a:defRPr>
            </a:lvl3pPr>
            <a:lvl4pPr marL="1600200" indent="-228600">
              <a:spcBef>
                <a:spcPct val="0"/>
              </a:spcBef>
              <a:defRPr>
                <a:solidFill>
                  <a:schemeClr val="tx1"/>
                </a:solidFill>
                <a:latin typeface="Arial" panose="020B0604020202020204" pitchFamily="34" charset="0"/>
                <a:ea typeface="宋体" panose="02010600030101010101" pitchFamily="2" charset="-122"/>
              </a:defRPr>
            </a:lvl4pPr>
            <a:lvl5pPr marL="2057400" indent="-228600">
              <a:spcBef>
                <a:spcPct val="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20000"/>
              </a:spcBef>
              <a:spcAft>
                <a:spcPct val="0"/>
              </a:spcAft>
            </a:pPr>
            <a:r>
              <a:rPr kumimoji="1" lang="en-US" altLang="zh-CN" sz="3600">
                <a:solidFill>
                  <a:srgbClr val="000000"/>
                </a:solidFill>
                <a:latin typeface="Times New Roman" panose="02020603050405020304" pitchFamily="18" charset="0"/>
              </a:rPr>
              <a:t> </a:t>
            </a:r>
            <a:endParaRPr kumimoji="1" lang="en-US" altLang="zh-CN" sz="2000">
              <a:solidFill>
                <a:srgbClr val="000000"/>
              </a:solidFill>
              <a:latin typeface="Times New Roman" panose="02020603050405020304" pitchFamily="18" charset="0"/>
            </a:endParaRPr>
          </a:p>
        </p:txBody>
      </p:sp>
      <p:sp>
        <p:nvSpPr>
          <p:cNvPr id="462851" name="Rectangle 3"/>
          <p:cNvSpPr>
            <a:spLocks noChangeArrowheads="1"/>
          </p:cNvSpPr>
          <p:nvPr/>
        </p:nvSpPr>
        <p:spPr bwMode="auto">
          <a:xfrm>
            <a:off x="2330450" y="1006475"/>
            <a:ext cx="1066800" cy="515938"/>
          </a:xfrm>
          <a:prstGeom prst="rect">
            <a:avLst/>
          </a:prstGeom>
          <a:solidFill>
            <a:srgbClr val="99FFCC"/>
          </a:solidFill>
          <a:ln w="14288">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2852" name="Rectangle 4"/>
          <p:cNvSpPr>
            <a:spLocks noChangeArrowheads="1"/>
          </p:cNvSpPr>
          <p:nvPr/>
        </p:nvSpPr>
        <p:spPr bwMode="auto">
          <a:xfrm>
            <a:off x="2581275" y="1163638"/>
            <a:ext cx="5715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0"/>
              </a:spcBef>
              <a:defRPr>
                <a:solidFill>
                  <a:schemeClr val="tx1"/>
                </a:solidFill>
                <a:latin typeface="Arial" panose="020B0604020202020204" pitchFamily="34" charset="0"/>
                <a:ea typeface="宋体" panose="02010600030101010101" pitchFamily="2" charset="-122"/>
              </a:defRPr>
            </a:lvl1pPr>
            <a:lvl2pPr marL="571500" defTabSz="762000">
              <a:spcBef>
                <a:spcPct val="0"/>
              </a:spcBef>
              <a:defRPr>
                <a:solidFill>
                  <a:schemeClr val="tx1"/>
                </a:solidFill>
                <a:latin typeface="Arial" panose="020B0604020202020204" pitchFamily="34" charset="0"/>
                <a:ea typeface="宋体" panose="02010600030101010101" pitchFamily="2" charset="-122"/>
              </a:defRPr>
            </a:lvl2pPr>
            <a:lvl3pPr marL="1143000" defTabSz="762000">
              <a:spcBef>
                <a:spcPct val="0"/>
              </a:spcBef>
              <a:defRPr>
                <a:solidFill>
                  <a:schemeClr val="tx1"/>
                </a:solidFill>
                <a:latin typeface="Arial" panose="020B0604020202020204" pitchFamily="34" charset="0"/>
                <a:ea typeface="宋体" panose="02010600030101010101" pitchFamily="2" charset="-122"/>
              </a:defRPr>
            </a:lvl3pPr>
            <a:lvl4pPr marL="1714500" defTabSz="762000">
              <a:spcBef>
                <a:spcPct val="0"/>
              </a:spcBef>
              <a:defRPr>
                <a:solidFill>
                  <a:schemeClr val="tx1"/>
                </a:solidFill>
                <a:latin typeface="Arial" panose="020B0604020202020204" pitchFamily="34" charset="0"/>
                <a:ea typeface="宋体" panose="02010600030101010101" pitchFamily="2" charset="-122"/>
              </a:defRPr>
            </a:lvl4pPr>
            <a:lvl5pPr marL="2286000" defTabSz="762000">
              <a:spcBef>
                <a:spcPct val="0"/>
              </a:spcBef>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Aft>
                <a:spcPct val="0"/>
              </a:spcAft>
            </a:pPr>
            <a:r>
              <a:rPr kumimoji="1" lang="zh-CN" altLang="en-US" sz="1500">
                <a:solidFill>
                  <a:srgbClr val="000000"/>
                </a:solidFill>
                <a:latin typeface="宋体" panose="02010600030101010101" pitchFamily="2" charset="-122"/>
              </a:rPr>
              <a:t>应用层</a:t>
            </a:r>
            <a:endParaRPr kumimoji="1" lang="zh-CN" altLang="en-US">
              <a:solidFill>
                <a:srgbClr val="CCCCFF"/>
              </a:solidFill>
              <a:latin typeface="楷体_GB2312" pitchFamily="49" charset="-122"/>
              <a:ea typeface="楷体_GB2312" pitchFamily="49" charset="-122"/>
            </a:endParaRPr>
          </a:p>
        </p:txBody>
      </p:sp>
      <p:sp>
        <p:nvSpPr>
          <p:cNvPr id="462853" name="Rectangle 5"/>
          <p:cNvSpPr>
            <a:spLocks noChangeArrowheads="1"/>
          </p:cNvSpPr>
          <p:nvPr/>
        </p:nvSpPr>
        <p:spPr bwMode="auto">
          <a:xfrm>
            <a:off x="2330450" y="4106864"/>
            <a:ext cx="1066800" cy="517525"/>
          </a:xfrm>
          <a:prstGeom prst="rect">
            <a:avLst/>
          </a:prstGeom>
          <a:solidFill>
            <a:srgbClr val="99FFCC"/>
          </a:solidFill>
          <a:ln w="14288">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2854" name="Rectangle 6"/>
          <p:cNvSpPr>
            <a:spLocks noChangeArrowheads="1"/>
          </p:cNvSpPr>
          <p:nvPr/>
        </p:nvSpPr>
        <p:spPr bwMode="auto">
          <a:xfrm>
            <a:off x="2581275" y="4264025"/>
            <a:ext cx="5715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0"/>
              </a:spcBef>
              <a:defRPr>
                <a:solidFill>
                  <a:schemeClr val="tx1"/>
                </a:solidFill>
                <a:latin typeface="Arial" panose="020B0604020202020204" pitchFamily="34" charset="0"/>
                <a:ea typeface="宋体" panose="02010600030101010101" pitchFamily="2" charset="-122"/>
              </a:defRPr>
            </a:lvl1pPr>
            <a:lvl2pPr marL="571500" defTabSz="762000">
              <a:spcBef>
                <a:spcPct val="0"/>
              </a:spcBef>
              <a:defRPr>
                <a:solidFill>
                  <a:schemeClr val="tx1"/>
                </a:solidFill>
                <a:latin typeface="Arial" panose="020B0604020202020204" pitchFamily="34" charset="0"/>
                <a:ea typeface="宋体" panose="02010600030101010101" pitchFamily="2" charset="-122"/>
              </a:defRPr>
            </a:lvl2pPr>
            <a:lvl3pPr marL="1143000" defTabSz="762000">
              <a:spcBef>
                <a:spcPct val="0"/>
              </a:spcBef>
              <a:defRPr>
                <a:solidFill>
                  <a:schemeClr val="tx1"/>
                </a:solidFill>
                <a:latin typeface="Arial" panose="020B0604020202020204" pitchFamily="34" charset="0"/>
                <a:ea typeface="宋体" panose="02010600030101010101" pitchFamily="2" charset="-122"/>
              </a:defRPr>
            </a:lvl3pPr>
            <a:lvl4pPr marL="1714500" defTabSz="762000">
              <a:spcBef>
                <a:spcPct val="0"/>
              </a:spcBef>
              <a:defRPr>
                <a:solidFill>
                  <a:schemeClr val="tx1"/>
                </a:solidFill>
                <a:latin typeface="Arial" panose="020B0604020202020204" pitchFamily="34" charset="0"/>
                <a:ea typeface="宋体" panose="02010600030101010101" pitchFamily="2" charset="-122"/>
              </a:defRPr>
            </a:lvl4pPr>
            <a:lvl5pPr marL="2286000" defTabSz="762000">
              <a:spcBef>
                <a:spcPct val="0"/>
              </a:spcBef>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Aft>
                <a:spcPct val="0"/>
              </a:spcAft>
            </a:pPr>
            <a:r>
              <a:rPr kumimoji="1" lang="zh-CN" altLang="en-US" sz="1500">
                <a:solidFill>
                  <a:srgbClr val="000000"/>
                </a:solidFill>
                <a:latin typeface="宋体" panose="02010600030101010101" pitchFamily="2" charset="-122"/>
              </a:rPr>
              <a:t>物理层</a:t>
            </a:r>
            <a:endParaRPr kumimoji="1" lang="zh-CN" altLang="en-US">
              <a:solidFill>
                <a:srgbClr val="CCCCFF"/>
              </a:solidFill>
              <a:latin typeface="楷体_GB2312" pitchFamily="49" charset="-122"/>
              <a:ea typeface="楷体_GB2312" pitchFamily="49" charset="-122"/>
            </a:endParaRPr>
          </a:p>
        </p:txBody>
      </p:sp>
      <p:sp>
        <p:nvSpPr>
          <p:cNvPr id="462855" name="Rectangle 7"/>
          <p:cNvSpPr>
            <a:spLocks noChangeArrowheads="1"/>
          </p:cNvSpPr>
          <p:nvPr/>
        </p:nvSpPr>
        <p:spPr bwMode="auto">
          <a:xfrm>
            <a:off x="2330450" y="3589339"/>
            <a:ext cx="1066800" cy="517525"/>
          </a:xfrm>
          <a:prstGeom prst="rect">
            <a:avLst/>
          </a:prstGeom>
          <a:solidFill>
            <a:srgbClr val="99FFCC"/>
          </a:solidFill>
          <a:ln w="14288">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2856" name="Rectangle 8"/>
          <p:cNvSpPr>
            <a:spLocks noChangeArrowheads="1"/>
          </p:cNvSpPr>
          <p:nvPr/>
        </p:nvSpPr>
        <p:spPr bwMode="auto">
          <a:xfrm>
            <a:off x="2533650" y="3636963"/>
            <a:ext cx="6667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0"/>
              </a:spcBef>
              <a:defRPr>
                <a:solidFill>
                  <a:schemeClr val="tx1"/>
                </a:solidFill>
                <a:latin typeface="Arial" panose="020B0604020202020204" pitchFamily="34" charset="0"/>
                <a:ea typeface="宋体" panose="02010600030101010101" pitchFamily="2" charset="-122"/>
              </a:defRPr>
            </a:lvl1pPr>
            <a:lvl2pPr marL="571500" defTabSz="762000">
              <a:spcBef>
                <a:spcPct val="0"/>
              </a:spcBef>
              <a:defRPr>
                <a:solidFill>
                  <a:schemeClr val="tx1"/>
                </a:solidFill>
                <a:latin typeface="Arial" panose="020B0604020202020204" pitchFamily="34" charset="0"/>
                <a:ea typeface="宋体" panose="02010600030101010101" pitchFamily="2" charset="-122"/>
              </a:defRPr>
            </a:lvl2pPr>
            <a:lvl3pPr marL="1143000" defTabSz="762000">
              <a:spcBef>
                <a:spcPct val="0"/>
              </a:spcBef>
              <a:defRPr>
                <a:solidFill>
                  <a:schemeClr val="tx1"/>
                </a:solidFill>
                <a:latin typeface="Arial" panose="020B0604020202020204" pitchFamily="34" charset="0"/>
                <a:ea typeface="宋体" panose="02010600030101010101" pitchFamily="2" charset="-122"/>
              </a:defRPr>
            </a:lvl3pPr>
            <a:lvl4pPr marL="1714500" defTabSz="762000">
              <a:spcBef>
                <a:spcPct val="0"/>
              </a:spcBef>
              <a:defRPr>
                <a:solidFill>
                  <a:schemeClr val="tx1"/>
                </a:solidFill>
                <a:latin typeface="Arial" panose="020B0604020202020204" pitchFamily="34" charset="0"/>
                <a:ea typeface="宋体" panose="02010600030101010101" pitchFamily="2" charset="-122"/>
              </a:defRPr>
            </a:lvl4pPr>
            <a:lvl5pPr marL="2286000" defTabSz="762000">
              <a:spcBef>
                <a:spcPct val="0"/>
              </a:spcBef>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Aft>
                <a:spcPct val="0"/>
              </a:spcAft>
            </a:pPr>
            <a:r>
              <a:rPr kumimoji="1" lang="en-US" altLang="zh-CN" sz="1500">
                <a:solidFill>
                  <a:srgbClr val="000000"/>
                </a:solidFill>
                <a:latin typeface="宋体" panose="02010600030101010101" pitchFamily="2" charset="-122"/>
              </a:rPr>
              <a:t> </a:t>
            </a:r>
            <a:r>
              <a:rPr kumimoji="1" lang="zh-CN" altLang="en-US" sz="1500">
                <a:solidFill>
                  <a:srgbClr val="000000"/>
                </a:solidFill>
                <a:latin typeface="宋体" panose="02010600030101010101" pitchFamily="2" charset="-122"/>
              </a:rPr>
              <a:t>数据链</a:t>
            </a:r>
            <a:endParaRPr kumimoji="1" lang="zh-CN" altLang="en-US">
              <a:solidFill>
                <a:srgbClr val="CCCCFF"/>
              </a:solidFill>
              <a:latin typeface="楷体_GB2312" pitchFamily="49" charset="-122"/>
              <a:ea typeface="楷体_GB2312" pitchFamily="49" charset="-122"/>
            </a:endParaRPr>
          </a:p>
        </p:txBody>
      </p:sp>
      <p:sp>
        <p:nvSpPr>
          <p:cNvPr id="462857" name="Rectangle 9"/>
          <p:cNvSpPr>
            <a:spLocks noChangeArrowheads="1"/>
          </p:cNvSpPr>
          <p:nvPr/>
        </p:nvSpPr>
        <p:spPr bwMode="auto">
          <a:xfrm>
            <a:off x="2676525" y="3856038"/>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0"/>
              </a:spcBef>
              <a:defRPr>
                <a:solidFill>
                  <a:schemeClr val="tx1"/>
                </a:solidFill>
                <a:latin typeface="Arial" panose="020B0604020202020204" pitchFamily="34" charset="0"/>
                <a:ea typeface="宋体" panose="02010600030101010101" pitchFamily="2" charset="-122"/>
              </a:defRPr>
            </a:lvl1pPr>
            <a:lvl2pPr marL="571500" defTabSz="762000">
              <a:spcBef>
                <a:spcPct val="0"/>
              </a:spcBef>
              <a:defRPr>
                <a:solidFill>
                  <a:schemeClr val="tx1"/>
                </a:solidFill>
                <a:latin typeface="Arial" panose="020B0604020202020204" pitchFamily="34" charset="0"/>
                <a:ea typeface="宋体" panose="02010600030101010101" pitchFamily="2" charset="-122"/>
              </a:defRPr>
            </a:lvl2pPr>
            <a:lvl3pPr marL="1143000" defTabSz="762000">
              <a:spcBef>
                <a:spcPct val="0"/>
              </a:spcBef>
              <a:defRPr>
                <a:solidFill>
                  <a:schemeClr val="tx1"/>
                </a:solidFill>
                <a:latin typeface="Arial" panose="020B0604020202020204" pitchFamily="34" charset="0"/>
                <a:ea typeface="宋体" panose="02010600030101010101" pitchFamily="2" charset="-122"/>
              </a:defRPr>
            </a:lvl3pPr>
            <a:lvl4pPr marL="1714500" defTabSz="762000">
              <a:spcBef>
                <a:spcPct val="0"/>
              </a:spcBef>
              <a:defRPr>
                <a:solidFill>
                  <a:schemeClr val="tx1"/>
                </a:solidFill>
                <a:latin typeface="Arial" panose="020B0604020202020204" pitchFamily="34" charset="0"/>
                <a:ea typeface="宋体" panose="02010600030101010101" pitchFamily="2" charset="-122"/>
              </a:defRPr>
            </a:lvl4pPr>
            <a:lvl5pPr marL="2286000" defTabSz="762000">
              <a:spcBef>
                <a:spcPct val="0"/>
              </a:spcBef>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Aft>
                <a:spcPct val="0"/>
              </a:spcAft>
            </a:pPr>
            <a:r>
              <a:rPr kumimoji="1" lang="zh-CN" altLang="en-US" sz="1500">
                <a:solidFill>
                  <a:srgbClr val="000000"/>
                </a:solidFill>
                <a:latin typeface="宋体" panose="02010600030101010101" pitchFamily="2" charset="-122"/>
              </a:rPr>
              <a:t>路层</a:t>
            </a:r>
            <a:endParaRPr kumimoji="1" lang="zh-CN" altLang="en-US">
              <a:solidFill>
                <a:srgbClr val="CCCCFF"/>
              </a:solidFill>
              <a:latin typeface="楷体_GB2312" pitchFamily="49" charset="-122"/>
              <a:ea typeface="楷体_GB2312" pitchFamily="49" charset="-122"/>
            </a:endParaRPr>
          </a:p>
        </p:txBody>
      </p:sp>
      <p:sp>
        <p:nvSpPr>
          <p:cNvPr id="462858" name="Rectangle 10"/>
          <p:cNvSpPr>
            <a:spLocks noChangeArrowheads="1"/>
          </p:cNvSpPr>
          <p:nvPr/>
        </p:nvSpPr>
        <p:spPr bwMode="auto">
          <a:xfrm>
            <a:off x="2330450" y="3071814"/>
            <a:ext cx="1066800" cy="517525"/>
          </a:xfrm>
          <a:prstGeom prst="rect">
            <a:avLst/>
          </a:prstGeom>
          <a:solidFill>
            <a:srgbClr val="99FFCC"/>
          </a:solidFill>
          <a:ln w="14288">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2859" name="Rectangle 11"/>
          <p:cNvSpPr>
            <a:spLocks noChangeArrowheads="1"/>
          </p:cNvSpPr>
          <p:nvPr/>
        </p:nvSpPr>
        <p:spPr bwMode="auto">
          <a:xfrm>
            <a:off x="2581275" y="3230563"/>
            <a:ext cx="5715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0"/>
              </a:spcBef>
              <a:defRPr>
                <a:solidFill>
                  <a:schemeClr val="tx1"/>
                </a:solidFill>
                <a:latin typeface="Arial" panose="020B0604020202020204" pitchFamily="34" charset="0"/>
                <a:ea typeface="宋体" panose="02010600030101010101" pitchFamily="2" charset="-122"/>
              </a:defRPr>
            </a:lvl1pPr>
            <a:lvl2pPr marL="571500" defTabSz="762000">
              <a:spcBef>
                <a:spcPct val="0"/>
              </a:spcBef>
              <a:defRPr>
                <a:solidFill>
                  <a:schemeClr val="tx1"/>
                </a:solidFill>
                <a:latin typeface="Arial" panose="020B0604020202020204" pitchFamily="34" charset="0"/>
                <a:ea typeface="宋体" panose="02010600030101010101" pitchFamily="2" charset="-122"/>
              </a:defRPr>
            </a:lvl2pPr>
            <a:lvl3pPr marL="1143000" defTabSz="762000">
              <a:spcBef>
                <a:spcPct val="0"/>
              </a:spcBef>
              <a:defRPr>
                <a:solidFill>
                  <a:schemeClr val="tx1"/>
                </a:solidFill>
                <a:latin typeface="Arial" panose="020B0604020202020204" pitchFamily="34" charset="0"/>
                <a:ea typeface="宋体" panose="02010600030101010101" pitchFamily="2" charset="-122"/>
              </a:defRPr>
            </a:lvl3pPr>
            <a:lvl4pPr marL="1714500" defTabSz="762000">
              <a:spcBef>
                <a:spcPct val="0"/>
              </a:spcBef>
              <a:defRPr>
                <a:solidFill>
                  <a:schemeClr val="tx1"/>
                </a:solidFill>
                <a:latin typeface="Arial" panose="020B0604020202020204" pitchFamily="34" charset="0"/>
                <a:ea typeface="宋体" panose="02010600030101010101" pitchFamily="2" charset="-122"/>
              </a:defRPr>
            </a:lvl4pPr>
            <a:lvl5pPr marL="2286000" defTabSz="762000">
              <a:spcBef>
                <a:spcPct val="0"/>
              </a:spcBef>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Aft>
                <a:spcPct val="0"/>
              </a:spcAft>
            </a:pPr>
            <a:r>
              <a:rPr kumimoji="1" lang="zh-CN" altLang="en-US" sz="1500">
                <a:solidFill>
                  <a:srgbClr val="000000"/>
                </a:solidFill>
                <a:latin typeface="宋体" panose="02010600030101010101" pitchFamily="2" charset="-122"/>
              </a:rPr>
              <a:t>网络层</a:t>
            </a:r>
            <a:endParaRPr kumimoji="1" lang="zh-CN" altLang="en-US">
              <a:solidFill>
                <a:srgbClr val="CCCCFF"/>
              </a:solidFill>
              <a:latin typeface="楷体_GB2312" pitchFamily="49" charset="-122"/>
              <a:ea typeface="楷体_GB2312" pitchFamily="49" charset="-122"/>
            </a:endParaRPr>
          </a:p>
        </p:txBody>
      </p:sp>
      <p:sp>
        <p:nvSpPr>
          <p:cNvPr id="462860" name="Rectangle 12"/>
          <p:cNvSpPr>
            <a:spLocks noChangeArrowheads="1"/>
          </p:cNvSpPr>
          <p:nvPr/>
        </p:nvSpPr>
        <p:spPr bwMode="auto">
          <a:xfrm>
            <a:off x="2330450" y="2555875"/>
            <a:ext cx="1066800" cy="515938"/>
          </a:xfrm>
          <a:prstGeom prst="rect">
            <a:avLst/>
          </a:prstGeom>
          <a:solidFill>
            <a:srgbClr val="99FFCC"/>
          </a:solidFill>
          <a:ln w="14288">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2861" name="Rectangle 13"/>
          <p:cNvSpPr>
            <a:spLocks noChangeArrowheads="1"/>
          </p:cNvSpPr>
          <p:nvPr/>
        </p:nvSpPr>
        <p:spPr bwMode="auto">
          <a:xfrm>
            <a:off x="2581275" y="2713038"/>
            <a:ext cx="5715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0"/>
              </a:spcBef>
              <a:defRPr>
                <a:solidFill>
                  <a:schemeClr val="tx1"/>
                </a:solidFill>
                <a:latin typeface="Arial" panose="020B0604020202020204" pitchFamily="34" charset="0"/>
                <a:ea typeface="宋体" panose="02010600030101010101" pitchFamily="2" charset="-122"/>
              </a:defRPr>
            </a:lvl1pPr>
            <a:lvl2pPr marL="571500" defTabSz="762000">
              <a:spcBef>
                <a:spcPct val="0"/>
              </a:spcBef>
              <a:defRPr>
                <a:solidFill>
                  <a:schemeClr val="tx1"/>
                </a:solidFill>
                <a:latin typeface="Arial" panose="020B0604020202020204" pitchFamily="34" charset="0"/>
                <a:ea typeface="宋体" panose="02010600030101010101" pitchFamily="2" charset="-122"/>
              </a:defRPr>
            </a:lvl2pPr>
            <a:lvl3pPr marL="1143000" defTabSz="762000">
              <a:spcBef>
                <a:spcPct val="0"/>
              </a:spcBef>
              <a:defRPr>
                <a:solidFill>
                  <a:schemeClr val="tx1"/>
                </a:solidFill>
                <a:latin typeface="Arial" panose="020B0604020202020204" pitchFamily="34" charset="0"/>
                <a:ea typeface="宋体" panose="02010600030101010101" pitchFamily="2" charset="-122"/>
              </a:defRPr>
            </a:lvl3pPr>
            <a:lvl4pPr marL="1714500" defTabSz="762000">
              <a:spcBef>
                <a:spcPct val="0"/>
              </a:spcBef>
              <a:defRPr>
                <a:solidFill>
                  <a:schemeClr val="tx1"/>
                </a:solidFill>
                <a:latin typeface="Arial" panose="020B0604020202020204" pitchFamily="34" charset="0"/>
                <a:ea typeface="宋体" panose="02010600030101010101" pitchFamily="2" charset="-122"/>
              </a:defRPr>
            </a:lvl4pPr>
            <a:lvl5pPr marL="2286000" defTabSz="762000">
              <a:spcBef>
                <a:spcPct val="0"/>
              </a:spcBef>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Aft>
                <a:spcPct val="0"/>
              </a:spcAft>
            </a:pPr>
            <a:r>
              <a:rPr kumimoji="1" lang="zh-CN" altLang="en-US" sz="1500">
                <a:solidFill>
                  <a:srgbClr val="000000"/>
                </a:solidFill>
                <a:latin typeface="宋体" panose="02010600030101010101" pitchFamily="2" charset="-122"/>
              </a:rPr>
              <a:t>传输层</a:t>
            </a:r>
            <a:endParaRPr kumimoji="1" lang="zh-CN" altLang="en-US">
              <a:solidFill>
                <a:srgbClr val="CCCCFF"/>
              </a:solidFill>
              <a:latin typeface="楷体_GB2312" pitchFamily="49" charset="-122"/>
              <a:ea typeface="楷体_GB2312" pitchFamily="49" charset="-122"/>
            </a:endParaRPr>
          </a:p>
        </p:txBody>
      </p:sp>
      <p:sp>
        <p:nvSpPr>
          <p:cNvPr id="462862" name="Rectangle 14"/>
          <p:cNvSpPr>
            <a:spLocks noChangeArrowheads="1"/>
          </p:cNvSpPr>
          <p:nvPr/>
        </p:nvSpPr>
        <p:spPr bwMode="auto">
          <a:xfrm>
            <a:off x="2330450" y="2041525"/>
            <a:ext cx="1066800" cy="514350"/>
          </a:xfrm>
          <a:prstGeom prst="rect">
            <a:avLst/>
          </a:prstGeom>
          <a:solidFill>
            <a:srgbClr val="99FFCC"/>
          </a:solidFill>
          <a:ln w="14288">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2863" name="Rectangle 15"/>
          <p:cNvSpPr>
            <a:spLocks noChangeArrowheads="1"/>
          </p:cNvSpPr>
          <p:nvPr/>
        </p:nvSpPr>
        <p:spPr bwMode="auto">
          <a:xfrm>
            <a:off x="2581275" y="2197100"/>
            <a:ext cx="5715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0"/>
              </a:spcBef>
              <a:defRPr>
                <a:solidFill>
                  <a:schemeClr val="tx1"/>
                </a:solidFill>
                <a:latin typeface="Arial" panose="020B0604020202020204" pitchFamily="34" charset="0"/>
                <a:ea typeface="宋体" panose="02010600030101010101" pitchFamily="2" charset="-122"/>
              </a:defRPr>
            </a:lvl1pPr>
            <a:lvl2pPr marL="571500" defTabSz="762000">
              <a:spcBef>
                <a:spcPct val="0"/>
              </a:spcBef>
              <a:defRPr>
                <a:solidFill>
                  <a:schemeClr val="tx1"/>
                </a:solidFill>
                <a:latin typeface="Arial" panose="020B0604020202020204" pitchFamily="34" charset="0"/>
                <a:ea typeface="宋体" panose="02010600030101010101" pitchFamily="2" charset="-122"/>
              </a:defRPr>
            </a:lvl2pPr>
            <a:lvl3pPr marL="1143000" defTabSz="762000">
              <a:spcBef>
                <a:spcPct val="0"/>
              </a:spcBef>
              <a:defRPr>
                <a:solidFill>
                  <a:schemeClr val="tx1"/>
                </a:solidFill>
                <a:latin typeface="Arial" panose="020B0604020202020204" pitchFamily="34" charset="0"/>
                <a:ea typeface="宋体" panose="02010600030101010101" pitchFamily="2" charset="-122"/>
              </a:defRPr>
            </a:lvl3pPr>
            <a:lvl4pPr marL="1714500" defTabSz="762000">
              <a:spcBef>
                <a:spcPct val="0"/>
              </a:spcBef>
              <a:defRPr>
                <a:solidFill>
                  <a:schemeClr val="tx1"/>
                </a:solidFill>
                <a:latin typeface="Arial" panose="020B0604020202020204" pitchFamily="34" charset="0"/>
                <a:ea typeface="宋体" panose="02010600030101010101" pitchFamily="2" charset="-122"/>
              </a:defRPr>
            </a:lvl4pPr>
            <a:lvl5pPr marL="2286000" defTabSz="762000">
              <a:spcBef>
                <a:spcPct val="0"/>
              </a:spcBef>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Aft>
                <a:spcPct val="0"/>
              </a:spcAft>
            </a:pPr>
            <a:r>
              <a:rPr kumimoji="1" lang="zh-CN" altLang="en-US" sz="1500">
                <a:solidFill>
                  <a:srgbClr val="000000"/>
                </a:solidFill>
                <a:latin typeface="宋体" panose="02010600030101010101" pitchFamily="2" charset="-122"/>
              </a:rPr>
              <a:t>会话层</a:t>
            </a:r>
            <a:endParaRPr kumimoji="1" lang="zh-CN" altLang="en-US">
              <a:solidFill>
                <a:srgbClr val="CCCCFF"/>
              </a:solidFill>
              <a:latin typeface="楷体_GB2312" pitchFamily="49" charset="-122"/>
              <a:ea typeface="楷体_GB2312" pitchFamily="49" charset="-122"/>
            </a:endParaRPr>
          </a:p>
        </p:txBody>
      </p:sp>
      <p:sp>
        <p:nvSpPr>
          <p:cNvPr id="462864" name="Rectangle 16"/>
          <p:cNvSpPr>
            <a:spLocks noChangeArrowheads="1"/>
          </p:cNvSpPr>
          <p:nvPr/>
        </p:nvSpPr>
        <p:spPr bwMode="auto">
          <a:xfrm>
            <a:off x="2330450" y="1522413"/>
            <a:ext cx="1066800" cy="519112"/>
          </a:xfrm>
          <a:prstGeom prst="rect">
            <a:avLst/>
          </a:prstGeom>
          <a:solidFill>
            <a:srgbClr val="99FFCC"/>
          </a:solidFill>
          <a:ln w="14288">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2865" name="Rectangle 17"/>
          <p:cNvSpPr>
            <a:spLocks noChangeArrowheads="1"/>
          </p:cNvSpPr>
          <p:nvPr/>
        </p:nvSpPr>
        <p:spPr bwMode="auto">
          <a:xfrm>
            <a:off x="2581275" y="1682750"/>
            <a:ext cx="5715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0"/>
              </a:spcBef>
              <a:defRPr>
                <a:solidFill>
                  <a:schemeClr val="tx1"/>
                </a:solidFill>
                <a:latin typeface="Arial" panose="020B0604020202020204" pitchFamily="34" charset="0"/>
                <a:ea typeface="宋体" panose="02010600030101010101" pitchFamily="2" charset="-122"/>
              </a:defRPr>
            </a:lvl1pPr>
            <a:lvl2pPr marL="571500" defTabSz="762000">
              <a:spcBef>
                <a:spcPct val="0"/>
              </a:spcBef>
              <a:defRPr>
                <a:solidFill>
                  <a:schemeClr val="tx1"/>
                </a:solidFill>
                <a:latin typeface="Arial" panose="020B0604020202020204" pitchFamily="34" charset="0"/>
                <a:ea typeface="宋体" panose="02010600030101010101" pitchFamily="2" charset="-122"/>
              </a:defRPr>
            </a:lvl2pPr>
            <a:lvl3pPr marL="1143000" defTabSz="762000">
              <a:spcBef>
                <a:spcPct val="0"/>
              </a:spcBef>
              <a:defRPr>
                <a:solidFill>
                  <a:schemeClr val="tx1"/>
                </a:solidFill>
                <a:latin typeface="Arial" panose="020B0604020202020204" pitchFamily="34" charset="0"/>
                <a:ea typeface="宋体" panose="02010600030101010101" pitchFamily="2" charset="-122"/>
              </a:defRPr>
            </a:lvl3pPr>
            <a:lvl4pPr marL="1714500" defTabSz="762000">
              <a:spcBef>
                <a:spcPct val="0"/>
              </a:spcBef>
              <a:defRPr>
                <a:solidFill>
                  <a:schemeClr val="tx1"/>
                </a:solidFill>
                <a:latin typeface="Arial" panose="020B0604020202020204" pitchFamily="34" charset="0"/>
                <a:ea typeface="宋体" panose="02010600030101010101" pitchFamily="2" charset="-122"/>
              </a:defRPr>
            </a:lvl4pPr>
            <a:lvl5pPr marL="2286000" defTabSz="762000">
              <a:spcBef>
                <a:spcPct val="0"/>
              </a:spcBef>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Aft>
                <a:spcPct val="0"/>
              </a:spcAft>
            </a:pPr>
            <a:r>
              <a:rPr kumimoji="1" lang="zh-CN" altLang="en-US" sz="1500">
                <a:solidFill>
                  <a:srgbClr val="000000"/>
                </a:solidFill>
                <a:latin typeface="宋体" panose="02010600030101010101" pitchFamily="2" charset="-122"/>
              </a:rPr>
              <a:t>表示层</a:t>
            </a:r>
            <a:endParaRPr kumimoji="1" lang="zh-CN" altLang="en-US">
              <a:solidFill>
                <a:srgbClr val="CCCCFF"/>
              </a:solidFill>
              <a:latin typeface="楷体_GB2312" pitchFamily="49" charset="-122"/>
              <a:ea typeface="楷体_GB2312" pitchFamily="49" charset="-122"/>
            </a:endParaRPr>
          </a:p>
        </p:txBody>
      </p:sp>
      <p:sp>
        <p:nvSpPr>
          <p:cNvPr id="462866" name="Rectangle 18"/>
          <p:cNvSpPr>
            <a:spLocks noChangeArrowheads="1"/>
          </p:cNvSpPr>
          <p:nvPr/>
        </p:nvSpPr>
        <p:spPr bwMode="auto">
          <a:xfrm>
            <a:off x="8729664" y="1006475"/>
            <a:ext cx="1068387" cy="515938"/>
          </a:xfrm>
          <a:prstGeom prst="rect">
            <a:avLst/>
          </a:prstGeom>
          <a:solidFill>
            <a:srgbClr val="99FFCC"/>
          </a:solidFill>
          <a:ln w="14288">
            <a:solidFill>
              <a:srgbClr val="000000"/>
            </a:solidFill>
            <a:miter lim="800000"/>
            <a:headEnd/>
            <a:tailEnd/>
          </a:ln>
        </p:spPr>
        <p:txBody>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2867" name="Rectangle 19"/>
          <p:cNvSpPr>
            <a:spLocks noChangeArrowheads="1"/>
          </p:cNvSpPr>
          <p:nvPr/>
        </p:nvSpPr>
        <p:spPr bwMode="auto">
          <a:xfrm>
            <a:off x="8982075" y="1163638"/>
            <a:ext cx="5715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0"/>
              </a:spcBef>
              <a:defRPr>
                <a:solidFill>
                  <a:schemeClr val="tx1"/>
                </a:solidFill>
                <a:latin typeface="Arial" panose="020B0604020202020204" pitchFamily="34" charset="0"/>
                <a:ea typeface="宋体" panose="02010600030101010101" pitchFamily="2" charset="-122"/>
              </a:defRPr>
            </a:lvl1pPr>
            <a:lvl2pPr marL="571500" defTabSz="762000">
              <a:spcBef>
                <a:spcPct val="0"/>
              </a:spcBef>
              <a:defRPr>
                <a:solidFill>
                  <a:schemeClr val="tx1"/>
                </a:solidFill>
                <a:latin typeface="Arial" panose="020B0604020202020204" pitchFamily="34" charset="0"/>
                <a:ea typeface="宋体" panose="02010600030101010101" pitchFamily="2" charset="-122"/>
              </a:defRPr>
            </a:lvl2pPr>
            <a:lvl3pPr marL="1143000" defTabSz="762000">
              <a:spcBef>
                <a:spcPct val="0"/>
              </a:spcBef>
              <a:defRPr>
                <a:solidFill>
                  <a:schemeClr val="tx1"/>
                </a:solidFill>
                <a:latin typeface="Arial" panose="020B0604020202020204" pitchFamily="34" charset="0"/>
                <a:ea typeface="宋体" panose="02010600030101010101" pitchFamily="2" charset="-122"/>
              </a:defRPr>
            </a:lvl3pPr>
            <a:lvl4pPr marL="1714500" defTabSz="762000">
              <a:spcBef>
                <a:spcPct val="0"/>
              </a:spcBef>
              <a:defRPr>
                <a:solidFill>
                  <a:schemeClr val="tx1"/>
                </a:solidFill>
                <a:latin typeface="Arial" panose="020B0604020202020204" pitchFamily="34" charset="0"/>
                <a:ea typeface="宋体" panose="02010600030101010101" pitchFamily="2" charset="-122"/>
              </a:defRPr>
            </a:lvl4pPr>
            <a:lvl5pPr marL="2286000" defTabSz="762000">
              <a:spcBef>
                <a:spcPct val="0"/>
              </a:spcBef>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Aft>
                <a:spcPct val="0"/>
              </a:spcAft>
            </a:pPr>
            <a:r>
              <a:rPr kumimoji="1" lang="zh-CN" altLang="en-US" sz="1500">
                <a:solidFill>
                  <a:srgbClr val="000000"/>
                </a:solidFill>
                <a:latin typeface="宋体" panose="02010600030101010101" pitchFamily="2" charset="-122"/>
              </a:rPr>
              <a:t>应用层</a:t>
            </a:r>
            <a:endParaRPr kumimoji="1" lang="zh-CN" altLang="en-US">
              <a:solidFill>
                <a:srgbClr val="CCCCFF"/>
              </a:solidFill>
              <a:latin typeface="楷体_GB2312" pitchFamily="49" charset="-122"/>
              <a:ea typeface="楷体_GB2312" pitchFamily="49" charset="-122"/>
            </a:endParaRPr>
          </a:p>
        </p:txBody>
      </p:sp>
      <p:sp>
        <p:nvSpPr>
          <p:cNvPr id="462868" name="Rectangle 20"/>
          <p:cNvSpPr>
            <a:spLocks noChangeArrowheads="1"/>
          </p:cNvSpPr>
          <p:nvPr/>
        </p:nvSpPr>
        <p:spPr bwMode="auto">
          <a:xfrm>
            <a:off x="8729664" y="4106864"/>
            <a:ext cx="1068387" cy="517525"/>
          </a:xfrm>
          <a:prstGeom prst="rect">
            <a:avLst/>
          </a:prstGeom>
          <a:solidFill>
            <a:srgbClr val="99FFCC"/>
          </a:solidFill>
          <a:ln w="14288">
            <a:solidFill>
              <a:srgbClr val="000000"/>
            </a:solidFill>
            <a:miter lim="800000"/>
            <a:headEnd/>
            <a:tailEnd/>
          </a:ln>
        </p:spPr>
        <p:txBody>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2869" name="Rectangle 21"/>
          <p:cNvSpPr>
            <a:spLocks noChangeArrowheads="1"/>
          </p:cNvSpPr>
          <p:nvPr/>
        </p:nvSpPr>
        <p:spPr bwMode="auto">
          <a:xfrm>
            <a:off x="8982075" y="4264025"/>
            <a:ext cx="5715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0"/>
              </a:spcBef>
              <a:defRPr>
                <a:solidFill>
                  <a:schemeClr val="tx1"/>
                </a:solidFill>
                <a:latin typeface="Arial" panose="020B0604020202020204" pitchFamily="34" charset="0"/>
                <a:ea typeface="宋体" panose="02010600030101010101" pitchFamily="2" charset="-122"/>
              </a:defRPr>
            </a:lvl1pPr>
            <a:lvl2pPr marL="571500" defTabSz="762000">
              <a:spcBef>
                <a:spcPct val="0"/>
              </a:spcBef>
              <a:defRPr>
                <a:solidFill>
                  <a:schemeClr val="tx1"/>
                </a:solidFill>
                <a:latin typeface="Arial" panose="020B0604020202020204" pitchFamily="34" charset="0"/>
                <a:ea typeface="宋体" panose="02010600030101010101" pitchFamily="2" charset="-122"/>
              </a:defRPr>
            </a:lvl2pPr>
            <a:lvl3pPr marL="1143000" defTabSz="762000">
              <a:spcBef>
                <a:spcPct val="0"/>
              </a:spcBef>
              <a:defRPr>
                <a:solidFill>
                  <a:schemeClr val="tx1"/>
                </a:solidFill>
                <a:latin typeface="Arial" panose="020B0604020202020204" pitchFamily="34" charset="0"/>
                <a:ea typeface="宋体" panose="02010600030101010101" pitchFamily="2" charset="-122"/>
              </a:defRPr>
            </a:lvl3pPr>
            <a:lvl4pPr marL="1714500" defTabSz="762000">
              <a:spcBef>
                <a:spcPct val="0"/>
              </a:spcBef>
              <a:defRPr>
                <a:solidFill>
                  <a:schemeClr val="tx1"/>
                </a:solidFill>
                <a:latin typeface="Arial" panose="020B0604020202020204" pitchFamily="34" charset="0"/>
                <a:ea typeface="宋体" panose="02010600030101010101" pitchFamily="2" charset="-122"/>
              </a:defRPr>
            </a:lvl4pPr>
            <a:lvl5pPr marL="2286000" defTabSz="762000">
              <a:spcBef>
                <a:spcPct val="0"/>
              </a:spcBef>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Aft>
                <a:spcPct val="0"/>
              </a:spcAft>
            </a:pPr>
            <a:r>
              <a:rPr kumimoji="1" lang="zh-CN" altLang="en-US" sz="1500">
                <a:solidFill>
                  <a:srgbClr val="000000"/>
                </a:solidFill>
                <a:latin typeface="宋体" panose="02010600030101010101" pitchFamily="2" charset="-122"/>
              </a:rPr>
              <a:t>物理层</a:t>
            </a:r>
            <a:endParaRPr kumimoji="1" lang="zh-CN" altLang="en-US">
              <a:solidFill>
                <a:srgbClr val="CCCCFF"/>
              </a:solidFill>
              <a:latin typeface="楷体_GB2312" pitchFamily="49" charset="-122"/>
              <a:ea typeface="楷体_GB2312" pitchFamily="49" charset="-122"/>
            </a:endParaRPr>
          </a:p>
        </p:txBody>
      </p:sp>
      <p:sp>
        <p:nvSpPr>
          <p:cNvPr id="462870" name="Rectangle 22"/>
          <p:cNvSpPr>
            <a:spLocks noChangeArrowheads="1"/>
          </p:cNvSpPr>
          <p:nvPr/>
        </p:nvSpPr>
        <p:spPr bwMode="auto">
          <a:xfrm>
            <a:off x="8729664" y="3589339"/>
            <a:ext cx="1068387" cy="517525"/>
          </a:xfrm>
          <a:prstGeom prst="rect">
            <a:avLst/>
          </a:prstGeom>
          <a:solidFill>
            <a:srgbClr val="99FFCC"/>
          </a:solidFill>
          <a:ln w="14288">
            <a:solidFill>
              <a:srgbClr val="000000"/>
            </a:solidFill>
            <a:miter lim="800000"/>
            <a:headEnd/>
            <a:tailEnd/>
          </a:ln>
        </p:spPr>
        <p:txBody>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2871" name="Rectangle 23"/>
          <p:cNvSpPr>
            <a:spLocks noChangeArrowheads="1"/>
          </p:cNvSpPr>
          <p:nvPr/>
        </p:nvSpPr>
        <p:spPr bwMode="auto">
          <a:xfrm>
            <a:off x="8934450" y="3636963"/>
            <a:ext cx="6667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0"/>
              </a:spcBef>
              <a:defRPr>
                <a:solidFill>
                  <a:schemeClr val="tx1"/>
                </a:solidFill>
                <a:latin typeface="Arial" panose="020B0604020202020204" pitchFamily="34" charset="0"/>
                <a:ea typeface="宋体" panose="02010600030101010101" pitchFamily="2" charset="-122"/>
              </a:defRPr>
            </a:lvl1pPr>
            <a:lvl2pPr marL="571500" defTabSz="762000">
              <a:spcBef>
                <a:spcPct val="0"/>
              </a:spcBef>
              <a:defRPr>
                <a:solidFill>
                  <a:schemeClr val="tx1"/>
                </a:solidFill>
                <a:latin typeface="Arial" panose="020B0604020202020204" pitchFamily="34" charset="0"/>
                <a:ea typeface="宋体" panose="02010600030101010101" pitchFamily="2" charset="-122"/>
              </a:defRPr>
            </a:lvl2pPr>
            <a:lvl3pPr marL="1143000" defTabSz="762000">
              <a:spcBef>
                <a:spcPct val="0"/>
              </a:spcBef>
              <a:defRPr>
                <a:solidFill>
                  <a:schemeClr val="tx1"/>
                </a:solidFill>
                <a:latin typeface="Arial" panose="020B0604020202020204" pitchFamily="34" charset="0"/>
                <a:ea typeface="宋体" panose="02010600030101010101" pitchFamily="2" charset="-122"/>
              </a:defRPr>
            </a:lvl3pPr>
            <a:lvl4pPr marL="1714500" defTabSz="762000">
              <a:spcBef>
                <a:spcPct val="0"/>
              </a:spcBef>
              <a:defRPr>
                <a:solidFill>
                  <a:schemeClr val="tx1"/>
                </a:solidFill>
                <a:latin typeface="Arial" panose="020B0604020202020204" pitchFamily="34" charset="0"/>
                <a:ea typeface="宋体" panose="02010600030101010101" pitchFamily="2" charset="-122"/>
              </a:defRPr>
            </a:lvl4pPr>
            <a:lvl5pPr marL="2286000" defTabSz="762000">
              <a:spcBef>
                <a:spcPct val="0"/>
              </a:spcBef>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Aft>
                <a:spcPct val="0"/>
              </a:spcAft>
            </a:pPr>
            <a:r>
              <a:rPr kumimoji="1" lang="en-US" altLang="zh-CN" sz="1500">
                <a:solidFill>
                  <a:srgbClr val="000000"/>
                </a:solidFill>
                <a:latin typeface="宋体" panose="02010600030101010101" pitchFamily="2" charset="-122"/>
              </a:rPr>
              <a:t> </a:t>
            </a:r>
            <a:r>
              <a:rPr kumimoji="1" lang="zh-CN" altLang="en-US" sz="1500">
                <a:solidFill>
                  <a:srgbClr val="000000"/>
                </a:solidFill>
                <a:latin typeface="宋体" panose="02010600030101010101" pitchFamily="2" charset="-122"/>
              </a:rPr>
              <a:t>数据链</a:t>
            </a:r>
            <a:endParaRPr kumimoji="1" lang="zh-CN" altLang="en-US">
              <a:solidFill>
                <a:srgbClr val="CCCCFF"/>
              </a:solidFill>
              <a:latin typeface="楷体_GB2312" pitchFamily="49" charset="-122"/>
              <a:ea typeface="楷体_GB2312" pitchFamily="49" charset="-122"/>
            </a:endParaRPr>
          </a:p>
        </p:txBody>
      </p:sp>
      <p:sp>
        <p:nvSpPr>
          <p:cNvPr id="462872" name="Rectangle 24"/>
          <p:cNvSpPr>
            <a:spLocks noChangeArrowheads="1"/>
          </p:cNvSpPr>
          <p:nvPr/>
        </p:nvSpPr>
        <p:spPr bwMode="auto">
          <a:xfrm>
            <a:off x="9077325" y="3856038"/>
            <a:ext cx="382588"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0"/>
              </a:spcBef>
              <a:defRPr>
                <a:solidFill>
                  <a:schemeClr val="tx1"/>
                </a:solidFill>
                <a:latin typeface="Arial" panose="020B0604020202020204" pitchFamily="34" charset="0"/>
                <a:ea typeface="宋体" panose="02010600030101010101" pitchFamily="2" charset="-122"/>
              </a:defRPr>
            </a:lvl1pPr>
            <a:lvl2pPr marL="571500" defTabSz="762000">
              <a:spcBef>
                <a:spcPct val="0"/>
              </a:spcBef>
              <a:defRPr>
                <a:solidFill>
                  <a:schemeClr val="tx1"/>
                </a:solidFill>
                <a:latin typeface="Arial" panose="020B0604020202020204" pitchFamily="34" charset="0"/>
                <a:ea typeface="宋体" panose="02010600030101010101" pitchFamily="2" charset="-122"/>
              </a:defRPr>
            </a:lvl2pPr>
            <a:lvl3pPr marL="1143000" defTabSz="762000">
              <a:spcBef>
                <a:spcPct val="0"/>
              </a:spcBef>
              <a:defRPr>
                <a:solidFill>
                  <a:schemeClr val="tx1"/>
                </a:solidFill>
                <a:latin typeface="Arial" panose="020B0604020202020204" pitchFamily="34" charset="0"/>
                <a:ea typeface="宋体" panose="02010600030101010101" pitchFamily="2" charset="-122"/>
              </a:defRPr>
            </a:lvl3pPr>
            <a:lvl4pPr marL="1714500" defTabSz="762000">
              <a:spcBef>
                <a:spcPct val="0"/>
              </a:spcBef>
              <a:defRPr>
                <a:solidFill>
                  <a:schemeClr val="tx1"/>
                </a:solidFill>
                <a:latin typeface="Arial" panose="020B0604020202020204" pitchFamily="34" charset="0"/>
                <a:ea typeface="宋体" panose="02010600030101010101" pitchFamily="2" charset="-122"/>
              </a:defRPr>
            </a:lvl4pPr>
            <a:lvl5pPr marL="2286000" defTabSz="762000">
              <a:spcBef>
                <a:spcPct val="0"/>
              </a:spcBef>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Aft>
                <a:spcPct val="0"/>
              </a:spcAft>
            </a:pPr>
            <a:r>
              <a:rPr kumimoji="1" lang="zh-CN" altLang="en-US" sz="1500">
                <a:solidFill>
                  <a:srgbClr val="000000"/>
                </a:solidFill>
                <a:latin typeface="宋体" panose="02010600030101010101" pitchFamily="2" charset="-122"/>
              </a:rPr>
              <a:t>路层</a:t>
            </a:r>
            <a:endParaRPr kumimoji="1" lang="zh-CN" altLang="en-US">
              <a:solidFill>
                <a:srgbClr val="CCCCFF"/>
              </a:solidFill>
              <a:latin typeface="楷体_GB2312" pitchFamily="49" charset="-122"/>
              <a:ea typeface="楷体_GB2312" pitchFamily="49" charset="-122"/>
            </a:endParaRPr>
          </a:p>
        </p:txBody>
      </p:sp>
      <p:sp>
        <p:nvSpPr>
          <p:cNvPr id="462873" name="Rectangle 25"/>
          <p:cNvSpPr>
            <a:spLocks noChangeArrowheads="1"/>
          </p:cNvSpPr>
          <p:nvPr/>
        </p:nvSpPr>
        <p:spPr bwMode="auto">
          <a:xfrm>
            <a:off x="8729664" y="3071814"/>
            <a:ext cx="1068387" cy="517525"/>
          </a:xfrm>
          <a:prstGeom prst="rect">
            <a:avLst/>
          </a:prstGeom>
          <a:solidFill>
            <a:srgbClr val="99FFCC"/>
          </a:solidFill>
          <a:ln w="14288">
            <a:solidFill>
              <a:srgbClr val="000000"/>
            </a:solidFill>
            <a:miter lim="800000"/>
            <a:headEnd/>
            <a:tailEnd/>
          </a:ln>
        </p:spPr>
        <p:txBody>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2874" name="Rectangle 26"/>
          <p:cNvSpPr>
            <a:spLocks noChangeArrowheads="1"/>
          </p:cNvSpPr>
          <p:nvPr/>
        </p:nvSpPr>
        <p:spPr bwMode="auto">
          <a:xfrm>
            <a:off x="8982075" y="3230563"/>
            <a:ext cx="5715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0"/>
              </a:spcBef>
              <a:defRPr>
                <a:solidFill>
                  <a:schemeClr val="tx1"/>
                </a:solidFill>
                <a:latin typeface="Arial" panose="020B0604020202020204" pitchFamily="34" charset="0"/>
                <a:ea typeface="宋体" panose="02010600030101010101" pitchFamily="2" charset="-122"/>
              </a:defRPr>
            </a:lvl1pPr>
            <a:lvl2pPr marL="571500" defTabSz="762000">
              <a:spcBef>
                <a:spcPct val="0"/>
              </a:spcBef>
              <a:defRPr>
                <a:solidFill>
                  <a:schemeClr val="tx1"/>
                </a:solidFill>
                <a:latin typeface="Arial" panose="020B0604020202020204" pitchFamily="34" charset="0"/>
                <a:ea typeface="宋体" panose="02010600030101010101" pitchFamily="2" charset="-122"/>
              </a:defRPr>
            </a:lvl2pPr>
            <a:lvl3pPr marL="1143000" defTabSz="762000">
              <a:spcBef>
                <a:spcPct val="0"/>
              </a:spcBef>
              <a:defRPr>
                <a:solidFill>
                  <a:schemeClr val="tx1"/>
                </a:solidFill>
                <a:latin typeface="Arial" panose="020B0604020202020204" pitchFamily="34" charset="0"/>
                <a:ea typeface="宋体" panose="02010600030101010101" pitchFamily="2" charset="-122"/>
              </a:defRPr>
            </a:lvl3pPr>
            <a:lvl4pPr marL="1714500" defTabSz="762000">
              <a:spcBef>
                <a:spcPct val="0"/>
              </a:spcBef>
              <a:defRPr>
                <a:solidFill>
                  <a:schemeClr val="tx1"/>
                </a:solidFill>
                <a:latin typeface="Arial" panose="020B0604020202020204" pitchFamily="34" charset="0"/>
                <a:ea typeface="宋体" panose="02010600030101010101" pitchFamily="2" charset="-122"/>
              </a:defRPr>
            </a:lvl4pPr>
            <a:lvl5pPr marL="2286000" defTabSz="762000">
              <a:spcBef>
                <a:spcPct val="0"/>
              </a:spcBef>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Aft>
                <a:spcPct val="0"/>
              </a:spcAft>
            </a:pPr>
            <a:r>
              <a:rPr kumimoji="1" lang="zh-CN" altLang="en-US" sz="1500">
                <a:solidFill>
                  <a:srgbClr val="000000"/>
                </a:solidFill>
                <a:latin typeface="宋体" panose="02010600030101010101" pitchFamily="2" charset="-122"/>
              </a:rPr>
              <a:t>网络层</a:t>
            </a:r>
            <a:endParaRPr kumimoji="1" lang="zh-CN" altLang="en-US">
              <a:solidFill>
                <a:srgbClr val="CCCCFF"/>
              </a:solidFill>
              <a:latin typeface="楷体_GB2312" pitchFamily="49" charset="-122"/>
              <a:ea typeface="楷体_GB2312" pitchFamily="49" charset="-122"/>
            </a:endParaRPr>
          </a:p>
        </p:txBody>
      </p:sp>
      <p:sp>
        <p:nvSpPr>
          <p:cNvPr id="462875" name="Rectangle 27"/>
          <p:cNvSpPr>
            <a:spLocks noChangeArrowheads="1"/>
          </p:cNvSpPr>
          <p:nvPr/>
        </p:nvSpPr>
        <p:spPr bwMode="auto">
          <a:xfrm>
            <a:off x="8729664" y="2555875"/>
            <a:ext cx="1068387" cy="515938"/>
          </a:xfrm>
          <a:prstGeom prst="rect">
            <a:avLst/>
          </a:prstGeom>
          <a:solidFill>
            <a:srgbClr val="99FFCC"/>
          </a:solidFill>
          <a:ln w="14288">
            <a:solidFill>
              <a:srgbClr val="000000"/>
            </a:solidFill>
            <a:miter lim="800000"/>
            <a:headEnd/>
            <a:tailEnd/>
          </a:ln>
        </p:spPr>
        <p:txBody>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2876" name="Rectangle 28"/>
          <p:cNvSpPr>
            <a:spLocks noChangeArrowheads="1"/>
          </p:cNvSpPr>
          <p:nvPr/>
        </p:nvSpPr>
        <p:spPr bwMode="auto">
          <a:xfrm>
            <a:off x="8982075" y="2713038"/>
            <a:ext cx="5715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0"/>
              </a:spcBef>
              <a:defRPr>
                <a:solidFill>
                  <a:schemeClr val="tx1"/>
                </a:solidFill>
                <a:latin typeface="Arial" panose="020B0604020202020204" pitchFamily="34" charset="0"/>
                <a:ea typeface="宋体" panose="02010600030101010101" pitchFamily="2" charset="-122"/>
              </a:defRPr>
            </a:lvl1pPr>
            <a:lvl2pPr marL="571500" defTabSz="762000">
              <a:spcBef>
                <a:spcPct val="0"/>
              </a:spcBef>
              <a:defRPr>
                <a:solidFill>
                  <a:schemeClr val="tx1"/>
                </a:solidFill>
                <a:latin typeface="Arial" panose="020B0604020202020204" pitchFamily="34" charset="0"/>
                <a:ea typeface="宋体" panose="02010600030101010101" pitchFamily="2" charset="-122"/>
              </a:defRPr>
            </a:lvl2pPr>
            <a:lvl3pPr marL="1143000" defTabSz="762000">
              <a:spcBef>
                <a:spcPct val="0"/>
              </a:spcBef>
              <a:defRPr>
                <a:solidFill>
                  <a:schemeClr val="tx1"/>
                </a:solidFill>
                <a:latin typeface="Arial" panose="020B0604020202020204" pitchFamily="34" charset="0"/>
                <a:ea typeface="宋体" panose="02010600030101010101" pitchFamily="2" charset="-122"/>
              </a:defRPr>
            </a:lvl3pPr>
            <a:lvl4pPr marL="1714500" defTabSz="762000">
              <a:spcBef>
                <a:spcPct val="0"/>
              </a:spcBef>
              <a:defRPr>
                <a:solidFill>
                  <a:schemeClr val="tx1"/>
                </a:solidFill>
                <a:latin typeface="Arial" panose="020B0604020202020204" pitchFamily="34" charset="0"/>
                <a:ea typeface="宋体" panose="02010600030101010101" pitchFamily="2" charset="-122"/>
              </a:defRPr>
            </a:lvl4pPr>
            <a:lvl5pPr marL="2286000" defTabSz="762000">
              <a:spcBef>
                <a:spcPct val="0"/>
              </a:spcBef>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Aft>
                <a:spcPct val="0"/>
              </a:spcAft>
            </a:pPr>
            <a:r>
              <a:rPr kumimoji="1" lang="zh-CN" altLang="en-US" sz="1500">
                <a:solidFill>
                  <a:srgbClr val="000000"/>
                </a:solidFill>
                <a:latin typeface="宋体" panose="02010600030101010101" pitchFamily="2" charset="-122"/>
              </a:rPr>
              <a:t>传输层</a:t>
            </a:r>
            <a:endParaRPr kumimoji="1" lang="zh-CN" altLang="en-US">
              <a:solidFill>
                <a:srgbClr val="CCCCFF"/>
              </a:solidFill>
              <a:latin typeface="楷体_GB2312" pitchFamily="49" charset="-122"/>
              <a:ea typeface="楷体_GB2312" pitchFamily="49" charset="-122"/>
            </a:endParaRPr>
          </a:p>
        </p:txBody>
      </p:sp>
      <p:sp>
        <p:nvSpPr>
          <p:cNvPr id="462877" name="Rectangle 29"/>
          <p:cNvSpPr>
            <a:spLocks noChangeArrowheads="1"/>
          </p:cNvSpPr>
          <p:nvPr/>
        </p:nvSpPr>
        <p:spPr bwMode="auto">
          <a:xfrm>
            <a:off x="8729664" y="2041525"/>
            <a:ext cx="1068387" cy="514350"/>
          </a:xfrm>
          <a:prstGeom prst="rect">
            <a:avLst/>
          </a:prstGeom>
          <a:solidFill>
            <a:srgbClr val="99FFCC"/>
          </a:solidFill>
          <a:ln w="14288">
            <a:solidFill>
              <a:srgbClr val="000000"/>
            </a:solidFill>
            <a:miter lim="800000"/>
            <a:headEnd/>
            <a:tailEnd/>
          </a:ln>
        </p:spPr>
        <p:txBody>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2878" name="Rectangle 30"/>
          <p:cNvSpPr>
            <a:spLocks noChangeArrowheads="1"/>
          </p:cNvSpPr>
          <p:nvPr/>
        </p:nvSpPr>
        <p:spPr bwMode="auto">
          <a:xfrm>
            <a:off x="8982075" y="2197100"/>
            <a:ext cx="5715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0"/>
              </a:spcBef>
              <a:defRPr>
                <a:solidFill>
                  <a:schemeClr val="tx1"/>
                </a:solidFill>
                <a:latin typeface="Arial" panose="020B0604020202020204" pitchFamily="34" charset="0"/>
                <a:ea typeface="宋体" panose="02010600030101010101" pitchFamily="2" charset="-122"/>
              </a:defRPr>
            </a:lvl1pPr>
            <a:lvl2pPr marL="571500" defTabSz="762000">
              <a:spcBef>
                <a:spcPct val="0"/>
              </a:spcBef>
              <a:defRPr>
                <a:solidFill>
                  <a:schemeClr val="tx1"/>
                </a:solidFill>
                <a:latin typeface="Arial" panose="020B0604020202020204" pitchFamily="34" charset="0"/>
                <a:ea typeface="宋体" panose="02010600030101010101" pitchFamily="2" charset="-122"/>
              </a:defRPr>
            </a:lvl2pPr>
            <a:lvl3pPr marL="1143000" defTabSz="762000">
              <a:spcBef>
                <a:spcPct val="0"/>
              </a:spcBef>
              <a:defRPr>
                <a:solidFill>
                  <a:schemeClr val="tx1"/>
                </a:solidFill>
                <a:latin typeface="Arial" panose="020B0604020202020204" pitchFamily="34" charset="0"/>
                <a:ea typeface="宋体" panose="02010600030101010101" pitchFamily="2" charset="-122"/>
              </a:defRPr>
            </a:lvl3pPr>
            <a:lvl4pPr marL="1714500" defTabSz="762000">
              <a:spcBef>
                <a:spcPct val="0"/>
              </a:spcBef>
              <a:defRPr>
                <a:solidFill>
                  <a:schemeClr val="tx1"/>
                </a:solidFill>
                <a:latin typeface="Arial" panose="020B0604020202020204" pitchFamily="34" charset="0"/>
                <a:ea typeface="宋体" panose="02010600030101010101" pitchFamily="2" charset="-122"/>
              </a:defRPr>
            </a:lvl4pPr>
            <a:lvl5pPr marL="2286000" defTabSz="762000">
              <a:spcBef>
                <a:spcPct val="0"/>
              </a:spcBef>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Aft>
                <a:spcPct val="0"/>
              </a:spcAft>
            </a:pPr>
            <a:r>
              <a:rPr kumimoji="1" lang="zh-CN" altLang="en-US" sz="1500">
                <a:solidFill>
                  <a:srgbClr val="000000"/>
                </a:solidFill>
                <a:latin typeface="宋体" panose="02010600030101010101" pitchFamily="2" charset="-122"/>
              </a:rPr>
              <a:t>会话层</a:t>
            </a:r>
            <a:endParaRPr kumimoji="1" lang="zh-CN" altLang="en-US">
              <a:solidFill>
                <a:srgbClr val="CCCCFF"/>
              </a:solidFill>
              <a:latin typeface="楷体_GB2312" pitchFamily="49" charset="-122"/>
              <a:ea typeface="楷体_GB2312" pitchFamily="49" charset="-122"/>
            </a:endParaRPr>
          </a:p>
        </p:txBody>
      </p:sp>
      <p:sp>
        <p:nvSpPr>
          <p:cNvPr id="462879" name="Rectangle 31"/>
          <p:cNvSpPr>
            <a:spLocks noChangeArrowheads="1"/>
          </p:cNvSpPr>
          <p:nvPr/>
        </p:nvSpPr>
        <p:spPr bwMode="auto">
          <a:xfrm>
            <a:off x="8729664" y="1522413"/>
            <a:ext cx="1068387" cy="519112"/>
          </a:xfrm>
          <a:prstGeom prst="rect">
            <a:avLst/>
          </a:prstGeom>
          <a:solidFill>
            <a:srgbClr val="99FFCC"/>
          </a:solidFill>
          <a:ln w="14288">
            <a:solidFill>
              <a:srgbClr val="000000"/>
            </a:solidFill>
            <a:miter lim="800000"/>
            <a:headEnd/>
            <a:tailEnd/>
          </a:ln>
        </p:spPr>
        <p:txBody>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2880" name="Rectangle 32"/>
          <p:cNvSpPr>
            <a:spLocks noChangeArrowheads="1"/>
          </p:cNvSpPr>
          <p:nvPr/>
        </p:nvSpPr>
        <p:spPr bwMode="auto">
          <a:xfrm>
            <a:off x="8982075" y="1682750"/>
            <a:ext cx="5715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0"/>
              </a:spcBef>
              <a:defRPr>
                <a:solidFill>
                  <a:schemeClr val="tx1"/>
                </a:solidFill>
                <a:latin typeface="Arial" panose="020B0604020202020204" pitchFamily="34" charset="0"/>
                <a:ea typeface="宋体" panose="02010600030101010101" pitchFamily="2" charset="-122"/>
              </a:defRPr>
            </a:lvl1pPr>
            <a:lvl2pPr marL="571500" defTabSz="762000">
              <a:spcBef>
                <a:spcPct val="0"/>
              </a:spcBef>
              <a:defRPr>
                <a:solidFill>
                  <a:schemeClr val="tx1"/>
                </a:solidFill>
                <a:latin typeface="Arial" panose="020B0604020202020204" pitchFamily="34" charset="0"/>
                <a:ea typeface="宋体" panose="02010600030101010101" pitchFamily="2" charset="-122"/>
              </a:defRPr>
            </a:lvl2pPr>
            <a:lvl3pPr marL="1143000" defTabSz="762000">
              <a:spcBef>
                <a:spcPct val="0"/>
              </a:spcBef>
              <a:defRPr>
                <a:solidFill>
                  <a:schemeClr val="tx1"/>
                </a:solidFill>
                <a:latin typeface="Arial" panose="020B0604020202020204" pitchFamily="34" charset="0"/>
                <a:ea typeface="宋体" panose="02010600030101010101" pitchFamily="2" charset="-122"/>
              </a:defRPr>
            </a:lvl3pPr>
            <a:lvl4pPr marL="1714500" defTabSz="762000">
              <a:spcBef>
                <a:spcPct val="0"/>
              </a:spcBef>
              <a:defRPr>
                <a:solidFill>
                  <a:schemeClr val="tx1"/>
                </a:solidFill>
                <a:latin typeface="Arial" panose="020B0604020202020204" pitchFamily="34" charset="0"/>
                <a:ea typeface="宋体" panose="02010600030101010101" pitchFamily="2" charset="-122"/>
              </a:defRPr>
            </a:lvl4pPr>
            <a:lvl5pPr marL="2286000" defTabSz="762000">
              <a:spcBef>
                <a:spcPct val="0"/>
              </a:spcBef>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Aft>
                <a:spcPct val="0"/>
              </a:spcAft>
            </a:pPr>
            <a:r>
              <a:rPr kumimoji="1" lang="zh-CN" altLang="en-US" sz="1500">
                <a:solidFill>
                  <a:srgbClr val="000000"/>
                </a:solidFill>
                <a:latin typeface="宋体" panose="02010600030101010101" pitchFamily="2" charset="-122"/>
              </a:rPr>
              <a:t>表示层</a:t>
            </a:r>
            <a:endParaRPr kumimoji="1" lang="zh-CN" altLang="en-US">
              <a:solidFill>
                <a:srgbClr val="CCCCFF"/>
              </a:solidFill>
              <a:latin typeface="楷体_GB2312" pitchFamily="49" charset="-122"/>
              <a:ea typeface="楷体_GB2312" pitchFamily="49" charset="-122"/>
            </a:endParaRPr>
          </a:p>
        </p:txBody>
      </p:sp>
      <p:sp>
        <p:nvSpPr>
          <p:cNvPr id="462881" name="Rectangle 33"/>
          <p:cNvSpPr>
            <a:spLocks noChangeArrowheads="1"/>
          </p:cNvSpPr>
          <p:nvPr/>
        </p:nvSpPr>
        <p:spPr bwMode="auto">
          <a:xfrm>
            <a:off x="3130551" y="4776789"/>
            <a:ext cx="1489075" cy="104775"/>
          </a:xfrm>
          <a:prstGeom prst="rect">
            <a:avLst/>
          </a:prstGeom>
          <a:blipFill dpi="0" rotWithShape="0">
            <a:blip r:embed="rId2"/>
            <a:srcRect/>
            <a:tile tx="0" ty="0" sx="100000" sy="100000" flip="none" algn="tl"/>
          </a:blipFill>
          <a:ln w="14288">
            <a:solidFill>
              <a:srgbClr val="000000"/>
            </a:solidFill>
            <a:miter lim="800000"/>
            <a:headEnd/>
            <a:tailEnd/>
          </a:ln>
        </p:spPr>
        <p:txBody>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2882" name="Rectangle 34"/>
          <p:cNvSpPr>
            <a:spLocks noChangeArrowheads="1"/>
          </p:cNvSpPr>
          <p:nvPr/>
        </p:nvSpPr>
        <p:spPr bwMode="auto">
          <a:xfrm>
            <a:off x="7516814" y="4776789"/>
            <a:ext cx="1481137" cy="73025"/>
          </a:xfrm>
          <a:prstGeom prst="rect">
            <a:avLst/>
          </a:prstGeom>
          <a:blipFill dpi="0" rotWithShape="0">
            <a:blip r:embed="rId2"/>
            <a:srcRect/>
            <a:tile tx="0" ty="0" sx="100000" sy="100000" flip="none" algn="tl"/>
          </a:blipFill>
          <a:ln w="14288">
            <a:solidFill>
              <a:srgbClr val="000000"/>
            </a:solidFill>
            <a:miter lim="800000"/>
            <a:headEnd/>
            <a:tailEnd/>
          </a:ln>
        </p:spPr>
        <p:txBody>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2883" name="Rectangle 35"/>
          <p:cNvSpPr>
            <a:spLocks noChangeArrowheads="1"/>
          </p:cNvSpPr>
          <p:nvPr/>
        </p:nvSpPr>
        <p:spPr bwMode="auto">
          <a:xfrm>
            <a:off x="2362200" y="595313"/>
            <a:ext cx="1016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0"/>
              </a:spcBef>
              <a:defRPr>
                <a:solidFill>
                  <a:schemeClr val="tx1"/>
                </a:solidFill>
                <a:latin typeface="Arial" panose="020B0604020202020204" pitchFamily="34" charset="0"/>
                <a:ea typeface="宋体" panose="02010600030101010101" pitchFamily="2" charset="-122"/>
              </a:defRPr>
            </a:lvl1pPr>
            <a:lvl2pPr marL="571500" defTabSz="762000">
              <a:spcBef>
                <a:spcPct val="0"/>
              </a:spcBef>
              <a:defRPr>
                <a:solidFill>
                  <a:schemeClr val="tx1"/>
                </a:solidFill>
                <a:latin typeface="Arial" panose="020B0604020202020204" pitchFamily="34" charset="0"/>
                <a:ea typeface="宋体" panose="02010600030101010101" pitchFamily="2" charset="-122"/>
              </a:defRPr>
            </a:lvl2pPr>
            <a:lvl3pPr marL="1143000" defTabSz="762000">
              <a:spcBef>
                <a:spcPct val="0"/>
              </a:spcBef>
              <a:defRPr>
                <a:solidFill>
                  <a:schemeClr val="tx1"/>
                </a:solidFill>
                <a:latin typeface="Arial" panose="020B0604020202020204" pitchFamily="34" charset="0"/>
                <a:ea typeface="宋体" panose="02010600030101010101" pitchFamily="2" charset="-122"/>
              </a:defRPr>
            </a:lvl3pPr>
            <a:lvl4pPr marL="1714500" defTabSz="762000">
              <a:spcBef>
                <a:spcPct val="0"/>
              </a:spcBef>
              <a:defRPr>
                <a:solidFill>
                  <a:schemeClr val="tx1"/>
                </a:solidFill>
                <a:latin typeface="Arial" panose="020B0604020202020204" pitchFamily="34" charset="0"/>
                <a:ea typeface="宋体" panose="02010600030101010101" pitchFamily="2" charset="-122"/>
              </a:defRPr>
            </a:lvl4pPr>
            <a:lvl5pPr marL="2286000" defTabSz="762000">
              <a:spcBef>
                <a:spcPct val="0"/>
              </a:spcBef>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Aft>
                <a:spcPct val="0"/>
              </a:spcAft>
            </a:pPr>
            <a:r>
              <a:rPr kumimoji="1" lang="zh-CN" altLang="en-US" sz="2000">
                <a:solidFill>
                  <a:srgbClr val="000000"/>
                </a:solidFill>
                <a:latin typeface="宋体" panose="02010600030101010101" pitchFamily="2" charset="-122"/>
              </a:rPr>
              <a:t>发送进程</a:t>
            </a:r>
          </a:p>
        </p:txBody>
      </p:sp>
      <p:sp>
        <p:nvSpPr>
          <p:cNvPr id="462884" name="Rectangle 36"/>
          <p:cNvSpPr>
            <a:spLocks noChangeArrowheads="1"/>
          </p:cNvSpPr>
          <p:nvPr/>
        </p:nvSpPr>
        <p:spPr bwMode="auto">
          <a:xfrm>
            <a:off x="8763000" y="595313"/>
            <a:ext cx="1016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0"/>
              </a:spcBef>
              <a:defRPr>
                <a:solidFill>
                  <a:schemeClr val="tx1"/>
                </a:solidFill>
                <a:latin typeface="Arial" panose="020B0604020202020204" pitchFamily="34" charset="0"/>
                <a:ea typeface="宋体" panose="02010600030101010101" pitchFamily="2" charset="-122"/>
              </a:defRPr>
            </a:lvl1pPr>
            <a:lvl2pPr marL="571500" defTabSz="762000">
              <a:spcBef>
                <a:spcPct val="0"/>
              </a:spcBef>
              <a:defRPr>
                <a:solidFill>
                  <a:schemeClr val="tx1"/>
                </a:solidFill>
                <a:latin typeface="Arial" panose="020B0604020202020204" pitchFamily="34" charset="0"/>
                <a:ea typeface="宋体" panose="02010600030101010101" pitchFamily="2" charset="-122"/>
              </a:defRPr>
            </a:lvl2pPr>
            <a:lvl3pPr marL="1143000" defTabSz="762000">
              <a:spcBef>
                <a:spcPct val="0"/>
              </a:spcBef>
              <a:defRPr>
                <a:solidFill>
                  <a:schemeClr val="tx1"/>
                </a:solidFill>
                <a:latin typeface="Arial" panose="020B0604020202020204" pitchFamily="34" charset="0"/>
                <a:ea typeface="宋体" panose="02010600030101010101" pitchFamily="2" charset="-122"/>
              </a:defRPr>
            </a:lvl3pPr>
            <a:lvl4pPr marL="1714500" defTabSz="762000">
              <a:spcBef>
                <a:spcPct val="0"/>
              </a:spcBef>
              <a:defRPr>
                <a:solidFill>
                  <a:schemeClr val="tx1"/>
                </a:solidFill>
                <a:latin typeface="Arial" panose="020B0604020202020204" pitchFamily="34" charset="0"/>
                <a:ea typeface="宋体" panose="02010600030101010101" pitchFamily="2" charset="-122"/>
              </a:defRPr>
            </a:lvl4pPr>
            <a:lvl5pPr marL="2286000" defTabSz="762000">
              <a:spcBef>
                <a:spcPct val="0"/>
              </a:spcBef>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Aft>
                <a:spcPct val="0"/>
              </a:spcAft>
            </a:pPr>
            <a:r>
              <a:rPr kumimoji="1" lang="zh-CN" altLang="en-US" sz="2000">
                <a:solidFill>
                  <a:srgbClr val="000000"/>
                </a:solidFill>
                <a:latin typeface="宋体" panose="02010600030101010101" pitchFamily="2" charset="-122"/>
              </a:rPr>
              <a:t>接收进程</a:t>
            </a:r>
          </a:p>
        </p:txBody>
      </p:sp>
      <p:sp>
        <p:nvSpPr>
          <p:cNvPr id="463277" name="Line 429"/>
          <p:cNvSpPr>
            <a:spLocks noChangeShapeType="1"/>
          </p:cNvSpPr>
          <p:nvPr/>
        </p:nvSpPr>
        <p:spPr bwMode="auto">
          <a:xfrm>
            <a:off x="8621714" y="2808289"/>
            <a:ext cx="3175" cy="1587"/>
          </a:xfrm>
          <a:prstGeom prst="line">
            <a:avLst/>
          </a:prstGeom>
          <a:noFill/>
          <a:ln w="14288">
            <a:solidFill>
              <a:srgbClr val="FF9933"/>
            </a:solidFill>
            <a:round/>
            <a:headEnd/>
            <a:tailEnd/>
          </a:ln>
          <a:extLst>
            <a:ext uri="{909E8E84-426E-40DD-AFC4-6F175D3DCCD1}">
              <a14:hiddenFill xmlns:a14="http://schemas.microsoft.com/office/drawing/2010/main">
                <a:noFill/>
              </a14:hiddenFill>
            </a:ext>
          </a:extLst>
        </p:spPr>
        <p:txBody>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3281" name="Rectangle 433"/>
          <p:cNvSpPr>
            <a:spLocks noChangeArrowheads="1"/>
          </p:cNvSpPr>
          <p:nvPr/>
        </p:nvSpPr>
        <p:spPr bwMode="auto">
          <a:xfrm>
            <a:off x="4297364" y="4111626"/>
            <a:ext cx="1068387" cy="517525"/>
          </a:xfrm>
          <a:prstGeom prst="rect">
            <a:avLst/>
          </a:prstGeom>
          <a:solidFill>
            <a:srgbClr val="FFCCFF"/>
          </a:solidFill>
          <a:ln w="14288">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3282" name="Rectangle 434"/>
          <p:cNvSpPr>
            <a:spLocks noChangeArrowheads="1"/>
          </p:cNvSpPr>
          <p:nvPr/>
        </p:nvSpPr>
        <p:spPr bwMode="auto">
          <a:xfrm>
            <a:off x="4549775" y="4268788"/>
            <a:ext cx="5715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0"/>
              </a:spcBef>
              <a:defRPr>
                <a:solidFill>
                  <a:schemeClr val="tx1"/>
                </a:solidFill>
                <a:latin typeface="Arial" panose="020B0604020202020204" pitchFamily="34" charset="0"/>
                <a:ea typeface="宋体" panose="02010600030101010101" pitchFamily="2" charset="-122"/>
              </a:defRPr>
            </a:lvl1pPr>
            <a:lvl2pPr marL="571500" defTabSz="762000">
              <a:spcBef>
                <a:spcPct val="0"/>
              </a:spcBef>
              <a:defRPr>
                <a:solidFill>
                  <a:schemeClr val="tx1"/>
                </a:solidFill>
                <a:latin typeface="Arial" panose="020B0604020202020204" pitchFamily="34" charset="0"/>
                <a:ea typeface="宋体" panose="02010600030101010101" pitchFamily="2" charset="-122"/>
              </a:defRPr>
            </a:lvl2pPr>
            <a:lvl3pPr marL="1143000" defTabSz="762000">
              <a:spcBef>
                <a:spcPct val="0"/>
              </a:spcBef>
              <a:defRPr>
                <a:solidFill>
                  <a:schemeClr val="tx1"/>
                </a:solidFill>
                <a:latin typeface="Arial" panose="020B0604020202020204" pitchFamily="34" charset="0"/>
                <a:ea typeface="宋体" panose="02010600030101010101" pitchFamily="2" charset="-122"/>
              </a:defRPr>
            </a:lvl3pPr>
            <a:lvl4pPr marL="1714500" defTabSz="762000">
              <a:spcBef>
                <a:spcPct val="0"/>
              </a:spcBef>
              <a:defRPr>
                <a:solidFill>
                  <a:schemeClr val="tx1"/>
                </a:solidFill>
                <a:latin typeface="Arial" panose="020B0604020202020204" pitchFamily="34" charset="0"/>
                <a:ea typeface="宋体" panose="02010600030101010101" pitchFamily="2" charset="-122"/>
              </a:defRPr>
            </a:lvl4pPr>
            <a:lvl5pPr marL="2286000" defTabSz="762000">
              <a:spcBef>
                <a:spcPct val="0"/>
              </a:spcBef>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Aft>
                <a:spcPct val="0"/>
              </a:spcAft>
            </a:pPr>
            <a:r>
              <a:rPr kumimoji="1" lang="zh-CN" altLang="en-US" sz="1500">
                <a:solidFill>
                  <a:srgbClr val="000000"/>
                </a:solidFill>
                <a:latin typeface="宋体" panose="02010600030101010101" pitchFamily="2" charset="-122"/>
              </a:rPr>
              <a:t>物理层</a:t>
            </a:r>
            <a:endParaRPr kumimoji="1" lang="zh-CN" altLang="en-US">
              <a:solidFill>
                <a:srgbClr val="CCCCFF"/>
              </a:solidFill>
              <a:latin typeface="楷体_GB2312" pitchFamily="49" charset="-122"/>
              <a:ea typeface="楷体_GB2312" pitchFamily="49" charset="-122"/>
            </a:endParaRPr>
          </a:p>
        </p:txBody>
      </p:sp>
      <p:sp>
        <p:nvSpPr>
          <p:cNvPr id="463283" name="Rectangle 435"/>
          <p:cNvSpPr>
            <a:spLocks noChangeArrowheads="1"/>
          </p:cNvSpPr>
          <p:nvPr/>
        </p:nvSpPr>
        <p:spPr bwMode="auto">
          <a:xfrm>
            <a:off x="4297364" y="3594101"/>
            <a:ext cx="1068387" cy="517525"/>
          </a:xfrm>
          <a:prstGeom prst="rect">
            <a:avLst/>
          </a:prstGeom>
          <a:solidFill>
            <a:srgbClr val="FFCCFF"/>
          </a:solidFill>
          <a:ln w="14288">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3284" name="Rectangle 436"/>
          <p:cNvSpPr>
            <a:spLocks noChangeArrowheads="1"/>
          </p:cNvSpPr>
          <p:nvPr/>
        </p:nvSpPr>
        <p:spPr bwMode="auto">
          <a:xfrm>
            <a:off x="4503738" y="3641725"/>
            <a:ext cx="6667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0"/>
              </a:spcBef>
              <a:defRPr>
                <a:solidFill>
                  <a:schemeClr val="tx1"/>
                </a:solidFill>
                <a:latin typeface="Arial" panose="020B0604020202020204" pitchFamily="34" charset="0"/>
                <a:ea typeface="宋体" panose="02010600030101010101" pitchFamily="2" charset="-122"/>
              </a:defRPr>
            </a:lvl1pPr>
            <a:lvl2pPr marL="571500" defTabSz="762000">
              <a:spcBef>
                <a:spcPct val="0"/>
              </a:spcBef>
              <a:defRPr>
                <a:solidFill>
                  <a:schemeClr val="tx1"/>
                </a:solidFill>
                <a:latin typeface="Arial" panose="020B0604020202020204" pitchFamily="34" charset="0"/>
                <a:ea typeface="宋体" panose="02010600030101010101" pitchFamily="2" charset="-122"/>
              </a:defRPr>
            </a:lvl2pPr>
            <a:lvl3pPr marL="1143000" defTabSz="762000">
              <a:spcBef>
                <a:spcPct val="0"/>
              </a:spcBef>
              <a:defRPr>
                <a:solidFill>
                  <a:schemeClr val="tx1"/>
                </a:solidFill>
                <a:latin typeface="Arial" panose="020B0604020202020204" pitchFamily="34" charset="0"/>
                <a:ea typeface="宋体" panose="02010600030101010101" pitchFamily="2" charset="-122"/>
              </a:defRPr>
            </a:lvl3pPr>
            <a:lvl4pPr marL="1714500" defTabSz="762000">
              <a:spcBef>
                <a:spcPct val="0"/>
              </a:spcBef>
              <a:defRPr>
                <a:solidFill>
                  <a:schemeClr val="tx1"/>
                </a:solidFill>
                <a:latin typeface="Arial" panose="020B0604020202020204" pitchFamily="34" charset="0"/>
                <a:ea typeface="宋体" panose="02010600030101010101" pitchFamily="2" charset="-122"/>
              </a:defRPr>
            </a:lvl4pPr>
            <a:lvl5pPr marL="2286000" defTabSz="762000">
              <a:spcBef>
                <a:spcPct val="0"/>
              </a:spcBef>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Aft>
                <a:spcPct val="0"/>
              </a:spcAft>
            </a:pPr>
            <a:r>
              <a:rPr kumimoji="1" lang="en-US" altLang="zh-CN" sz="1500">
                <a:solidFill>
                  <a:srgbClr val="000000"/>
                </a:solidFill>
                <a:latin typeface="宋体" panose="02010600030101010101" pitchFamily="2" charset="-122"/>
              </a:rPr>
              <a:t> </a:t>
            </a:r>
            <a:r>
              <a:rPr kumimoji="1" lang="zh-CN" altLang="en-US" sz="1500">
                <a:solidFill>
                  <a:srgbClr val="000000"/>
                </a:solidFill>
                <a:latin typeface="宋体" panose="02010600030101010101" pitchFamily="2" charset="-122"/>
              </a:rPr>
              <a:t>数据链</a:t>
            </a:r>
            <a:endParaRPr kumimoji="1" lang="zh-CN" altLang="en-US">
              <a:solidFill>
                <a:srgbClr val="CCCCFF"/>
              </a:solidFill>
              <a:latin typeface="楷体_GB2312" pitchFamily="49" charset="-122"/>
              <a:ea typeface="楷体_GB2312" pitchFamily="49" charset="-122"/>
            </a:endParaRPr>
          </a:p>
        </p:txBody>
      </p:sp>
      <p:sp>
        <p:nvSpPr>
          <p:cNvPr id="463285" name="Rectangle 437"/>
          <p:cNvSpPr>
            <a:spLocks noChangeArrowheads="1"/>
          </p:cNvSpPr>
          <p:nvPr/>
        </p:nvSpPr>
        <p:spPr bwMode="auto">
          <a:xfrm>
            <a:off x="4646613" y="3860800"/>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0"/>
              </a:spcBef>
              <a:defRPr>
                <a:solidFill>
                  <a:schemeClr val="tx1"/>
                </a:solidFill>
                <a:latin typeface="Arial" panose="020B0604020202020204" pitchFamily="34" charset="0"/>
                <a:ea typeface="宋体" panose="02010600030101010101" pitchFamily="2" charset="-122"/>
              </a:defRPr>
            </a:lvl1pPr>
            <a:lvl2pPr marL="571500" defTabSz="762000">
              <a:spcBef>
                <a:spcPct val="0"/>
              </a:spcBef>
              <a:defRPr>
                <a:solidFill>
                  <a:schemeClr val="tx1"/>
                </a:solidFill>
                <a:latin typeface="Arial" panose="020B0604020202020204" pitchFamily="34" charset="0"/>
                <a:ea typeface="宋体" panose="02010600030101010101" pitchFamily="2" charset="-122"/>
              </a:defRPr>
            </a:lvl2pPr>
            <a:lvl3pPr marL="1143000" defTabSz="762000">
              <a:spcBef>
                <a:spcPct val="0"/>
              </a:spcBef>
              <a:defRPr>
                <a:solidFill>
                  <a:schemeClr val="tx1"/>
                </a:solidFill>
                <a:latin typeface="Arial" panose="020B0604020202020204" pitchFamily="34" charset="0"/>
                <a:ea typeface="宋体" panose="02010600030101010101" pitchFamily="2" charset="-122"/>
              </a:defRPr>
            </a:lvl3pPr>
            <a:lvl4pPr marL="1714500" defTabSz="762000">
              <a:spcBef>
                <a:spcPct val="0"/>
              </a:spcBef>
              <a:defRPr>
                <a:solidFill>
                  <a:schemeClr val="tx1"/>
                </a:solidFill>
                <a:latin typeface="Arial" panose="020B0604020202020204" pitchFamily="34" charset="0"/>
                <a:ea typeface="宋体" panose="02010600030101010101" pitchFamily="2" charset="-122"/>
              </a:defRPr>
            </a:lvl4pPr>
            <a:lvl5pPr marL="2286000" defTabSz="762000">
              <a:spcBef>
                <a:spcPct val="0"/>
              </a:spcBef>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Aft>
                <a:spcPct val="0"/>
              </a:spcAft>
            </a:pPr>
            <a:r>
              <a:rPr kumimoji="1" lang="zh-CN" altLang="en-US" sz="1500">
                <a:solidFill>
                  <a:srgbClr val="000000"/>
                </a:solidFill>
                <a:latin typeface="宋体" panose="02010600030101010101" pitchFamily="2" charset="-122"/>
              </a:rPr>
              <a:t>路层</a:t>
            </a:r>
            <a:endParaRPr kumimoji="1" lang="zh-CN" altLang="en-US">
              <a:solidFill>
                <a:srgbClr val="CCCCFF"/>
              </a:solidFill>
              <a:latin typeface="楷体_GB2312" pitchFamily="49" charset="-122"/>
              <a:ea typeface="楷体_GB2312" pitchFamily="49" charset="-122"/>
            </a:endParaRPr>
          </a:p>
        </p:txBody>
      </p:sp>
      <p:sp>
        <p:nvSpPr>
          <p:cNvPr id="463286" name="Rectangle 438"/>
          <p:cNvSpPr>
            <a:spLocks noChangeArrowheads="1"/>
          </p:cNvSpPr>
          <p:nvPr/>
        </p:nvSpPr>
        <p:spPr bwMode="auto">
          <a:xfrm>
            <a:off x="4297364" y="3076576"/>
            <a:ext cx="1068387" cy="517525"/>
          </a:xfrm>
          <a:prstGeom prst="rect">
            <a:avLst/>
          </a:prstGeom>
          <a:solidFill>
            <a:srgbClr val="FFCCFF"/>
          </a:solidFill>
          <a:ln w="14288">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3287" name="Rectangle 439"/>
          <p:cNvSpPr>
            <a:spLocks noChangeArrowheads="1"/>
          </p:cNvSpPr>
          <p:nvPr/>
        </p:nvSpPr>
        <p:spPr bwMode="auto">
          <a:xfrm>
            <a:off x="4549775" y="3235325"/>
            <a:ext cx="5715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0"/>
              </a:spcBef>
              <a:defRPr>
                <a:solidFill>
                  <a:schemeClr val="tx1"/>
                </a:solidFill>
                <a:latin typeface="Arial" panose="020B0604020202020204" pitchFamily="34" charset="0"/>
                <a:ea typeface="宋体" panose="02010600030101010101" pitchFamily="2" charset="-122"/>
              </a:defRPr>
            </a:lvl1pPr>
            <a:lvl2pPr marL="571500" defTabSz="762000">
              <a:spcBef>
                <a:spcPct val="0"/>
              </a:spcBef>
              <a:defRPr>
                <a:solidFill>
                  <a:schemeClr val="tx1"/>
                </a:solidFill>
                <a:latin typeface="Arial" panose="020B0604020202020204" pitchFamily="34" charset="0"/>
                <a:ea typeface="宋体" panose="02010600030101010101" pitchFamily="2" charset="-122"/>
              </a:defRPr>
            </a:lvl2pPr>
            <a:lvl3pPr marL="1143000" defTabSz="762000">
              <a:spcBef>
                <a:spcPct val="0"/>
              </a:spcBef>
              <a:defRPr>
                <a:solidFill>
                  <a:schemeClr val="tx1"/>
                </a:solidFill>
                <a:latin typeface="Arial" panose="020B0604020202020204" pitchFamily="34" charset="0"/>
                <a:ea typeface="宋体" panose="02010600030101010101" pitchFamily="2" charset="-122"/>
              </a:defRPr>
            </a:lvl3pPr>
            <a:lvl4pPr marL="1714500" defTabSz="762000">
              <a:spcBef>
                <a:spcPct val="0"/>
              </a:spcBef>
              <a:defRPr>
                <a:solidFill>
                  <a:schemeClr val="tx1"/>
                </a:solidFill>
                <a:latin typeface="Arial" panose="020B0604020202020204" pitchFamily="34" charset="0"/>
                <a:ea typeface="宋体" panose="02010600030101010101" pitchFamily="2" charset="-122"/>
              </a:defRPr>
            </a:lvl4pPr>
            <a:lvl5pPr marL="2286000" defTabSz="762000">
              <a:spcBef>
                <a:spcPct val="0"/>
              </a:spcBef>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Aft>
                <a:spcPct val="0"/>
              </a:spcAft>
            </a:pPr>
            <a:r>
              <a:rPr kumimoji="1" lang="zh-CN" altLang="en-US" sz="1500">
                <a:solidFill>
                  <a:srgbClr val="000000"/>
                </a:solidFill>
                <a:latin typeface="宋体" panose="02010600030101010101" pitchFamily="2" charset="-122"/>
              </a:rPr>
              <a:t>网络层</a:t>
            </a:r>
            <a:endParaRPr kumimoji="1" lang="zh-CN" altLang="en-US">
              <a:solidFill>
                <a:srgbClr val="CCCCFF"/>
              </a:solidFill>
              <a:latin typeface="楷体_GB2312" pitchFamily="49" charset="-122"/>
              <a:ea typeface="楷体_GB2312" pitchFamily="49" charset="-122"/>
            </a:endParaRPr>
          </a:p>
        </p:txBody>
      </p:sp>
      <p:sp>
        <p:nvSpPr>
          <p:cNvPr id="463288" name="Line 440"/>
          <p:cNvSpPr>
            <a:spLocks noChangeShapeType="1"/>
          </p:cNvSpPr>
          <p:nvPr/>
        </p:nvSpPr>
        <p:spPr bwMode="auto">
          <a:xfrm>
            <a:off x="4167188" y="4362450"/>
            <a:ext cx="25400" cy="1588"/>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3289" name="Rectangle 441"/>
          <p:cNvSpPr>
            <a:spLocks noChangeArrowheads="1"/>
          </p:cNvSpPr>
          <p:nvPr/>
        </p:nvSpPr>
        <p:spPr bwMode="auto">
          <a:xfrm>
            <a:off x="2641600" y="277813"/>
            <a:ext cx="635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0"/>
              </a:spcBef>
              <a:defRPr>
                <a:solidFill>
                  <a:schemeClr val="tx1"/>
                </a:solidFill>
                <a:latin typeface="Arial" panose="020B0604020202020204" pitchFamily="34" charset="0"/>
                <a:ea typeface="宋体" panose="02010600030101010101" pitchFamily="2" charset="-122"/>
              </a:defRPr>
            </a:lvl1pPr>
            <a:lvl2pPr marL="571500" defTabSz="762000">
              <a:spcBef>
                <a:spcPct val="0"/>
              </a:spcBef>
              <a:defRPr>
                <a:solidFill>
                  <a:schemeClr val="tx1"/>
                </a:solidFill>
                <a:latin typeface="Arial" panose="020B0604020202020204" pitchFamily="34" charset="0"/>
                <a:ea typeface="宋体" panose="02010600030101010101" pitchFamily="2" charset="-122"/>
              </a:defRPr>
            </a:lvl2pPr>
            <a:lvl3pPr marL="1143000" defTabSz="762000">
              <a:spcBef>
                <a:spcPct val="0"/>
              </a:spcBef>
              <a:defRPr>
                <a:solidFill>
                  <a:schemeClr val="tx1"/>
                </a:solidFill>
                <a:latin typeface="Arial" panose="020B0604020202020204" pitchFamily="34" charset="0"/>
                <a:ea typeface="宋体" panose="02010600030101010101" pitchFamily="2" charset="-122"/>
              </a:defRPr>
            </a:lvl3pPr>
            <a:lvl4pPr marL="1714500" defTabSz="762000">
              <a:spcBef>
                <a:spcPct val="0"/>
              </a:spcBef>
              <a:defRPr>
                <a:solidFill>
                  <a:schemeClr val="tx1"/>
                </a:solidFill>
                <a:latin typeface="Arial" panose="020B0604020202020204" pitchFamily="34" charset="0"/>
                <a:ea typeface="宋体" panose="02010600030101010101" pitchFamily="2" charset="-122"/>
              </a:defRPr>
            </a:lvl4pPr>
            <a:lvl5pPr marL="2286000" defTabSz="762000">
              <a:spcBef>
                <a:spcPct val="0"/>
              </a:spcBef>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Aft>
                <a:spcPct val="0"/>
              </a:spcAft>
            </a:pPr>
            <a:r>
              <a:rPr kumimoji="1" lang="zh-CN" altLang="en-US" sz="2000">
                <a:solidFill>
                  <a:srgbClr val="000000"/>
                </a:solidFill>
                <a:latin typeface="宋体" panose="02010600030101010101" pitchFamily="2" charset="-122"/>
              </a:rPr>
              <a:t>主机</a:t>
            </a:r>
            <a:r>
              <a:rPr kumimoji="1" lang="en-US" altLang="zh-CN" sz="2000">
                <a:solidFill>
                  <a:srgbClr val="000000"/>
                </a:solidFill>
                <a:latin typeface="宋体" panose="02010600030101010101" pitchFamily="2" charset="-122"/>
              </a:rPr>
              <a:t>A</a:t>
            </a:r>
          </a:p>
        </p:txBody>
      </p:sp>
      <p:sp>
        <p:nvSpPr>
          <p:cNvPr id="463290" name="Rectangle 442"/>
          <p:cNvSpPr>
            <a:spLocks noChangeArrowheads="1"/>
          </p:cNvSpPr>
          <p:nvPr/>
        </p:nvSpPr>
        <p:spPr bwMode="auto">
          <a:xfrm>
            <a:off x="8991600" y="354013"/>
            <a:ext cx="762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0"/>
              </a:spcBef>
              <a:defRPr>
                <a:solidFill>
                  <a:schemeClr val="tx1"/>
                </a:solidFill>
                <a:latin typeface="Arial" panose="020B0604020202020204" pitchFamily="34" charset="0"/>
                <a:ea typeface="宋体" panose="02010600030101010101" pitchFamily="2" charset="-122"/>
              </a:defRPr>
            </a:lvl1pPr>
            <a:lvl2pPr marL="571500" defTabSz="762000">
              <a:spcBef>
                <a:spcPct val="0"/>
              </a:spcBef>
              <a:defRPr>
                <a:solidFill>
                  <a:schemeClr val="tx1"/>
                </a:solidFill>
                <a:latin typeface="Arial" panose="020B0604020202020204" pitchFamily="34" charset="0"/>
                <a:ea typeface="宋体" panose="02010600030101010101" pitchFamily="2" charset="-122"/>
              </a:defRPr>
            </a:lvl2pPr>
            <a:lvl3pPr marL="1143000" defTabSz="762000">
              <a:spcBef>
                <a:spcPct val="0"/>
              </a:spcBef>
              <a:defRPr>
                <a:solidFill>
                  <a:schemeClr val="tx1"/>
                </a:solidFill>
                <a:latin typeface="Arial" panose="020B0604020202020204" pitchFamily="34" charset="0"/>
                <a:ea typeface="宋体" panose="02010600030101010101" pitchFamily="2" charset="-122"/>
              </a:defRPr>
            </a:lvl3pPr>
            <a:lvl4pPr marL="1714500" defTabSz="762000">
              <a:spcBef>
                <a:spcPct val="0"/>
              </a:spcBef>
              <a:defRPr>
                <a:solidFill>
                  <a:schemeClr val="tx1"/>
                </a:solidFill>
                <a:latin typeface="Arial" panose="020B0604020202020204" pitchFamily="34" charset="0"/>
                <a:ea typeface="宋体" panose="02010600030101010101" pitchFamily="2" charset="-122"/>
              </a:defRPr>
            </a:lvl4pPr>
            <a:lvl5pPr marL="2286000" defTabSz="762000">
              <a:spcBef>
                <a:spcPct val="0"/>
              </a:spcBef>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Aft>
                <a:spcPct val="0"/>
              </a:spcAft>
            </a:pPr>
            <a:r>
              <a:rPr kumimoji="1" lang="zh-CN" altLang="en-US" sz="2000">
                <a:solidFill>
                  <a:srgbClr val="000000"/>
                </a:solidFill>
                <a:latin typeface="宋体" panose="02010600030101010101" pitchFamily="2" charset="-122"/>
              </a:rPr>
              <a:t>主机</a:t>
            </a:r>
            <a:r>
              <a:rPr kumimoji="1" lang="en-US" altLang="zh-CN" sz="2000">
                <a:solidFill>
                  <a:srgbClr val="000000"/>
                </a:solidFill>
                <a:latin typeface="宋体" panose="02010600030101010101" pitchFamily="2" charset="-122"/>
              </a:rPr>
              <a:t>B </a:t>
            </a:r>
            <a:endParaRPr kumimoji="1" lang="en-US" altLang="zh-CN">
              <a:solidFill>
                <a:srgbClr val="000000"/>
              </a:solidFill>
              <a:latin typeface="宋体" panose="02010600030101010101" pitchFamily="2" charset="-122"/>
            </a:endParaRPr>
          </a:p>
        </p:txBody>
      </p:sp>
      <p:sp>
        <p:nvSpPr>
          <p:cNvPr id="463291" name="Rectangle 443"/>
          <p:cNvSpPr>
            <a:spLocks noChangeArrowheads="1"/>
          </p:cNvSpPr>
          <p:nvPr/>
        </p:nvSpPr>
        <p:spPr bwMode="auto">
          <a:xfrm>
            <a:off x="6934200" y="4830764"/>
            <a:ext cx="6858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0"/>
              </a:spcBef>
              <a:defRPr>
                <a:solidFill>
                  <a:schemeClr val="tx1"/>
                </a:solidFill>
                <a:latin typeface="Arial" panose="020B0604020202020204" pitchFamily="34" charset="0"/>
                <a:ea typeface="宋体" panose="02010600030101010101" pitchFamily="2" charset="-122"/>
              </a:defRPr>
            </a:lvl1pPr>
            <a:lvl2pPr marL="571500" defTabSz="762000">
              <a:spcBef>
                <a:spcPct val="0"/>
              </a:spcBef>
              <a:defRPr>
                <a:solidFill>
                  <a:schemeClr val="tx1"/>
                </a:solidFill>
                <a:latin typeface="Arial" panose="020B0604020202020204" pitchFamily="34" charset="0"/>
                <a:ea typeface="宋体" panose="02010600030101010101" pitchFamily="2" charset="-122"/>
              </a:defRPr>
            </a:lvl2pPr>
            <a:lvl3pPr marL="1143000" defTabSz="762000">
              <a:spcBef>
                <a:spcPct val="0"/>
              </a:spcBef>
              <a:defRPr>
                <a:solidFill>
                  <a:schemeClr val="tx1"/>
                </a:solidFill>
                <a:latin typeface="Arial" panose="020B0604020202020204" pitchFamily="34" charset="0"/>
                <a:ea typeface="宋体" panose="02010600030101010101" pitchFamily="2" charset="-122"/>
              </a:defRPr>
            </a:lvl3pPr>
            <a:lvl4pPr marL="1714500" defTabSz="762000">
              <a:spcBef>
                <a:spcPct val="0"/>
              </a:spcBef>
              <a:defRPr>
                <a:solidFill>
                  <a:schemeClr val="tx1"/>
                </a:solidFill>
                <a:latin typeface="Arial" panose="020B0604020202020204" pitchFamily="34" charset="0"/>
                <a:ea typeface="宋体" panose="02010600030101010101" pitchFamily="2" charset="-122"/>
              </a:defRPr>
            </a:lvl4pPr>
            <a:lvl5pPr marL="2286000" defTabSz="762000">
              <a:spcBef>
                <a:spcPct val="0"/>
              </a:spcBef>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Aft>
                <a:spcPct val="0"/>
              </a:spcAft>
            </a:pPr>
            <a:r>
              <a:rPr kumimoji="1" lang="zh-CN" altLang="en-US">
                <a:solidFill>
                  <a:srgbClr val="000000"/>
                </a:solidFill>
                <a:latin typeface="宋体" panose="02010600030101010101" pitchFamily="2" charset="-122"/>
              </a:rPr>
              <a:t>路由器</a:t>
            </a:r>
          </a:p>
        </p:txBody>
      </p:sp>
      <p:sp>
        <p:nvSpPr>
          <p:cNvPr id="463292" name="Rectangle 444"/>
          <p:cNvSpPr>
            <a:spLocks noChangeArrowheads="1"/>
          </p:cNvSpPr>
          <p:nvPr/>
        </p:nvSpPr>
        <p:spPr bwMode="auto">
          <a:xfrm>
            <a:off x="4541838" y="4832350"/>
            <a:ext cx="6858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Lst>
        </p:spPr>
        <p:txBody>
          <a:bodyPr wrap="none" lIns="0" tIns="0" rIns="0" bIns="0">
            <a:spAutoFit/>
          </a:bodyPr>
          <a:lstStyle>
            <a:lvl1pPr defTabSz="762000">
              <a:spcBef>
                <a:spcPct val="0"/>
              </a:spcBef>
              <a:defRPr>
                <a:solidFill>
                  <a:schemeClr val="tx1"/>
                </a:solidFill>
                <a:latin typeface="Arial" panose="020B0604020202020204" pitchFamily="34" charset="0"/>
                <a:ea typeface="宋体" panose="02010600030101010101" pitchFamily="2" charset="-122"/>
              </a:defRPr>
            </a:lvl1pPr>
            <a:lvl2pPr marL="571500" defTabSz="762000">
              <a:spcBef>
                <a:spcPct val="0"/>
              </a:spcBef>
              <a:defRPr>
                <a:solidFill>
                  <a:schemeClr val="tx1"/>
                </a:solidFill>
                <a:latin typeface="Arial" panose="020B0604020202020204" pitchFamily="34" charset="0"/>
                <a:ea typeface="宋体" panose="02010600030101010101" pitchFamily="2" charset="-122"/>
              </a:defRPr>
            </a:lvl2pPr>
            <a:lvl3pPr marL="1143000" defTabSz="762000">
              <a:spcBef>
                <a:spcPct val="0"/>
              </a:spcBef>
              <a:defRPr>
                <a:solidFill>
                  <a:schemeClr val="tx1"/>
                </a:solidFill>
                <a:latin typeface="Arial" panose="020B0604020202020204" pitchFamily="34" charset="0"/>
                <a:ea typeface="宋体" panose="02010600030101010101" pitchFamily="2" charset="-122"/>
              </a:defRPr>
            </a:lvl3pPr>
            <a:lvl4pPr marL="1714500" defTabSz="762000">
              <a:spcBef>
                <a:spcPct val="0"/>
              </a:spcBef>
              <a:defRPr>
                <a:solidFill>
                  <a:schemeClr val="tx1"/>
                </a:solidFill>
                <a:latin typeface="Arial" panose="020B0604020202020204" pitchFamily="34" charset="0"/>
                <a:ea typeface="宋体" panose="02010600030101010101" pitchFamily="2" charset="-122"/>
              </a:defRPr>
            </a:lvl4pPr>
            <a:lvl5pPr marL="2286000" defTabSz="762000">
              <a:spcBef>
                <a:spcPct val="0"/>
              </a:spcBef>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Aft>
                <a:spcPct val="0"/>
              </a:spcAft>
            </a:pPr>
            <a:r>
              <a:rPr kumimoji="1" lang="zh-CN" altLang="en-US">
                <a:solidFill>
                  <a:srgbClr val="000000"/>
                </a:solidFill>
                <a:latin typeface="宋体" panose="02010600030101010101" pitchFamily="2" charset="-122"/>
              </a:rPr>
              <a:t>路由器</a:t>
            </a:r>
          </a:p>
        </p:txBody>
      </p:sp>
      <p:sp>
        <p:nvSpPr>
          <p:cNvPr id="463293" name="Rectangle 445"/>
          <p:cNvSpPr>
            <a:spLocks noChangeArrowheads="1"/>
          </p:cNvSpPr>
          <p:nvPr/>
        </p:nvSpPr>
        <p:spPr bwMode="auto">
          <a:xfrm>
            <a:off x="6754813" y="4106864"/>
            <a:ext cx="1066800" cy="517525"/>
          </a:xfrm>
          <a:prstGeom prst="rect">
            <a:avLst/>
          </a:prstGeom>
          <a:solidFill>
            <a:srgbClr val="FFCCFF"/>
          </a:solidFill>
          <a:ln w="14288">
            <a:solidFill>
              <a:srgbClr val="000000"/>
            </a:solidFill>
            <a:miter lim="800000"/>
            <a:headEnd/>
            <a:tailEnd/>
          </a:ln>
        </p:spPr>
        <p:txBody>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3294" name="Rectangle 446"/>
          <p:cNvSpPr>
            <a:spLocks noChangeArrowheads="1"/>
          </p:cNvSpPr>
          <p:nvPr/>
        </p:nvSpPr>
        <p:spPr bwMode="auto">
          <a:xfrm>
            <a:off x="7005639" y="4264025"/>
            <a:ext cx="57708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0"/>
              </a:spcBef>
              <a:defRPr>
                <a:solidFill>
                  <a:schemeClr val="tx1"/>
                </a:solidFill>
                <a:latin typeface="Arial" panose="020B0604020202020204" pitchFamily="34" charset="0"/>
                <a:ea typeface="宋体" panose="02010600030101010101" pitchFamily="2" charset="-122"/>
              </a:defRPr>
            </a:lvl1pPr>
            <a:lvl2pPr marL="571500" defTabSz="762000">
              <a:spcBef>
                <a:spcPct val="0"/>
              </a:spcBef>
              <a:defRPr>
                <a:solidFill>
                  <a:schemeClr val="tx1"/>
                </a:solidFill>
                <a:latin typeface="Arial" panose="020B0604020202020204" pitchFamily="34" charset="0"/>
                <a:ea typeface="宋体" panose="02010600030101010101" pitchFamily="2" charset="-122"/>
              </a:defRPr>
            </a:lvl2pPr>
            <a:lvl3pPr marL="1143000" defTabSz="762000">
              <a:spcBef>
                <a:spcPct val="0"/>
              </a:spcBef>
              <a:defRPr>
                <a:solidFill>
                  <a:schemeClr val="tx1"/>
                </a:solidFill>
                <a:latin typeface="Arial" panose="020B0604020202020204" pitchFamily="34" charset="0"/>
                <a:ea typeface="宋体" panose="02010600030101010101" pitchFamily="2" charset="-122"/>
              </a:defRPr>
            </a:lvl3pPr>
            <a:lvl4pPr marL="1714500" defTabSz="762000">
              <a:spcBef>
                <a:spcPct val="0"/>
              </a:spcBef>
              <a:defRPr>
                <a:solidFill>
                  <a:schemeClr val="tx1"/>
                </a:solidFill>
                <a:latin typeface="Arial" panose="020B0604020202020204" pitchFamily="34" charset="0"/>
                <a:ea typeface="宋体" panose="02010600030101010101" pitchFamily="2" charset="-122"/>
              </a:defRPr>
            </a:lvl4pPr>
            <a:lvl5pPr marL="2286000" defTabSz="762000">
              <a:spcBef>
                <a:spcPct val="0"/>
              </a:spcBef>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Aft>
                <a:spcPct val="0"/>
              </a:spcAft>
            </a:pPr>
            <a:r>
              <a:rPr kumimoji="1" lang="zh-CN" altLang="en-US" sz="1500">
                <a:solidFill>
                  <a:srgbClr val="000000"/>
                </a:solidFill>
                <a:latin typeface="宋体" panose="02010600030101010101" pitchFamily="2" charset="-122"/>
              </a:rPr>
              <a:t>物理层</a:t>
            </a:r>
            <a:endParaRPr kumimoji="1" lang="zh-CN" altLang="en-US">
              <a:solidFill>
                <a:srgbClr val="CCCCFF"/>
              </a:solidFill>
              <a:latin typeface="楷体_GB2312" pitchFamily="49" charset="-122"/>
              <a:ea typeface="楷体_GB2312" pitchFamily="49" charset="-122"/>
            </a:endParaRPr>
          </a:p>
        </p:txBody>
      </p:sp>
      <p:sp>
        <p:nvSpPr>
          <p:cNvPr id="463295" name="Rectangle 447"/>
          <p:cNvSpPr>
            <a:spLocks noChangeArrowheads="1"/>
          </p:cNvSpPr>
          <p:nvPr/>
        </p:nvSpPr>
        <p:spPr bwMode="auto">
          <a:xfrm>
            <a:off x="6754813" y="3589339"/>
            <a:ext cx="1066800" cy="517525"/>
          </a:xfrm>
          <a:prstGeom prst="rect">
            <a:avLst/>
          </a:prstGeom>
          <a:solidFill>
            <a:srgbClr val="FFCCFF"/>
          </a:solidFill>
          <a:ln w="14288">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3296" name="Rectangle 448"/>
          <p:cNvSpPr>
            <a:spLocks noChangeArrowheads="1"/>
          </p:cNvSpPr>
          <p:nvPr/>
        </p:nvSpPr>
        <p:spPr bwMode="auto">
          <a:xfrm>
            <a:off x="6958014" y="3636963"/>
            <a:ext cx="67326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0"/>
              </a:spcBef>
              <a:defRPr>
                <a:solidFill>
                  <a:schemeClr val="tx1"/>
                </a:solidFill>
                <a:latin typeface="Arial" panose="020B0604020202020204" pitchFamily="34" charset="0"/>
                <a:ea typeface="宋体" panose="02010600030101010101" pitchFamily="2" charset="-122"/>
              </a:defRPr>
            </a:lvl1pPr>
            <a:lvl2pPr marL="571500" defTabSz="762000">
              <a:spcBef>
                <a:spcPct val="0"/>
              </a:spcBef>
              <a:defRPr>
                <a:solidFill>
                  <a:schemeClr val="tx1"/>
                </a:solidFill>
                <a:latin typeface="Arial" panose="020B0604020202020204" pitchFamily="34" charset="0"/>
                <a:ea typeface="宋体" panose="02010600030101010101" pitchFamily="2" charset="-122"/>
              </a:defRPr>
            </a:lvl2pPr>
            <a:lvl3pPr marL="1143000" defTabSz="762000">
              <a:spcBef>
                <a:spcPct val="0"/>
              </a:spcBef>
              <a:defRPr>
                <a:solidFill>
                  <a:schemeClr val="tx1"/>
                </a:solidFill>
                <a:latin typeface="Arial" panose="020B0604020202020204" pitchFamily="34" charset="0"/>
                <a:ea typeface="宋体" panose="02010600030101010101" pitchFamily="2" charset="-122"/>
              </a:defRPr>
            </a:lvl3pPr>
            <a:lvl4pPr marL="1714500" defTabSz="762000">
              <a:spcBef>
                <a:spcPct val="0"/>
              </a:spcBef>
              <a:defRPr>
                <a:solidFill>
                  <a:schemeClr val="tx1"/>
                </a:solidFill>
                <a:latin typeface="Arial" panose="020B0604020202020204" pitchFamily="34" charset="0"/>
                <a:ea typeface="宋体" panose="02010600030101010101" pitchFamily="2" charset="-122"/>
              </a:defRPr>
            </a:lvl4pPr>
            <a:lvl5pPr marL="2286000" defTabSz="762000">
              <a:spcBef>
                <a:spcPct val="0"/>
              </a:spcBef>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Aft>
                <a:spcPct val="0"/>
              </a:spcAft>
            </a:pPr>
            <a:r>
              <a:rPr kumimoji="1" lang="en-US" altLang="zh-CN" sz="1500">
                <a:solidFill>
                  <a:srgbClr val="000000"/>
                </a:solidFill>
                <a:latin typeface="宋体" panose="02010600030101010101" pitchFamily="2" charset="-122"/>
              </a:rPr>
              <a:t> </a:t>
            </a:r>
            <a:r>
              <a:rPr kumimoji="1" lang="zh-CN" altLang="en-US" sz="1500">
                <a:solidFill>
                  <a:srgbClr val="000000"/>
                </a:solidFill>
                <a:latin typeface="宋体" panose="02010600030101010101" pitchFamily="2" charset="-122"/>
              </a:rPr>
              <a:t>数据链</a:t>
            </a:r>
            <a:endParaRPr kumimoji="1" lang="zh-CN" altLang="en-US">
              <a:solidFill>
                <a:srgbClr val="CCCCFF"/>
              </a:solidFill>
              <a:latin typeface="楷体_GB2312" pitchFamily="49" charset="-122"/>
              <a:ea typeface="楷体_GB2312" pitchFamily="49" charset="-122"/>
            </a:endParaRPr>
          </a:p>
        </p:txBody>
      </p:sp>
      <p:sp>
        <p:nvSpPr>
          <p:cNvPr id="463297" name="Rectangle 449"/>
          <p:cNvSpPr>
            <a:spLocks noChangeArrowheads="1"/>
          </p:cNvSpPr>
          <p:nvPr/>
        </p:nvSpPr>
        <p:spPr bwMode="auto">
          <a:xfrm>
            <a:off x="7099300" y="3856038"/>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0"/>
              </a:spcBef>
              <a:defRPr>
                <a:solidFill>
                  <a:schemeClr val="tx1"/>
                </a:solidFill>
                <a:latin typeface="Arial" panose="020B0604020202020204" pitchFamily="34" charset="0"/>
                <a:ea typeface="宋体" panose="02010600030101010101" pitchFamily="2" charset="-122"/>
              </a:defRPr>
            </a:lvl1pPr>
            <a:lvl2pPr marL="571500" defTabSz="762000">
              <a:spcBef>
                <a:spcPct val="0"/>
              </a:spcBef>
              <a:defRPr>
                <a:solidFill>
                  <a:schemeClr val="tx1"/>
                </a:solidFill>
                <a:latin typeface="Arial" panose="020B0604020202020204" pitchFamily="34" charset="0"/>
                <a:ea typeface="宋体" panose="02010600030101010101" pitchFamily="2" charset="-122"/>
              </a:defRPr>
            </a:lvl2pPr>
            <a:lvl3pPr marL="1143000" defTabSz="762000">
              <a:spcBef>
                <a:spcPct val="0"/>
              </a:spcBef>
              <a:defRPr>
                <a:solidFill>
                  <a:schemeClr val="tx1"/>
                </a:solidFill>
                <a:latin typeface="Arial" panose="020B0604020202020204" pitchFamily="34" charset="0"/>
                <a:ea typeface="宋体" panose="02010600030101010101" pitchFamily="2" charset="-122"/>
              </a:defRPr>
            </a:lvl3pPr>
            <a:lvl4pPr marL="1714500" defTabSz="762000">
              <a:spcBef>
                <a:spcPct val="0"/>
              </a:spcBef>
              <a:defRPr>
                <a:solidFill>
                  <a:schemeClr val="tx1"/>
                </a:solidFill>
                <a:latin typeface="Arial" panose="020B0604020202020204" pitchFamily="34" charset="0"/>
                <a:ea typeface="宋体" panose="02010600030101010101" pitchFamily="2" charset="-122"/>
              </a:defRPr>
            </a:lvl4pPr>
            <a:lvl5pPr marL="2286000" defTabSz="762000">
              <a:spcBef>
                <a:spcPct val="0"/>
              </a:spcBef>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Aft>
                <a:spcPct val="0"/>
              </a:spcAft>
            </a:pPr>
            <a:r>
              <a:rPr kumimoji="1" lang="zh-CN" altLang="en-US" sz="1500">
                <a:solidFill>
                  <a:srgbClr val="000000"/>
                </a:solidFill>
                <a:latin typeface="宋体" panose="02010600030101010101" pitchFamily="2" charset="-122"/>
              </a:rPr>
              <a:t>路层</a:t>
            </a:r>
            <a:endParaRPr kumimoji="1" lang="zh-CN" altLang="en-US">
              <a:solidFill>
                <a:srgbClr val="CCCCFF"/>
              </a:solidFill>
              <a:latin typeface="楷体_GB2312" pitchFamily="49" charset="-122"/>
              <a:ea typeface="楷体_GB2312" pitchFamily="49" charset="-122"/>
            </a:endParaRPr>
          </a:p>
        </p:txBody>
      </p:sp>
      <p:sp>
        <p:nvSpPr>
          <p:cNvPr id="463298" name="Rectangle 450"/>
          <p:cNvSpPr>
            <a:spLocks noChangeArrowheads="1"/>
          </p:cNvSpPr>
          <p:nvPr/>
        </p:nvSpPr>
        <p:spPr bwMode="auto">
          <a:xfrm>
            <a:off x="6759575" y="3076576"/>
            <a:ext cx="1066800" cy="517525"/>
          </a:xfrm>
          <a:prstGeom prst="rect">
            <a:avLst/>
          </a:prstGeom>
          <a:solidFill>
            <a:srgbClr val="FFCCFF"/>
          </a:solidFill>
          <a:ln w="14288">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3299" name="Rectangle 451"/>
          <p:cNvSpPr>
            <a:spLocks noChangeArrowheads="1"/>
          </p:cNvSpPr>
          <p:nvPr/>
        </p:nvSpPr>
        <p:spPr bwMode="auto">
          <a:xfrm>
            <a:off x="7005639" y="3230563"/>
            <a:ext cx="57708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0"/>
              </a:spcBef>
              <a:defRPr>
                <a:solidFill>
                  <a:schemeClr val="tx1"/>
                </a:solidFill>
                <a:latin typeface="Arial" panose="020B0604020202020204" pitchFamily="34" charset="0"/>
                <a:ea typeface="宋体" panose="02010600030101010101" pitchFamily="2" charset="-122"/>
              </a:defRPr>
            </a:lvl1pPr>
            <a:lvl2pPr marL="571500" defTabSz="762000">
              <a:spcBef>
                <a:spcPct val="0"/>
              </a:spcBef>
              <a:defRPr>
                <a:solidFill>
                  <a:schemeClr val="tx1"/>
                </a:solidFill>
                <a:latin typeface="Arial" panose="020B0604020202020204" pitchFamily="34" charset="0"/>
                <a:ea typeface="宋体" panose="02010600030101010101" pitchFamily="2" charset="-122"/>
              </a:defRPr>
            </a:lvl2pPr>
            <a:lvl3pPr marL="1143000" defTabSz="762000">
              <a:spcBef>
                <a:spcPct val="0"/>
              </a:spcBef>
              <a:defRPr>
                <a:solidFill>
                  <a:schemeClr val="tx1"/>
                </a:solidFill>
                <a:latin typeface="Arial" panose="020B0604020202020204" pitchFamily="34" charset="0"/>
                <a:ea typeface="宋体" panose="02010600030101010101" pitchFamily="2" charset="-122"/>
              </a:defRPr>
            </a:lvl3pPr>
            <a:lvl4pPr marL="1714500" defTabSz="762000">
              <a:spcBef>
                <a:spcPct val="0"/>
              </a:spcBef>
              <a:defRPr>
                <a:solidFill>
                  <a:schemeClr val="tx1"/>
                </a:solidFill>
                <a:latin typeface="Arial" panose="020B0604020202020204" pitchFamily="34" charset="0"/>
                <a:ea typeface="宋体" panose="02010600030101010101" pitchFamily="2" charset="-122"/>
              </a:defRPr>
            </a:lvl4pPr>
            <a:lvl5pPr marL="2286000" defTabSz="762000">
              <a:spcBef>
                <a:spcPct val="0"/>
              </a:spcBef>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Aft>
                <a:spcPct val="0"/>
              </a:spcAft>
            </a:pPr>
            <a:r>
              <a:rPr kumimoji="1" lang="zh-CN" altLang="en-US" sz="1500">
                <a:solidFill>
                  <a:srgbClr val="000000"/>
                </a:solidFill>
                <a:latin typeface="宋体" panose="02010600030101010101" pitchFamily="2" charset="-122"/>
              </a:rPr>
              <a:t>网络层</a:t>
            </a:r>
            <a:endParaRPr kumimoji="1" lang="zh-CN" altLang="en-US">
              <a:solidFill>
                <a:srgbClr val="CCCCFF"/>
              </a:solidFill>
              <a:latin typeface="楷体_GB2312" pitchFamily="49" charset="-122"/>
              <a:ea typeface="楷体_GB2312" pitchFamily="49" charset="-122"/>
            </a:endParaRPr>
          </a:p>
        </p:txBody>
      </p:sp>
      <p:sp>
        <p:nvSpPr>
          <p:cNvPr id="463300" name="Rectangle 452"/>
          <p:cNvSpPr>
            <a:spLocks noChangeArrowheads="1"/>
          </p:cNvSpPr>
          <p:nvPr/>
        </p:nvSpPr>
        <p:spPr bwMode="auto">
          <a:xfrm>
            <a:off x="5610225" y="4984750"/>
            <a:ext cx="914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0"/>
              </a:spcBef>
              <a:defRPr>
                <a:solidFill>
                  <a:schemeClr val="tx1"/>
                </a:solidFill>
                <a:latin typeface="Arial" panose="020B0604020202020204" pitchFamily="34" charset="0"/>
                <a:ea typeface="宋体" panose="02010600030101010101" pitchFamily="2" charset="-122"/>
              </a:defRPr>
            </a:lvl1pPr>
            <a:lvl2pPr marL="571500" defTabSz="762000">
              <a:spcBef>
                <a:spcPct val="0"/>
              </a:spcBef>
              <a:defRPr>
                <a:solidFill>
                  <a:schemeClr val="tx1"/>
                </a:solidFill>
                <a:latin typeface="Arial" panose="020B0604020202020204" pitchFamily="34" charset="0"/>
                <a:ea typeface="宋体" panose="02010600030101010101" pitchFamily="2" charset="-122"/>
              </a:defRPr>
            </a:lvl2pPr>
            <a:lvl3pPr marL="1143000" defTabSz="762000">
              <a:spcBef>
                <a:spcPct val="0"/>
              </a:spcBef>
              <a:defRPr>
                <a:solidFill>
                  <a:schemeClr val="tx1"/>
                </a:solidFill>
                <a:latin typeface="Arial" panose="020B0604020202020204" pitchFamily="34" charset="0"/>
                <a:ea typeface="宋体" panose="02010600030101010101" pitchFamily="2" charset="-122"/>
              </a:defRPr>
            </a:lvl3pPr>
            <a:lvl4pPr marL="1714500" defTabSz="762000">
              <a:spcBef>
                <a:spcPct val="0"/>
              </a:spcBef>
              <a:defRPr>
                <a:solidFill>
                  <a:schemeClr val="tx1"/>
                </a:solidFill>
                <a:latin typeface="Arial" panose="020B0604020202020204" pitchFamily="34" charset="0"/>
                <a:ea typeface="宋体" panose="02010600030101010101" pitchFamily="2" charset="-122"/>
              </a:defRPr>
            </a:lvl4pPr>
            <a:lvl5pPr marL="2286000" defTabSz="762000">
              <a:spcBef>
                <a:spcPct val="0"/>
              </a:spcBef>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Aft>
                <a:spcPct val="0"/>
              </a:spcAft>
            </a:pPr>
            <a:r>
              <a:rPr kumimoji="1" lang="zh-CN" altLang="en-US">
                <a:solidFill>
                  <a:srgbClr val="000000"/>
                </a:solidFill>
                <a:latin typeface="宋体" panose="02010600030101010101" pitchFamily="2" charset="-122"/>
              </a:rPr>
              <a:t>通信子网</a:t>
            </a:r>
          </a:p>
        </p:txBody>
      </p:sp>
      <p:sp>
        <p:nvSpPr>
          <p:cNvPr id="463301" name="Rectangle 453"/>
          <p:cNvSpPr>
            <a:spLocks noChangeArrowheads="1"/>
          </p:cNvSpPr>
          <p:nvPr/>
        </p:nvSpPr>
        <p:spPr bwMode="auto">
          <a:xfrm>
            <a:off x="3124200" y="4876800"/>
            <a:ext cx="914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0"/>
              </a:spcBef>
              <a:defRPr>
                <a:solidFill>
                  <a:schemeClr val="tx1"/>
                </a:solidFill>
                <a:latin typeface="Arial" panose="020B0604020202020204" pitchFamily="34" charset="0"/>
                <a:ea typeface="宋体" panose="02010600030101010101" pitchFamily="2" charset="-122"/>
              </a:defRPr>
            </a:lvl1pPr>
            <a:lvl2pPr marL="571500" defTabSz="762000">
              <a:spcBef>
                <a:spcPct val="0"/>
              </a:spcBef>
              <a:defRPr>
                <a:solidFill>
                  <a:schemeClr val="tx1"/>
                </a:solidFill>
                <a:latin typeface="Arial" panose="020B0604020202020204" pitchFamily="34" charset="0"/>
                <a:ea typeface="宋体" panose="02010600030101010101" pitchFamily="2" charset="-122"/>
              </a:defRPr>
            </a:lvl2pPr>
            <a:lvl3pPr marL="1143000" defTabSz="762000">
              <a:spcBef>
                <a:spcPct val="0"/>
              </a:spcBef>
              <a:defRPr>
                <a:solidFill>
                  <a:schemeClr val="tx1"/>
                </a:solidFill>
                <a:latin typeface="Arial" panose="020B0604020202020204" pitchFamily="34" charset="0"/>
                <a:ea typeface="宋体" panose="02010600030101010101" pitchFamily="2" charset="-122"/>
              </a:defRPr>
            </a:lvl3pPr>
            <a:lvl4pPr marL="1714500" defTabSz="762000">
              <a:spcBef>
                <a:spcPct val="0"/>
              </a:spcBef>
              <a:defRPr>
                <a:solidFill>
                  <a:schemeClr val="tx1"/>
                </a:solidFill>
                <a:latin typeface="Arial" panose="020B0604020202020204" pitchFamily="34" charset="0"/>
                <a:ea typeface="宋体" panose="02010600030101010101" pitchFamily="2" charset="-122"/>
              </a:defRPr>
            </a:lvl4pPr>
            <a:lvl5pPr marL="2286000" defTabSz="762000">
              <a:spcBef>
                <a:spcPct val="0"/>
              </a:spcBef>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Aft>
                <a:spcPct val="0"/>
              </a:spcAft>
            </a:pPr>
            <a:r>
              <a:rPr kumimoji="1" lang="zh-CN" altLang="en-US">
                <a:solidFill>
                  <a:srgbClr val="000000"/>
                </a:solidFill>
                <a:latin typeface="宋体" panose="02010600030101010101" pitchFamily="2" charset="-122"/>
              </a:rPr>
              <a:t>物理介质</a:t>
            </a:r>
          </a:p>
        </p:txBody>
      </p:sp>
      <p:sp>
        <p:nvSpPr>
          <p:cNvPr id="463302" name="Rectangle 454"/>
          <p:cNvSpPr>
            <a:spLocks noChangeArrowheads="1"/>
          </p:cNvSpPr>
          <p:nvPr/>
        </p:nvSpPr>
        <p:spPr bwMode="auto">
          <a:xfrm>
            <a:off x="8356600" y="4832350"/>
            <a:ext cx="914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0"/>
              </a:spcBef>
              <a:defRPr>
                <a:solidFill>
                  <a:schemeClr val="tx1"/>
                </a:solidFill>
                <a:latin typeface="Arial" panose="020B0604020202020204" pitchFamily="34" charset="0"/>
                <a:ea typeface="宋体" panose="02010600030101010101" pitchFamily="2" charset="-122"/>
              </a:defRPr>
            </a:lvl1pPr>
            <a:lvl2pPr marL="571500" defTabSz="762000">
              <a:spcBef>
                <a:spcPct val="0"/>
              </a:spcBef>
              <a:defRPr>
                <a:solidFill>
                  <a:schemeClr val="tx1"/>
                </a:solidFill>
                <a:latin typeface="Arial" panose="020B0604020202020204" pitchFamily="34" charset="0"/>
                <a:ea typeface="宋体" panose="02010600030101010101" pitchFamily="2" charset="-122"/>
              </a:defRPr>
            </a:lvl2pPr>
            <a:lvl3pPr marL="1143000" defTabSz="762000">
              <a:spcBef>
                <a:spcPct val="0"/>
              </a:spcBef>
              <a:defRPr>
                <a:solidFill>
                  <a:schemeClr val="tx1"/>
                </a:solidFill>
                <a:latin typeface="Arial" panose="020B0604020202020204" pitchFamily="34" charset="0"/>
                <a:ea typeface="宋体" panose="02010600030101010101" pitchFamily="2" charset="-122"/>
              </a:defRPr>
            </a:lvl3pPr>
            <a:lvl4pPr marL="1714500" defTabSz="762000">
              <a:spcBef>
                <a:spcPct val="0"/>
              </a:spcBef>
              <a:defRPr>
                <a:solidFill>
                  <a:schemeClr val="tx1"/>
                </a:solidFill>
                <a:latin typeface="Arial" panose="020B0604020202020204" pitchFamily="34" charset="0"/>
                <a:ea typeface="宋体" panose="02010600030101010101" pitchFamily="2" charset="-122"/>
              </a:defRPr>
            </a:lvl4pPr>
            <a:lvl5pPr marL="2286000" defTabSz="762000">
              <a:spcBef>
                <a:spcPct val="0"/>
              </a:spcBef>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Aft>
                <a:spcPct val="0"/>
              </a:spcAft>
            </a:pPr>
            <a:r>
              <a:rPr kumimoji="1" lang="zh-CN" altLang="en-US">
                <a:solidFill>
                  <a:srgbClr val="000000"/>
                </a:solidFill>
                <a:latin typeface="宋体" panose="02010600030101010101" pitchFamily="2" charset="-122"/>
              </a:rPr>
              <a:t>物理介质</a:t>
            </a:r>
          </a:p>
        </p:txBody>
      </p:sp>
      <p:sp>
        <p:nvSpPr>
          <p:cNvPr id="463303" name="Rectangle 455"/>
          <p:cNvSpPr>
            <a:spLocks noChangeArrowheads="1"/>
          </p:cNvSpPr>
          <p:nvPr/>
        </p:nvSpPr>
        <p:spPr bwMode="auto">
          <a:xfrm>
            <a:off x="5153025" y="4776789"/>
            <a:ext cx="1830388" cy="73025"/>
          </a:xfrm>
          <a:prstGeom prst="rect">
            <a:avLst/>
          </a:prstGeom>
          <a:blipFill dpi="0" rotWithShape="0">
            <a:blip r:embed="rId2"/>
            <a:srcRect/>
            <a:tile tx="0" ty="0" sx="100000" sy="100000" flip="none" algn="tl"/>
          </a:blipFill>
          <a:ln w="14288">
            <a:solidFill>
              <a:srgbClr val="000000"/>
            </a:solidFill>
            <a:miter lim="800000"/>
            <a:headEnd/>
            <a:tailEnd/>
          </a:ln>
        </p:spPr>
        <p:txBody>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3304" name="Line 456"/>
          <p:cNvSpPr>
            <a:spLocks noChangeShapeType="1"/>
          </p:cNvSpPr>
          <p:nvPr/>
        </p:nvSpPr>
        <p:spPr bwMode="auto">
          <a:xfrm>
            <a:off x="7823200" y="3371850"/>
            <a:ext cx="914400" cy="0"/>
          </a:xfrm>
          <a:prstGeom prst="line">
            <a:avLst/>
          </a:prstGeom>
          <a:noFill/>
          <a:ln w="12700">
            <a:solidFill>
              <a:srgbClr val="FF0000"/>
            </a:solidFill>
            <a:prstDash val="dash"/>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3305" name="Line 457"/>
          <p:cNvSpPr>
            <a:spLocks noChangeShapeType="1"/>
          </p:cNvSpPr>
          <p:nvPr/>
        </p:nvSpPr>
        <p:spPr bwMode="auto">
          <a:xfrm>
            <a:off x="7823200" y="3889375"/>
            <a:ext cx="914400" cy="0"/>
          </a:xfrm>
          <a:prstGeom prst="line">
            <a:avLst/>
          </a:prstGeom>
          <a:noFill/>
          <a:ln w="12700">
            <a:solidFill>
              <a:srgbClr val="FF0000"/>
            </a:solidFill>
            <a:prstDash val="dash"/>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3306" name="Line 458"/>
          <p:cNvSpPr>
            <a:spLocks noChangeShapeType="1"/>
          </p:cNvSpPr>
          <p:nvPr/>
        </p:nvSpPr>
        <p:spPr bwMode="auto">
          <a:xfrm>
            <a:off x="7823200" y="4406900"/>
            <a:ext cx="914400" cy="0"/>
          </a:xfrm>
          <a:prstGeom prst="line">
            <a:avLst/>
          </a:prstGeom>
          <a:noFill/>
          <a:ln w="12700">
            <a:solidFill>
              <a:srgbClr val="FF0000"/>
            </a:solidFill>
            <a:prstDash val="dash"/>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3307" name="Line 459"/>
          <p:cNvSpPr>
            <a:spLocks noChangeShapeType="1"/>
          </p:cNvSpPr>
          <p:nvPr/>
        </p:nvSpPr>
        <p:spPr bwMode="auto">
          <a:xfrm>
            <a:off x="3398838" y="3371850"/>
            <a:ext cx="914400" cy="0"/>
          </a:xfrm>
          <a:prstGeom prst="line">
            <a:avLst/>
          </a:prstGeom>
          <a:noFill/>
          <a:ln w="12700">
            <a:solidFill>
              <a:srgbClr val="FF0000"/>
            </a:solidFill>
            <a:prstDash val="dash"/>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3308" name="Line 460"/>
          <p:cNvSpPr>
            <a:spLocks noChangeShapeType="1"/>
          </p:cNvSpPr>
          <p:nvPr/>
        </p:nvSpPr>
        <p:spPr bwMode="auto">
          <a:xfrm>
            <a:off x="3398838" y="3889375"/>
            <a:ext cx="914400" cy="0"/>
          </a:xfrm>
          <a:prstGeom prst="line">
            <a:avLst/>
          </a:prstGeom>
          <a:noFill/>
          <a:ln w="12700">
            <a:solidFill>
              <a:srgbClr val="FF0000"/>
            </a:solidFill>
            <a:prstDash val="dash"/>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3309" name="Line 461"/>
          <p:cNvSpPr>
            <a:spLocks noChangeShapeType="1"/>
          </p:cNvSpPr>
          <p:nvPr/>
        </p:nvSpPr>
        <p:spPr bwMode="auto">
          <a:xfrm>
            <a:off x="3398838" y="4333875"/>
            <a:ext cx="914400" cy="0"/>
          </a:xfrm>
          <a:prstGeom prst="line">
            <a:avLst/>
          </a:prstGeom>
          <a:noFill/>
          <a:ln w="12700">
            <a:solidFill>
              <a:srgbClr val="FF0000"/>
            </a:solidFill>
            <a:prstDash val="dash"/>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3310" name="Line 462"/>
          <p:cNvSpPr>
            <a:spLocks noChangeShapeType="1"/>
          </p:cNvSpPr>
          <p:nvPr/>
        </p:nvSpPr>
        <p:spPr bwMode="auto">
          <a:xfrm>
            <a:off x="3276600" y="4621214"/>
            <a:ext cx="0" cy="147637"/>
          </a:xfrm>
          <a:prstGeom prst="line">
            <a:avLst/>
          </a:prstGeom>
          <a:noFill/>
          <a:ln w="12700" cap="rnd">
            <a:solidFill>
              <a:schemeClr val="tx1"/>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3311" name="Line 463"/>
          <p:cNvSpPr>
            <a:spLocks noChangeShapeType="1"/>
          </p:cNvSpPr>
          <p:nvPr/>
        </p:nvSpPr>
        <p:spPr bwMode="auto">
          <a:xfrm>
            <a:off x="4465638" y="4629150"/>
            <a:ext cx="0" cy="147638"/>
          </a:xfrm>
          <a:prstGeom prst="line">
            <a:avLst/>
          </a:prstGeom>
          <a:noFill/>
          <a:ln w="12700" cap="rnd">
            <a:solidFill>
              <a:schemeClr val="tx1"/>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3312" name="Line 464"/>
          <p:cNvSpPr>
            <a:spLocks noChangeShapeType="1"/>
          </p:cNvSpPr>
          <p:nvPr/>
        </p:nvSpPr>
        <p:spPr bwMode="auto">
          <a:xfrm>
            <a:off x="5229225" y="4629150"/>
            <a:ext cx="0" cy="147638"/>
          </a:xfrm>
          <a:prstGeom prst="line">
            <a:avLst/>
          </a:prstGeom>
          <a:noFill/>
          <a:ln w="12700" cap="rnd">
            <a:solidFill>
              <a:schemeClr val="tx1"/>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3313" name="Line 465"/>
          <p:cNvSpPr>
            <a:spLocks noChangeShapeType="1"/>
          </p:cNvSpPr>
          <p:nvPr/>
        </p:nvSpPr>
        <p:spPr bwMode="auto">
          <a:xfrm>
            <a:off x="6861175" y="4629150"/>
            <a:ext cx="0" cy="147638"/>
          </a:xfrm>
          <a:prstGeom prst="line">
            <a:avLst/>
          </a:prstGeom>
          <a:noFill/>
          <a:ln w="12700" cap="rnd">
            <a:solidFill>
              <a:schemeClr val="tx1"/>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3314" name="Line 466"/>
          <p:cNvSpPr>
            <a:spLocks noChangeShapeType="1"/>
          </p:cNvSpPr>
          <p:nvPr/>
        </p:nvSpPr>
        <p:spPr bwMode="auto">
          <a:xfrm>
            <a:off x="7670800" y="4629150"/>
            <a:ext cx="0" cy="147638"/>
          </a:xfrm>
          <a:prstGeom prst="line">
            <a:avLst/>
          </a:prstGeom>
          <a:noFill/>
          <a:ln w="12700" cap="rnd">
            <a:solidFill>
              <a:schemeClr val="tx1"/>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3315" name="Line 467"/>
          <p:cNvSpPr>
            <a:spLocks noChangeShapeType="1"/>
          </p:cNvSpPr>
          <p:nvPr/>
        </p:nvSpPr>
        <p:spPr bwMode="auto">
          <a:xfrm>
            <a:off x="8886825" y="4629150"/>
            <a:ext cx="0" cy="147638"/>
          </a:xfrm>
          <a:prstGeom prst="line">
            <a:avLst/>
          </a:prstGeom>
          <a:noFill/>
          <a:ln w="12700" cap="rnd">
            <a:solidFill>
              <a:schemeClr val="tx1"/>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3316" name="Line 468"/>
          <p:cNvSpPr>
            <a:spLocks noChangeShapeType="1"/>
          </p:cNvSpPr>
          <p:nvPr/>
        </p:nvSpPr>
        <p:spPr bwMode="auto">
          <a:xfrm flipV="1">
            <a:off x="4160838" y="2928939"/>
            <a:ext cx="0" cy="2365375"/>
          </a:xfrm>
          <a:prstGeom prst="line">
            <a:avLst/>
          </a:prstGeom>
          <a:noFill/>
          <a:ln w="28575">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3317" name="Line 469"/>
          <p:cNvSpPr>
            <a:spLocks noChangeShapeType="1"/>
          </p:cNvSpPr>
          <p:nvPr/>
        </p:nvSpPr>
        <p:spPr bwMode="auto">
          <a:xfrm>
            <a:off x="4160838" y="2928938"/>
            <a:ext cx="4043362" cy="0"/>
          </a:xfrm>
          <a:prstGeom prst="line">
            <a:avLst/>
          </a:prstGeom>
          <a:noFill/>
          <a:ln w="28575">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3318" name="Line 470"/>
          <p:cNvSpPr>
            <a:spLocks noChangeShapeType="1"/>
          </p:cNvSpPr>
          <p:nvPr/>
        </p:nvSpPr>
        <p:spPr bwMode="auto">
          <a:xfrm flipH="1">
            <a:off x="8204200" y="2928939"/>
            <a:ext cx="0" cy="2365375"/>
          </a:xfrm>
          <a:prstGeom prst="line">
            <a:avLst/>
          </a:prstGeom>
          <a:noFill/>
          <a:ln w="28575">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3319" name="Line 471"/>
          <p:cNvSpPr>
            <a:spLocks noChangeShapeType="1"/>
          </p:cNvSpPr>
          <p:nvPr/>
        </p:nvSpPr>
        <p:spPr bwMode="auto">
          <a:xfrm>
            <a:off x="4160838" y="5294313"/>
            <a:ext cx="4043362" cy="0"/>
          </a:xfrm>
          <a:prstGeom prst="line">
            <a:avLst/>
          </a:prstGeom>
          <a:noFill/>
          <a:ln w="28575">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3320" name="Line 472"/>
          <p:cNvSpPr>
            <a:spLocks noChangeShapeType="1"/>
          </p:cNvSpPr>
          <p:nvPr/>
        </p:nvSpPr>
        <p:spPr bwMode="auto">
          <a:xfrm>
            <a:off x="5381625" y="3371850"/>
            <a:ext cx="1373188" cy="0"/>
          </a:xfrm>
          <a:prstGeom prst="line">
            <a:avLst/>
          </a:prstGeom>
          <a:noFill/>
          <a:ln w="12700">
            <a:solidFill>
              <a:srgbClr val="FF0000"/>
            </a:solidFill>
            <a:prstDash val="dash"/>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3321" name="Line 473"/>
          <p:cNvSpPr>
            <a:spLocks noChangeShapeType="1"/>
          </p:cNvSpPr>
          <p:nvPr/>
        </p:nvSpPr>
        <p:spPr bwMode="auto">
          <a:xfrm>
            <a:off x="5381625" y="3889375"/>
            <a:ext cx="1373188" cy="0"/>
          </a:xfrm>
          <a:prstGeom prst="line">
            <a:avLst/>
          </a:prstGeom>
          <a:noFill/>
          <a:ln w="12700">
            <a:solidFill>
              <a:srgbClr val="FF0000"/>
            </a:solidFill>
            <a:prstDash val="dash"/>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3322" name="Line 474"/>
          <p:cNvSpPr>
            <a:spLocks noChangeShapeType="1"/>
          </p:cNvSpPr>
          <p:nvPr/>
        </p:nvSpPr>
        <p:spPr bwMode="auto">
          <a:xfrm>
            <a:off x="5381625" y="4333875"/>
            <a:ext cx="1373188" cy="0"/>
          </a:xfrm>
          <a:prstGeom prst="line">
            <a:avLst/>
          </a:prstGeom>
          <a:noFill/>
          <a:ln w="12700">
            <a:solidFill>
              <a:srgbClr val="FF0000"/>
            </a:solidFill>
            <a:prstDash val="dash"/>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3323" name="Text Box 475"/>
          <p:cNvSpPr txBox="1">
            <a:spLocks noChangeArrowheads="1"/>
          </p:cNvSpPr>
          <p:nvPr/>
        </p:nvSpPr>
        <p:spPr bwMode="auto">
          <a:xfrm>
            <a:off x="5073650" y="103188"/>
            <a:ext cx="2012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3600">
                <a:solidFill>
                  <a:srgbClr val="FF0000"/>
                </a:solidFill>
                <a:ea typeface="黑体" panose="02010609060101010101" pitchFamily="49" charset="-122"/>
              </a:rPr>
              <a:t>逻辑通信</a:t>
            </a:r>
          </a:p>
        </p:txBody>
      </p:sp>
      <p:sp>
        <p:nvSpPr>
          <p:cNvPr id="463324" name="Rectangle 476"/>
          <p:cNvSpPr>
            <a:spLocks noChangeArrowheads="1"/>
          </p:cNvSpPr>
          <p:nvPr/>
        </p:nvSpPr>
        <p:spPr bwMode="auto">
          <a:xfrm>
            <a:off x="5486400" y="3108326"/>
            <a:ext cx="1117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folHlink"/>
                </a:solidFill>
                <a:miter lim="800000"/>
                <a:headEnd/>
                <a:tailEnd/>
              </a14:hiddenLine>
            </a:ext>
          </a:extLst>
        </p:spPr>
        <p:txBody>
          <a:bodyPr wrap="none" lIns="0" tIns="0" rIns="0" bIns="0">
            <a:spAutoFit/>
          </a:bodyPr>
          <a:lstStyle>
            <a:lvl1pPr defTabSz="762000">
              <a:spcBef>
                <a:spcPct val="0"/>
              </a:spcBef>
              <a:defRPr>
                <a:solidFill>
                  <a:schemeClr val="tx1"/>
                </a:solidFill>
                <a:latin typeface="Arial" panose="020B0604020202020204" pitchFamily="34" charset="0"/>
                <a:ea typeface="宋体" panose="02010600030101010101" pitchFamily="2" charset="-122"/>
              </a:defRPr>
            </a:lvl1pPr>
            <a:lvl2pPr marL="571500" defTabSz="762000">
              <a:spcBef>
                <a:spcPct val="0"/>
              </a:spcBef>
              <a:defRPr>
                <a:solidFill>
                  <a:schemeClr val="tx1"/>
                </a:solidFill>
                <a:latin typeface="Arial" panose="020B0604020202020204" pitchFamily="34" charset="0"/>
                <a:ea typeface="宋体" panose="02010600030101010101" pitchFamily="2" charset="-122"/>
              </a:defRPr>
            </a:lvl2pPr>
            <a:lvl3pPr marL="1143000" defTabSz="762000">
              <a:spcBef>
                <a:spcPct val="0"/>
              </a:spcBef>
              <a:defRPr>
                <a:solidFill>
                  <a:schemeClr val="tx1"/>
                </a:solidFill>
                <a:latin typeface="Arial" panose="020B0604020202020204" pitchFamily="34" charset="0"/>
                <a:ea typeface="宋体" panose="02010600030101010101" pitchFamily="2" charset="-122"/>
              </a:defRPr>
            </a:lvl3pPr>
            <a:lvl4pPr marL="1714500" defTabSz="762000">
              <a:spcBef>
                <a:spcPct val="0"/>
              </a:spcBef>
              <a:defRPr>
                <a:solidFill>
                  <a:schemeClr val="tx1"/>
                </a:solidFill>
                <a:latin typeface="Arial" panose="020B0604020202020204" pitchFamily="34" charset="0"/>
                <a:ea typeface="宋体" panose="02010600030101010101" pitchFamily="2" charset="-122"/>
              </a:defRPr>
            </a:lvl4pPr>
            <a:lvl5pPr marL="2286000" defTabSz="762000">
              <a:spcBef>
                <a:spcPct val="0"/>
              </a:spcBef>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Aft>
                <a:spcPct val="0"/>
              </a:spcAft>
            </a:pPr>
            <a:r>
              <a:rPr kumimoji="1" lang="zh-CN" altLang="en-US" sz="1600">
                <a:solidFill>
                  <a:srgbClr val="000000"/>
                </a:solidFill>
                <a:latin typeface="宋体" panose="02010600030101010101" pitchFamily="2" charset="-122"/>
              </a:rPr>
              <a:t>网络层协议</a:t>
            </a:r>
            <a:r>
              <a:rPr kumimoji="1" lang="en-US" altLang="zh-CN" sz="1600">
                <a:solidFill>
                  <a:srgbClr val="000000"/>
                </a:solidFill>
                <a:latin typeface="宋体" panose="02010600030101010101" pitchFamily="2" charset="-122"/>
              </a:rPr>
              <a:t>2</a:t>
            </a:r>
          </a:p>
        </p:txBody>
      </p:sp>
      <p:sp>
        <p:nvSpPr>
          <p:cNvPr id="463325" name="Rectangle 477"/>
          <p:cNvSpPr>
            <a:spLocks noChangeArrowheads="1"/>
          </p:cNvSpPr>
          <p:nvPr/>
        </p:nvSpPr>
        <p:spPr bwMode="auto">
          <a:xfrm>
            <a:off x="5486400" y="3611564"/>
            <a:ext cx="1117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folHlink"/>
                </a:solidFill>
                <a:miter lim="800000"/>
                <a:headEnd/>
                <a:tailEnd/>
              </a14:hiddenLine>
            </a:ext>
          </a:extLst>
        </p:spPr>
        <p:txBody>
          <a:bodyPr wrap="none" lIns="0" tIns="0" rIns="0" bIns="0">
            <a:spAutoFit/>
          </a:bodyPr>
          <a:lstStyle>
            <a:lvl1pPr defTabSz="762000">
              <a:spcBef>
                <a:spcPct val="0"/>
              </a:spcBef>
              <a:defRPr>
                <a:solidFill>
                  <a:schemeClr val="tx1"/>
                </a:solidFill>
                <a:latin typeface="Arial" panose="020B0604020202020204" pitchFamily="34" charset="0"/>
                <a:ea typeface="宋体" panose="02010600030101010101" pitchFamily="2" charset="-122"/>
              </a:defRPr>
            </a:lvl1pPr>
            <a:lvl2pPr marL="571500" defTabSz="762000">
              <a:spcBef>
                <a:spcPct val="0"/>
              </a:spcBef>
              <a:defRPr>
                <a:solidFill>
                  <a:schemeClr val="tx1"/>
                </a:solidFill>
                <a:latin typeface="Arial" panose="020B0604020202020204" pitchFamily="34" charset="0"/>
                <a:ea typeface="宋体" panose="02010600030101010101" pitchFamily="2" charset="-122"/>
              </a:defRPr>
            </a:lvl2pPr>
            <a:lvl3pPr marL="1143000" defTabSz="762000">
              <a:spcBef>
                <a:spcPct val="0"/>
              </a:spcBef>
              <a:defRPr>
                <a:solidFill>
                  <a:schemeClr val="tx1"/>
                </a:solidFill>
                <a:latin typeface="Arial" panose="020B0604020202020204" pitchFamily="34" charset="0"/>
                <a:ea typeface="宋体" panose="02010600030101010101" pitchFamily="2" charset="-122"/>
              </a:defRPr>
            </a:lvl3pPr>
            <a:lvl4pPr marL="1714500" defTabSz="762000">
              <a:spcBef>
                <a:spcPct val="0"/>
              </a:spcBef>
              <a:defRPr>
                <a:solidFill>
                  <a:schemeClr val="tx1"/>
                </a:solidFill>
                <a:latin typeface="Arial" panose="020B0604020202020204" pitchFamily="34" charset="0"/>
                <a:ea typeface="宋体" panose="02010600030101010101" pitchFamily="2" charset="-122"/>
              </a:defRPr>
            </a:lvl4pPr>
            <a:lvl5pPr marL="2286000" defTabSz="762000">
              <a:spcBef>
                <a:spcPct val="0"/>
              </a:spcBef>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Aft>
                <a:spcPct val="0"/>
              </a:spcAft>
            </a:pPr>
            <a:r>
              <a:rPr kumimoji="1" lang="zh-CN" altLang="en-US" sz="1600">
                <a:solidFill>
                  <a:srgbClr val="000000"/>
                </a:solidFill>
                <a:latin typeface="宋体" panose="02010600030101010101" pitchFamily="2" charset="-122"/>
              </a:rPr>
              <a:t>链路层协议</a:t>
            </a:r>
            <a:r>
              <a:rPr kumimoji="1" lang="en-US" altLang="zh-CN" sz="1600">
                <a:solidFill>
                  <a:srgbClr val="000000"/>
                </a:solidFill>
                <a:latin typeface="宋体" panose="02010600030101010101" pitchFamily="2" charset="-122"/>
              </a:rPr>
              <a:t>2</a:t>
            </a:r>
          </a:p>
        </p:txBody>
      </p:sp>
      <p:sp>
        <p:nvSpPr>
          <p:cNvPr id="463326" name="Rectangle 478"/>
          <p:cNvSpPr>
            <a:spLocks noChangeArrowheads="1"/>
          </p:cNvSpPr>
          <p:nvPr/>
        </p:nvSpPr>
        <p:spPr bwMode="auto">
          <a:xfrm>
            <a:off x="5486400" y="4011614"/>
            <a:ext cx="1117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folHlink"/>
                </a:solidFill>
                <a:miter lim="800000"/>
                <a:headEnd/>
                <a:tailEnd/>
              </a14:hiddenLine>
            </a:ext>
          </a:extLst>
        </p:spPr>
        <p:txBody>
          <a:bodyPr wrap="none" lIns="0" tIns="0" rIns="0" bIns="0">
            <a:spAutoFit/>
          </a:bodyPr>
          <a:lstStyle>
            <a:lvl1pPr defTabSz="762000">
              <a:spcBef>
                <a:spcPct val="0"/>
              </a:spcBef>
              <a:defRPr>
                <a:solidFill>
                  <a:schemeClr val="tx1"/>
                </a:solidFill>
                <a:latin typeface="Arial" panose="020B0604020202020204" pitchFamily="34" charset="0"/>
                <a:ea typeface="宋体" panose="02010600030101010101" pitchFamily="2" charset="-122"/>
              </a:defRPr>
            </a:lvl1pPr>
            <a:lvl2pPr marL="571500" defTabSz="762000">
              <a:spcBef>
                <a:spcPct val="0"/>
              </a:spcBef>
              <a:defRPr>
                <a:solidFill>
                  <a:schemeClr val="tx1"/>
                </a:solidFill>
                <a:latin typeface="Arial" panose="020B0604020202020204" pitchFamily="34" charset="0"/>
                <a:ea typeface="宋体" panose="02010600030101010101" pitchFamily="2" charset="-122"/>
              </a:defRPr>
            </a:lvl2pPr>
            <a:lvl3pPr marL="1143000" defTabSz="762000">
              <a:spcBef>
                <a:spcPct val="0"/>
              </a:spcBef>
              <a:defRPr>
                <a:solidFill>
                  <a:schemeClr val="tx1"/>
                </a:solidFill>
                <a:latin typeface="Arial" panose="020B0604020202020204" pitchFamily="34" charset="0"/>
                <a:ea typeface="宋体" panose="02010600030101010101" pitchFamily="2" charset="-122"/>
              </a:defRPr>
            </a:lvl3pPr>
            <a:lvl4pPr marL="1714500" defTabSz="762000">
              <a:spcBef>
                <a:spcPct val="0"/>
              </a:spcBef>
              <a:defRPr>
                <a:solidFill>
                  <a:schemeClr val="tx1"/>
                </a:solidFill>
                <a:latin typeface="Arial" panose="020B0604020202020204" pitchFamily="34" charset="0"/>
                <a:ea typeface="宋体" panose="02010600030101010101" pitchFamily="2" charset="-122"/>
              </a:defRPr>
            </a:lvl4pPr>
            <a:lvl5pPr marL="2286000" defTabSz="762000">
              <a:spcBef>
                <a:spcPct val="0"/>
              </a:spcBef>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Aft>
                <a:spcPct val="0"/>
              </a:spcAft>
            </a:pPr>
            <a:r>
              <a:rPr kumimoji="1" lang="zh-CN" altLang="en-US" sz="1600">
                <a:solidFill>
                  <a:srgbClr val="000000"/>
                </a:solidFill>
                <a:latin typeface="宋体" panose="02010600030101010101" pitchFamily="2" charset="-122"/>
              </a:rPr>
              <a:t>物理层协议</a:t>
            </a:r>
            <a:r>
              <a:rPr kumimoji="1" lang="en-US" altLang="zh-CN" sz="1600">
                <a:solidFill>
                  <a:srgbClr val="000000"/>
                </a:solidFill>
                <a:latin typeface="宋体" panose="02010600030101010101" pitchFamily="2" charset="-122"/>
              </a:rPr>
              <a:t>2</a:t>
            </a:r>
          </a:p>
        </p:txBody>
      </p:sp>
      <p:sp>
        <p:nvSpPr>
          <p:cNvPr id="463327" name="Line 479"/>
          <p:cNvSpPr>
            <a:spLocks noChangeShapeType="1"/>
          </p:cNvSpPr>
          <p:nvPr/>
        </p:nvSpPr>
        <p:spPr bwMode="auto">
          <a:xfrm>
            <a:off x="3260725" y="863601"/>
            <a:ext cx="0" cy="3802063"/>
          </a:xfrm>
          <a:prstGeom prst="line">
            <a:avLst/>
          </a:prstGeom>
          <a:noFill/>
          <a:ln w="28575">
            <a:solidFill>
              <a:schemeClr val="tx2"/>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3328" name="Line 480"/>
          <p:cNvSpPr>
            <a:spLocks noChangeShapeType="1"/>
          </p:cNvSpPr>
          <p:nvPr/>
        </p:nvSpPr>
        <p:spPr bwMode="auto">
          <a:xfrm rot="-10800000">
            <a:off x="8915400" y="863601"/>
            <a:ext cx="0" cy="3725863"/>
          </a:xfrm>
          <a:prstGeom prst="line">
            <a:avLst/>
          </a:prstGeom>
          <a:noFill/>
          <a:ln w="28575">
            <a:solidFill>
              <a:srgbClr val="00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3329" name="Line 481"/>
          <p:cNvSpPr>
            <a:spLocks noChangeShapeType="1"/>
          </p:cNvSpPr>
          <p:nvPr/>
        </p:nvSpPr>
        <p:spPr bwMode="auto">
          <a:xfrm>
            <a:off x="5240338" y="3151188"/>
            <a:ext cx="0" cy="1492250"/>
          </a:xfrm>
          <a:prstGeom prst="line">
            <a:avLst/>
          </a:prstGeom>
          <a:noFill/>
          <a:ln w="28575">
            <a:solidFill>
              <a:schemeClr val="tx2"/>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3330" name="Line 482"/>
          <p:cNvSpPr>
            <a:spLocks noChangeShapeType="1"/>
          </p:cNvSpPr>
          <p:nvPr/>
        </p:nvSpPr>
        <p:spPr bwMode="auto">
          <a:xfrm flipH="1">
            <a:off x="7689850" y="3203575"/>
            <a:ext cx="6350" cy="1416050"/>
          </a:xfrm>
          <a:prstGeom prst="line">
            <a:avLst/>
          </a:prstGeom>
          <a:noFill/>
          <a:ln w="28575">
            <a:solidFill>
              <a:schemeClr val="tx2"/>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3331" name="Line 483"/>
          <p:cNvSpPr>
            <a:spLocks noChangeShapeType="1"/>
          </p:cNvSpPr>
          <p:nvPr/>
        </p:nvSpPr>
        <p:spPr bwMode="auto">
          <a:xfrm rot="-10800000">
            <a:off x="4430713" y="3159126"/>
            <a:ext cx="6350" cy="1412875"/>
          </a:xfrm>
          <a:prstGeom prst="line">
            <a:avLst/>
          </a:prstGeom>
          <a:noFill/>
          <a:ln w="28575">
            <a:solidFill>
              <a:srgbClr val="00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3332" name="Line 484"/>
          <p:cNvSpPr>
            <a:spLocks noChangeShapeType="1"/>
          </p:cNvSpPr>
          <p:nvPr/>
        </p:nvSpPr>
        <p:spPr bwMode="auto">
          <a:xfrm rot="-5400000">
            <a:off x="4805363" y="2740025"/>
            <a:ext cx="0" cy="8382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3333" name="Line 485"/>
          <p:cNvSpPr>
            <a:spLocks noChangeShapeType="1"/>
          </p:cNvSpPr>
          <p:nvPr/>
        </p:nvSpPr>
        <p:spPr bwMode="auto">
          <a:xfrm rot="-5400000">
            <a:off x="7277100" y="2740025"/>
            <a:ext cx="0" cy="8382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3334" name="Line 486"/>
          <p:cNvSpPr>
            <a:spLocks noChangeShapeType="1"/>
          </p:cNvSpPr>
          <p:nvPr/>
        </p:nvSpPr>
        <p:spPr bwMode="auto">
          <a:xfrm rot="-5400000">
            <a:off x="3865563" y="4214813"/>
            <a:ext cx="0" cy="12192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3335" name="Line 487"/>
          <p:cNvSpPr>
            <a:spLocks noChangeShapeType="1"/>
          </p:cNvSpPr>
          <p:nvPr/>
        </p:nvSpPr>
        <p:spPr bwMode="auto">
          <a:xfrm rot="-5400000">
            <a:off x="6061075" y="4024313"/>
            <a:ext cx="0" cy="16002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3336" name="Line 488"/>
          <p:cNvSpPr>
            <a:spLocks noChangeShapeType="1"/>
          </p:cNvSpPr>
          <p:nvPr/>
        </p:nvSpPr>
        <p:spPr bwMode="auto">
          <a:xfrm rot="-10800000">
            <a:off x="6858001" y="3189288"/>
            <a:ext cx="3175" cy="1409700"/>
          </a:xfrm>
          <a:prstGeom prst="line">
            <a:avLst/>
          </a:prstGeom>
          <a:noFill/>
          <a:ln w="28575">
            <a:solidFill>
              <a:srgbClr val="00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3337" name="Line 489"/>
          <p:cNvSpPr>
            <a:spLocks noChangeShapeType="1"/>
          </p:cNvSpPr>
          <p:nvPr/>
        </p:nvSpPr>
        <p:spPr bwMode="auto">
          <a:xfrm rot="-5400000">
            <a:off x="8305800" y="4214813"/>
            <a:ext cx="0" cy="12192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3338" name="Text Box 490"/>
          <p:cNvSpPr txBox="1">
            <a:spLocks noChangeArrowheads="1"/>
          </p:cNvSpPr>
          <p:nvPr/>
        </p:nvSpPr>
        <p:spPr bwMode="auto">
          <a:xfrm>
            <a:off x="2249488" y="5384801"/>
            <a:ext cx="8077200" cy="1465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buFontTx/>
              <a:buBlip>
                <a:blip r:embed="rId3"/>
              </a:buBlip>
            </a:pPr>
            <a:r>
              <a:rPr kumimoji="1" lang="en-US" altLang="zh-CN" dirty="0">
                <a:solidFill>
                  <a:srgbClr val="CC0000"/>
                </a:solidFill>
              </a:rPr>
              <a:t>  </a:t>
            </a:r>
            <a:r>
              <a:rPr kumimoji="1" lang="zh-CN" altLang="en-US" b="1" dirty="0">
                <a:solidFill>
                  <a:srgbClr val="CC0000"/>
                </a:solidFill>
              </a:rPr>
              <a:t>逻辑通信：</a:t>
            </a:r>
            <a:r>
              <a:rPr kumimoji="1" lang="zh-CN" altLang="en-US" b="1" dirty="0">
                <a:solidFill>
                  <a:srgbClr val="000000"/>
                </a:solidFill>
              </a:rPr>
              <a:t>位于不同主机和网络设备中同层通信实体间的对话，对话遵</a:t>
            </a:r>
          </a:p>
          <a:p>
            <a:pPr fontAlgn="base">
              <a:spcBef>
                <a:spcPct val="0"/>
              </a:spcBef>
              <a:spcAft>
                <a:spcPct val="0"/>
              </a:spcAft>
            </a:pPr>
            <a:r>
              <a:rPr kumimoji="1" lang="zh-CN" altLang="en-US" b="1" dirty="0">
                <a:solidFill>
                  <a:srgbClr val="000000"/>
                </a:solidFill>
              </a:rPr>
              <a:t>     循某一特定协议，且每层协议各不相同；</a:t>
            </a:r>
          </a:p>
          <a:p>
            <a:pPr fontAlgn="base">
              <a:spcBef>
                <a:spcPct val="0"/>
              </a:spcBef>
              <a:spcAft>
                <a:spcPct val="0"/>
              </a:spcAft>
              <a:buFontTx/>
              <a:buBlip>
                <a:blip r:embed="rId3"/>
              </a:buBlip>
            </a:pPr>
            <a:r>
              <a:rPr kumimoji="1" lang="zh-CN" altLang="en-US" b="1" dirty="0">
                <a:solidFill>
                  <a:srgbClr val="000000"/>
                </a:solidFill>
              </a:rPr>
              <a:t>  传输层及以上层不同主机通信实体间的逻辑通信是直接点对点的通信，</a:t>
            </a:r>
          </a:p>
          <a:p>
            <a:pPr fontAlgn="base">
              <a:spcBef>
                <a:spcPct val="0"/>
              </a:spcBef>
              <a:spcAft>
                <a:spcPct val="0"/>
              </a:spcAft>
            </a:pPr>
            <a:r>
              <a:rPr kumimoji="1" lang="zh-CN" altLang="en-US" b="1" dirty="0">
                <a:solidFill>
                  <a:srgbClr val="000000"/>
                </a:solidFill>
              </a:rPr>
              <a:t>     下</a:t>
            </a:r>
            <a:r>
              <a:rPr kumimoji="1" lang="en-US" altLang="zh-CN" b="1" dirty="0">
                <a:solidFill>
                  <a:srgbClr val="000000"/>
                </a:solidFill>
              </a:rPr>
              <a:t>3</a:t>
            </a:r>
            <a:r>
              <a:rPr kumimoji="1" lang="zh-CN" altLang="en-US" b="1" dirty="0">
                <a:solidFill>
                  <a:srgbClr val="000000"/>
                </a:solidFill>
              </a:rPr>
              <a:t>层中主机与路由器和路由器与路由器之间的通信也是直接通信，且同 </a:t>
            </a:r>
          </a:p>
          <a:p>
            <a:pPr fontAlgn="base">
              <a:spcBef>
                <a:spcPct val="0"/>
              </a:spcBef>
              <a:spcAft>
                <a:spcPct val="0"/>
              </a:spcAft>
            </a:pPr>
            <a:r>
              <a:rPr kumimoji="1" lang="zh-CN" altLang="en-US" b="1" dirty="0">
                <a:solidFill>
                  <a:srgbClr val="000000"/>
                </a:solidFill>
              </a:rPr>
              <a:t>     层通信协议不尽相同。</a:t>
            </a:r>
          </a:p>
        </p:txBody>
      </p:sp>
      <p:sp>
        <p:nvSpPr>
          <p:cNvPr id="463339" name="Rectangle 491"/>
          <p:cNvSpPr>
            <a:spLocks noChangeArrowheads="1"/>
          </p:cNvSpPr>
          <p:nvPr/>
        </p:nvSpPr>
        <p:spPr bwMode="auto">
          <a:xfrm>
            <a:off x="3429000" y="3124200"/>
            <a:ext cx="846386"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folHlink"/>
                </a:solidFill>
                <a:miter lim="800000"/>
                <a:headEnd/>
                <a:tailEnd/>
              </a14:hiddenLine>
            </a:ext>
          </a:extLst>
        </p:spPr>
        <p:txBody>
          <a:bodyPr wrap="none" lIns="0" tIns="0" rIns="0" bIns="0">
            <a:spAutoFit/>
          </a:bodyPr>
          <a:lstStyle>
            <a:lvl1pPr defTabSz="762000">
              <a:spcBef>
                <a:spcPct val="0"/>
              </a:spcBef>
              <a:defRPr>
                <a:solidFill>
                  <a:schemeClr val="tx1"/>
                </a:solidFill>
                <a:latin typeface="Arial" panose="020B0604020202020204" pitchFamily="34" charset="0"/>
                <a:ea typeface="宋体" panose="02010600030101010101" pitchFamily="2" charset="-122"/>
              </a:defRPr>
            </a:lvl1pPr>
            <a:lvl2pPr marL="571500" defTabSz="762000">
              <a:spcBef>
                <a:spcPct val="0"/>
              </a:spcBef>
              <a:defRPr>
                <a:solidFill>
                  <a:schemeClr val="tx1"/>
                </a:solidFill>
                <a:latin typeface="Arial" panose="020B0604020202020204" pitchFamily="34" charset="0"/>
                <a:ea typeface="宋体" panose="02010600030101010101" pitchFamily="2" charset="-122"/>
              </a:defRPr>
            </a:lvl2pPr>
            <a:lvl3pPr marL="1143000" defTabSz="762000">
              <a:spcBef>
                <a:spcPct val="0"/>
              </a:spcBef>
              <a:defRPr>
                <a:solidFill>
                  <a:schemeClr val="tx1"/>
                </a:solidFill>
                <a:latin typeface="Arial" panose="020B0604020202020204" pitchFamily="34" charset="0"/>
                <a:ea typeface="宋体" panose="02010600030101010101" pitchFamily="2" charset="-122"/>
              </a:defRPr>
            </a:lvl3pPr>
            <a:lvl4pPr marL="1714500" defTabSz="762000">
              <a:spcBef>
                <a:spcPct val="0"/>
              </a:spcBef>
              <a:defRPr>
                <a:solidFill>
                  <a:schemeClr val="tx1"/>
                </a:solidFill>
                <a:latin typeface="Arial" panose="020B0604020202020204" pitchFamily="34" charset="0"/>
                <a:ea typeface="宋体" panose="02010600030101010101" pitchFamily="2" charset="-122"/>
              </a:defRPr>
            </a:lvl4pPr>
            <a:lvl5pPr marL="2286000" defTabSz="762000">
              <a:spcBef>
                <a:spcPct val="0"/>
              </a:spcBef>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Aft>
                <a:spcPct val="0"/>
              </a:spcAft>
            </a:pPr>
            <a:r>
              <a:rPr kumimoji="1" lang="zh-CN" altLang="en-US" sz="1200">
                <a:solidFill>
                  <a:srgbClr val="000000"/>
                </a:solidFill>
                <a:latin typeface="宋体" panose="02010600030101010101" pitchFamily="2" charset="-122"/>
              </a:rPr>
              <a:t>网络层协议</a:t>
            </a:r>
            <a:r>
              <a:rPr kumimoji="1" lang="en-US" altLang="zh-CN" sz="1200">
                <a:solidFill>
                  <a:srgbClr val="000000"/>
                </a:solidFill>
                <a:latin typeface="宋体" panose="02010600030101010101" pitchFamily="2" charset="-122"/>
              </a:rPr>
              <a:t>1</a:t>
            </a:r>
          </a:p>
        </p:txBody>
      </p:sp>
      <p:sp>
        <p:nvSpPr>
          <p:cNvPr id="463340" name="Rectangle 492"/>
          <p:cNvSpPr>
            <a:spLocks noChangeArrowheads="1"/>
          </p:cNvSpPr>
          <p:nvPr/>
        </p:nvSpPr>
        <p:spPr bwMode="auto">
          <a:xfrm>
            <a:off x="7848600" y="3124200"/>
            <a:ext cx="846386"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folHlink"/>
                </a:solidFill>
                <a:miter lim="800000"/>
                <a:headEnd/>
                <a:tailEnd/>
              </a14:hiddenLine>
            </a:ext>
          </a:extLst>
        </p:spPr>
        <p:txBody>
          <a:bodyPr wrap="none" lIns="0" tIns="0" rIns="0" bIns="0">
            <a:spAutoFit/>
          </a:bodyPr>
          <a:lstStyle>
            <a:lvl1pPr defTabSz="762000">
              <a:spcBef>
                <a:spcPct val="0"/>
              </a:spcBef>
              <a:defRPr>
                <a:solidFill>
                  <a:schemeClr val="tx1"/>
                </a:solidFill>
                <a:latin typeface="Arial" panose="020B0604020202020204" pitchFamily="34" charset="0"/>
                <a:ea typeface="宋体" panose="02010600030101010101" pitchFamily="2" charset="-122"/>
              </a:defRPr>
            </a:lvl1pPr>
            <a:lvl2pPr marL="571500" defTabSz="762000">
              <a:spcBef>
                <a:spcPct val="0"/>
              </a:spcBef>
              <a:defRPr>
                <a:solidFill>
                  <a:schemeClr val="tx1"/>
                </a:solidFill>
                <a:latin typeface="Arial" panose="020B0604020202020204" pitchFamily="34" charset="0"/>
                <a:ea typeface="宋体" panose="02010600030101010101" pitchFamily="2" charset="-122"/>
              </a:defRPr>
            </a:lvl2pPr>
            <a:lvl3pPr marL="1143000" defTabSz="762000">
              <a:spcBef>
                <a:spcPct val="0"/>
              </a:spcBef>
              <a:defRPr>
                <a:solidFill>
                  <a:schemeClr val="tx1"/>
                </a:solidFill>
                <a:latin typeface="Arial" panose="020B0604020202020204" pitchFamily="34" charset="0"/>
                <a:ea typeface="宋体" panose="02010600030101010101" pitchFamily="2" charset="-122"/>
              </a:defRPr>
            </a:lvl3pPr>
            <a:lvl4pPr marL="1714500" defTabSz="762000">
              <a:spcBef>
                <a:spcPct val="0"/>
              </a:spcBef>
              <a:defRPr>
                <a:solidFill>
                  <a:schemeClr val="tx1"/>
                </a:solidFill>
                <a:latin typeface="Arial" panose="020B0604020202020204" pitchFamily="34" charset="0"/>
                <a:ea typeface="宋体" panose="02010600030101010101" pitchFamily="2" charset="-122"/>
              </a:defRPr>
            </a:lvl4pPr>
            <a:lvl5pPr marL="2286000" defTabSz="762000">
              <a:spcBef>
                <a:spcPct val="0"/>
              </a:spcBef>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Aft>
                <a:spcPct val="0"/>
              </a:spcAft>
            </a:pPr>
            <a:r>
              <a:rPr kumimoji="1" lang="zh-CN" altLang="en-US" sz="1200">
                <a:solidFill>
                  <a:srgbClr val="000000"/>
                </a:solidFill>
                <a:latin typeface="宋体" panose="02010600030101010101" pitchFamily="2" charset="-122"/>
              </a:rPr>
              <a:t>网络层协议</a:t>
            </a:r>
            <a:r>
              <a:rPr kumimoji="1" lang="en-US" altLang="zh-CN" sz="1200">
                <a:solidFill>
                  <a:srgbClr val="000000"/>
                </a:solidFill>
                <a:latin typeface="宋体" panose="02010600030101010101" pitchFamily="2" charset="-122"/>
              </a:rPr>
              <a:t>3</a:t>
            </a:r>
          </a:p>
        </p:txBody>
      </p:sp>
      <p:sp>
        <p:nvSpPr>
          <p:cNvPr id="463341" name="Rectangle 493"/>
          <p:cNvSpPr>
            <a:spLocks noChangeArrowheads="1"/>
          </p:cNvSpPr>
          <p:nvPr/>
        </p:nvSpPr>
        <p:spPr bwMode="auto">
          <a:xfrm>
            <a:off x="3429000" y="3641725"/>
            <a:ext cx="846386"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folHlink"/>
                </a:solidFill>
                <a:miter lim="800000"/>
                <a:headEnd/>
                <a:tailEnd/>
              </a14:hiddenLine>
            </a:ext>
          </a:extLst>
        </p:spPr>
        <p:txBody>
          <a:bodyPr wrap="none" lIns="0" tIns="0" rIns="0" bIns="0">
            <a:spAutoFit/>
          </a:bodyPr>
          <a:lstStyle>
            <a:lvl1pPr defTabSz="762000">
              <a:spcBef>
                <a:spcPct val="0"/>
              </a:spcBef>
              <a:defRPr>
                <a:solidFill>
                  <a:schemeClr val="tx1"/>
                </a:solidFill>
                <a:latin typeface="Arial" panose="020B0604020202020204" pitchFamily="34" charset="0"/>
                <a:ea typeface="宋体" panose="02010600030101010101" pitchFamily="2" charset="-122"/>
              </a:defRPr>
            </a:lvl1pPr>
            <a:lvl2pPr marL="571500" defTabSz="762000">
              <a:spcBef>
                <a:spcPct val="0"/>
              </a:spcBef>
              <a:defRPr>
                <a:solidFill>
                  <a:schemeClr val="tx1"/>
                </a:solidFill>
                <a:latin typeface="Arial" panose="020B0604020202020204" pitchFamily="34" charset="0"/>
                <a:ea typeface="宋体" panose="02010600030101010101" pitchFamily="2" charset="-122"/>
              </a:defRPr>
            </a:lvl2pPr>
            <a:lvl3pPr marL="1143000" defTabSz="762000">
              <a:spcBef>
                <a:spcPct val="0"/>
              </a:spcBef>
              <a:defRPr>
                <a:solidFill>
                  <a:schemeClr val="tx1"/>
                </a:solidFill>
                <a:latin typeface="Arial" panose="020B0604020202020204" pitchFamily="34" charset="0"/>
                <a:ea typeface="宋体" panose="02010600030101010101" pitchFamily="2" charset="-122"/>
              </a:defRPr>
            </a:lvl3pPr>
            <a:lvl4pPr marL="1714500" defTabSz="762000">
              <a:spcBef>
                <a:spcPct val="0"/>
              </a:spcBef>
              <a:defRPr>
                <a:solidFill>
                  <a:schemeClr val="tx1"/>
                </a:solidFill>
                <a:latin typeface="Arial" panose="020B0604020202020204" pitchFamily="34" charset="0"/>
                <a:ea typeface="宋体" panose="02010600030101010101" pitchFamily="2" charset="-122"/>
              </a:defRPr>
            </a:lvl4pPr>
            <a:lvl5pPr marL="2286000" defTabSz="762000">
              <a:spcBef>
                <a:spcPct val="0"/>
              </a:spcBef>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Aft>
                <a:spcPct val="0"/>
              </a:spcAft>
            </a:pPr>
            <a:r>
              <a:rPr kumimoji="1" lang="zh-CN" altLang="en-US" sz="1200">
                <a:solidFill>
                  <a:srgbClr val="000000"/>
                </a:solidFill>
                <a:latin typeface="宋体" panose="02010600030101010101" pitchFamily="2" charset="-122"/>
              </a:rPr>
              <a:t>链路层协议</a:t>
            </a:r>
            <a:r>
              <a:rPr kumimoji="1" lang="en-US" altLang="zh-CN" sz="1200">
                <a:solidFill>
                  <a:srgbClr val="000000"/>
                </a:solidFill>
                <a:latin typeface="宋体" panose="02010600030101010101" pitchFamily="2" charset="-122"/>
              </a:rPr>
              <a:t>1</a:t>
            </a:r>
          </a:p>
        </p:txBody>
      </p:sp>
      <p:sp>
        <p:nvSpPr>
          <p:cNvPr id="463342" name="Rectangle 494"/>
          <p:cNvSpPr>
            <a:spLocks noChangeArrowheads="1"/>
          </p:cNvSpPr>
          <p:nvPr/>
        </p:nvSpPr>
        <p:spPr bwMode="auto">
          <a:xfrm>
            <a:off x="7848600" y="3657600"/>
            <a:ext cx="846386"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folHlink"/>
                </a:solidFill>
                <a:miter lim="800000"/>
                <a:headEnd/>
                <a:tailEnd/>
              </a14:hiddenLine>
            </a:ext>
          </a:extLst>
        </p:spPr>
        <p:txBody>
          <a:bodyPr wrap="none" lIns="0" tIns="0" rIns="0" bIns="0">
            <a:spAutoFit/>
          </a:bodyPr>
          <a:lstStyle>
            <a:lvl1pPr defTabSz="762000">
              <a:spcBef>
                <a:spcPct val="0"/>
              </a:spcBef>
              <a:defRPr>
                <a:solidFill>
                  <a:schemeClr val="tx1"/>
                </a:solidFill>
                <a:latin typeface="Arial" panose="020B0604020202020204" pitchFamily="34" charset="0"/>
                <a:ea typeface="宋体" panose="02010600030101010101" pitchFamily="2" charset="-122"/>
              </a:defRPr>
            </a:lvl1pPr>
            <a:lvl2pPr marL="571500" defTabSz="762000">
              <a:spcBef>
                <a:spcPct val="0"/>
              </a:spcBef>
              <a:defRPr>
                <a:solidFill>
                  <a:schemeClr val="tx1"/>
                </a:solidFill>
                <a:latin typeface="Arial" panose="020B0604020202020204" pitchFamily="34" charset="0"/>
                <a:ea typeface="宋体" panose="02010600030101010101" pitchFamily="2" charset="-122"/>
              </a:defRPr>
            </a:lvl2pPr>
            <a:lvl3pPr marL="1143000" defTabSz="762000">
              <a:spcBef>
                <a:spcPct val="0"/>
              </a:spcBef>
              <a:defRPr>
                <a:solidFill>
                  <a:schemeClr val="tx1"/>
                </a:solidFill>
                <a:latin typeface="Arial" panose="020B0604020202020204" pitchFamily="34" charset="0"/>
                <a:ea typeface="宋体" panose="02010600030101010101" pitchFamily="2" charset="-122"/>
              </a:defRPr>
            </a:lvl3pPr>
            <a:lvl4pPr marL="1714500" defTabSz="762000">
              <a:spcBef>
                <a:spcPct val="0"/>
              </a:spcBef>
              <a:defRPr>
                <a:solidFill>
                  <a:schemeClr val="tx1"/>
                </a:solidFill>
                <a:latin typeface="Arial" panose="020B0604020202020204" pitchFamily="34" charset="0"/>
                <a:ea typeface="宋体" panose="02010600030101010101" pitchFamily="2" charset="-122"/>
              </a:defRPr>
            </a:lvl4pPr>
            <a:lvl5pPr marL="2286000" defTabSz="762000">
              <a:spcBef>
                <a:spcPct val="0"/>
              </a:spcBef>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Aft>
                <a:spcPct val="0"/>
              </a:spcAft>
            </a:pPr>
            <a:r>
              <a:rPr kumimoji="1" lang="zh-CN" altLang="en-US" sz="1200">
                <a:solidFill>
                  <a:srgbClr val="000000"/>
                </a:solidFill>
                <a:latin typeface="宋体" panose="02010600030101010101" pitchFamily="2" charset="-122"/>
              </a:rPr>
              <a:t>链路层协议</a:t>
            </a:r>
            <a:r>
              <a:rPr kumimoji="1" lang="en-US" altLang="zh-CN" sz="1200">
                <a:solidFill>
                  <a:srgbClr val="000000"/>
                </a:solidFill>
                <a:latin typeface="宋体" panose="02010600030101010101" pitchFamily="2" charset="-122"/>
              </a:rPr>
              <a:t>3</a:t>
            </a:r>
          </a:p>
        </p:txBody>
      </p:sp>
      <p:sp>
        <p:nvSpPr>
          <p:cNvPr id="463343" name="Rectangle 495"/>
          <p:cNvSpPr>
            <a:spLocks noChangeArrowheads="1"/>
          </p:cNvSpPr>
          <p:nvPr/>
        </p:nvSpPr>
        <p:spPr bwMode="auto">
          <a:xfrm>
            <a:off x="3429000" y="4038600"/>
            <a:ext cx="846386"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folHlink"/>
                </a:solidFill>
                <a:miter lim="800000"/>
                <a:headEnd/>
                <a:tailEnd/>
              </a14:hiddenLine>
            </a:ext>
          </a:extLst>
        </p:spPr>
        <p:txBody>
          <a:bodyPr wrap="none" lIns="0" tIns="0" rIns="0" bIns="0">
            <a:spAutoFit/>
          </a:bodyPr>
          <a:lstStyle>
            <a:lvl1pPr defTabSz="762000">
              <a:spcBef>
                <a:spcPct val="0"/>
              </a:spcBef>
              <a:defRPr>
                <a:solidFill>
                  <a:schemeClr val="tx1"/>
                </a:solidFill>
                <a:latin typeface="Arial" panose="020B0604020202020204" pitchFamily="34" charset="0"/>
                <a:ea typeface="宋体" panose="02010600030101010101" pitchFamily="2" charset="-122"/>
              </a:defRPr>
            </a:lvl1pPr>
            <a:lvl2pPr marL="571500" defTabSz="762000">
              <a:spcBef>
                <a:spcPct val="0"/>
              </a:spcBef>
              <a:defRPr>
                <a:solidFill>
                  <a:schemeClr val="tx1"/>
                </a:solidFill>
                <a:latin typeface="Arial" panose="020B0604020202020204" pitchFamily="34" charset="0"/>
                <a:ea typeface="宋体" panose="02010600030101010101" pitchFamily="2" charset="-122"/>
              </a:defRPr>
            </a:lvl2pPr>
            <a:lvl3pPr marL="1143000" defTabSz="762000">
              <a:spcBef>
                <a:spcPct val="0"/>
              </a:spcBef>
              <a:defRPr>
                <a:solidFill>
                  <a:schemeClr val="tx1"/>
                </a:solidFill>
                <a:latin typeface="Arial" panose="020B0604020202020204" pitchFamily="34" charset="0"/>
                <a:ea typeface="宋体" panose="02010600030101010101" pitchFamily="2" charset="-122"/>
              </a:defRPr>
            </a:lvl3pPr>
            <a:lvl4pPr marL="1714500" defTabSz="762000">
              <a:spcBef>
                <a:spcPct val="0"/>
              </a:spcBef>
              <a:defRPr>
                <a:solidFill>
                  <a:schemeClr val="tx1"/>
                </a:solidFill>
                <a:latin typeface="Arial" panose="020B0604020202020204" pitchFamily="34" charset="0"/>
                <a:ea typeface="宋体" panose="02010600030101010101" pitchFamily="2" charset="-122"/>
              </a:defRPr>
            </a:lvl4pPr>
            <a:lvl5pPr marL="2286000" defTabSz="762000">
              <a:spcBef>
                <a:spcPct val="0"/>
              </a:spcBef>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Aft>
                <a:spcPct val="0"/>
              </a:spcAft>
            </a:pPr>
            <a:r>
              <a:rPr kumimoji="1" lang="zh-CN" altLang="en-US" sz="1200">
                <a:solidFill>
                  <a:srgbClr val="000000"/>
                </a:solidFill>
                <a:latin typeface="宋体" panose="02010600030101010101" pitchFamily="2" charset="-122"/>
              </a:rPr>
              <a:t>物理层协议</a:t>
            </a:r>
            <a:r>
              <a:rPr kumimoji="1" lang="en-US" altLang="zh-CN" sz="1200">
                <a:solidFill>
                  <a:srgbClr val="000000"/>
                </a:solidFill>
                <a:latin typeface="宋体" panose="02010600030101010101" pitchFamily="2" charset="-122"/>
              </a:rPr>
              <a:t>1</a:t>
            </a:r>
          </a:p>
        </p:txBody>
      </p:sp>
      <p:sp>
        <p:nvSpPr>
          <p:cNvPr id="463344" name="Rectangle 496"/>
          <p:cNvSpPr>
            <a:spLocks noChangeArrowheads="1"/>
          </p:cNvSpPr>
          <p:nvPr/>
        </p:nvSpPr>
        <p:spPr bwMode="auto">
          <a:xfrm>
            <a:off x="7848600" y="4114800"/>
            <a:ext cx="846386"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folHlink"/>
                </a:solidFill>
                <a:miter lim="800000"/>
                <a:headEnd/>
                <a:tailEnd/>
              </a14:hiddenLine>
            </a:ext>
          </a:extLst>
        </p:spPr>
        <p:txBody>
          <a:bodyPr wrap="none" lIns="0" tIns="0" rIns="0" bIns="0">
            <a:spAutoFit/>
          </a:bodyPr>
          <a:lstStyle>
            <a:lvl1pPr defTabSz="762000">
              <a:spcBef>
                <a:spcPct val="0"/>
              </a:spcBef>
              <a:defRPr>
                <a:solidFill>
                  <a:schemeClr val="tx1"/>
                </a:solidFill>
                <a:latin typeface="Arial" panose="020B0604020202020204" pitchFamily="34" charset="0"/>
                <a:ea typeface="宋体" panose="02010600030101010101" pitchFamily="2" charset="-122"/>
              </a:defRPr>
            </a:lvl1pPr>
            <a:lvl2pPr marL="571500" defTabSz="762000">
              <a:spcBef>
                <a:spcPct val="0"/>
              </a:spcBef>
              <a:defRPr>
                <a:solidFill>
                  <a:schemeClr val="tx1"/>
                </a:solidFill>
                <a:latin typeface="Arial" panose="020B0604020202020204" pitchFamily="34" charset="0"/>
                <a:ea typeface="宋体" panose="02010600030101010101" pitchFamily="2" charset="-122"/>
              </a:defRPr>
            </a:lvl2pPr>
            <a:lvl3pPr marL="1143000" defTabSz="762000">
              <a:spcBef>
                <a:spcPct val="0"/>
              </a:spcBef>
              <a:defRPr>
                <a:solidFill>
                  <a:schemeClr val="tx1"/>
                </a:solidFill>
                <a:latin typeface="Arial" panose="020B0604020202020204" pitchFamily="34" charset="0"/>
                <a:ea typeface="宋体" panose="02010600030101010101" pitchFamily="2" charset="-122"/>
              </a:defRPr>
            </a:lvl3pPr>
            <a:lvl4pPr marL="1714500" defTabSz="762000">
              <a:spcBef>
                <a:spcPct val="0"/>
              </a:spcBef>
              <a:defRPr>
                <a:solidFill>
                  <a:schemeClr val="tx1"/>
                </a:solidFill>
                <a:latin typeface="Arial" panose="020B0604020202020204" pitchFamily="34" charset="0"/>
                <a:ea typeface="宋体" panose="02010600030101010101" pitchFamily="2" charset="-122"/>
              </a:defRPr>
            </a:lvl4pPr>
            <a:lvl5pPr marL="2286000" defTabSz="762000">
              <a:spcBef>
                <a:spcPct val="0"/>
              </a:spcBef>
              <a:defRPr>
                <a:solidFill>
                  <a:schemeClr val="tx1"/>
                </a:solidFill>
                <a:latin typeface="Arial" panose="020B0604020202020204" pitchFamily="34" charset="0"/>
                <a:ea typeface="宋体" panose="02010600030101010101" pitchFamily="2" charset="-122"/>
              </a:defRPr>
            </a:lvl5pPr>
            <a:lvl6pPr marL="27432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defTabSz="7620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Aft>
                <a:spcPct val="0"/>
              </a:spcAft>
            </a:pPr>
            <a:r>
              <a:rPr kumimoji="1" lang="zh-CN" altLang="en-US" sz="1200">
                <a:solidFill>
                  <a:srgbClr val="000000"/>
                </a:solidFill>
                <a:latin typeface="宋体" panose="02010600030101010101" pitchFamily="2" charset="-122"/>
              </a:rPr>
              <a:t>物理层协议</a:t>
            </a:r>
            <a:r>
              <a:rPr kumimoji="1" lang="en-US" altLang="zh-CN" sz="1200">
                <a:solidFill>
                  <a:srgbClr val="000000"/>
                </a:solidFill>
                <a:latin typeface="宋体" panose="02010600030101010101" pitchFamily="2" charset="-122"/>
              </a:rPr>
              <a:t>3</a:t>
            </a:r>
          </a:p>
        </p:txBody>
      </p:sp>
      <p:sp>
        <p:nvSpPr>
          <p:cNvPr id="463345" name="Line 497"/>
          <p:cNvSpPr>
            <a:spLocks noChangeShapeType="1"/>
          </p:cNvSpPr>
          <p:nvPr/>
        </p:nvSpPr>
        <p:spPr bwMode="auto">
          <a:xfrm>
            <a:off x="3398838" y="1268413"/>
            <a:ext cx="5287962" cy="0"/>
          </a:xfrm>
          <a:prstGeom prst="line">
            <a:avLst/>
          </a:prstGeom>
          <a:noFill/>
          <a:ln w="9525">
            <a:solidFill>
              <a:srgbClr val="FF0000"/>
            </a:solidFill>
            <a:prstDash val="dash"/>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3346" name="Line 498"/>
          <p:cNvSpPr>
            <a:spLocks noChangeShapeType="1"/>
          </p:cNvSpPr>
          <p:nvPr/>
        </p:nvSpPr>
        <p:spPr bwMode="auto">
          <a:xfrm>
            <a:off x="3397251" y="1808163"/>
            <a:ext cx="5287963" cy="0"/>
          </a:xfrm>
          <a:prstGeom prst="line">
            <a:avLst/>
          </a:prstGeom>
          <a:noFill/>
          <a:ln w="9525">
            <a:solidFill>
              <a:srgbClr val="FF0000"/>
            </a:solidFill>
            <a:prstDash val="dash"/>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3347" name="Line 499"/>
          <p:cNvSpPr>
            <a:spLocks noChangeShapeType="1"/>
          </p:cNvSpPr>
          <p:nvPr/>
        </p:nvSpPr>
        <p:spPr bwMode="auto">
          <a:xfrm>
            <a:off x="3398839" y="2303463"/>
            <a:ext cx="5286375" cy="0"/>
          </a:xfrm>
          <a:prstGeom prst="line">
            <a:avLst/>
          </a:prstGeom>
          <a:noFill/>
          <a:ln w="9525">
            <a:solidFill>
              <a:srgbClr val="FF0000"/>
            </a:solidFill>
            <a:prstDash val="dash"/>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3348" name="Line 500"/>
          <p:cNvSpPr>
            <a:spLocks noChangeShapeType="1"/>
          </p:cNvSpPr>
          <p:nvPr/>
        </p:nvSpPr>
        <p:spPr bwMode="auto">
          <a:xfrm>
            <a:off x="3397251" y="2798763"/>
            <a:ext cx="5287963" cy="0"/>
          </a:xfrm>
          <a:prstGeom prst="line">
            <a:avLst/>
          </a:prstGeom>
          <a:noFill/>
          <a:ln w="9525">
            <a:solidFill>
              <a:srgbClr val="FF0000"/>
            </a:solidFill>
            <a:prstDash val="dash"/>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3349" name="Text Box 501"/>
          <p:cNvSpPr txBox="1">
            <a:spLocks noChangeArrowheads="1"/>
          </p:cNvSpPr>
          <p:nvPr/>
        </p:nvSpPr>
        <p:spPr bwMode="auto">
          <a:xfrm>
            <a:off x="5130801" y="2393951"/>
            <a:ext cx="17748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buClr>
                <a:srgbClr val="CCFFFF"/>
              </a:buClr>
              <a:buSzPct val="70000"/>
              <a:buFont typeface="Wingdings" panose="05000000000000000000" pitchFamily="2" charset="2"/>
              <a:buNone/>
            </a:pPr>
            <a:r>
              <a:rPr lang="zh-CN" altLang="en-US" sz="2000" b="1">
                <a:solidFill>
                  <a:srgbClr val="000000"/>
                </a:solidFill>
                <a:latin typeface="Arial" panose="020B0604020202020204" pitchFamily="34" charset="0"/>
              </a:rPr>
              <a:t>传输层协议</a:t>
            </a:r>
          </a:p>
        </p:txBody>
      </p:sp>
      <p:sp>
        <p:nvSpPr>
          <p:cNvPr id="463350" name="Text Box 502"/>
          <p:cNvSpPr txBox="1">
            <a:spLocks noChangeArrowheads="1"/>
          </p:cNvSpPr>
          <p:nvPr/>
        </p:nvSpPr>
        <p:spPr bwMode="auto">
          <a:xfrm>
            <a:off x="5105400" y="1911351"/>
            <a:ext cx="20716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buClr>
                <a:srgbClr val="CCFFFF"/>
              </a:buClr>
              <a:buSzPct val="70000"/>
              <a:buFont typeface="Wingdings" panose="05000000000000000000" pitchFamily="2" charset="2"/>
              <a:buNone/>
            </a:pPr>
            <a:r>
              <a:rPr lang="zh-CN" altLang="en-US" sz="2000" b="1">
                <a:solidFill>
                  <a:srgbClr val="000000"/>
                </a:solidFill>
                <a:latin typeface="Arial" panose="020B0604020202020204" pitchFamily="34" charset="0"/>
              </a:rPr>
              <a:t>会话层协议</a:t>
            </a:r>
          </a:p>
        </p:txBody>
      </p:sp>
      <p:sp>
        <p:nvSpPr>
          <p:cNvPr id="463351" name="Text Box 503"/>
          <p:cNvSpPr txBox="1">
            <a:spLocks noChangeArrowheads="1"/>
          </p:cNvSpPr>
          <p:nvPr/>
        </p:nvSpPr>
        <p:spPr bwMode="auto">
          <a:xfrm>
            <a:off x="5113338" y="1392239"/>
            <a:ext cx="25574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buClr>
                <a:srgbClr val="CCFFFF"/>
              </a:buClr>
              <a:buSzPct val="70000"/>
              <a:buFont typeface="Wingdings" panose="05000000000000000000" pitchFamily="2" charset="2"/>
              <a:buNone/>
            </a:pPr>
            <a:r>
              <a:rPr lang="zh-CN" altLang="en-US" sz="2000" b="1">
                <a:solidFill>
                  <a:srgbClr val="000000"/>
                </a:solidFill>
                <a:latin typeface="Arial" panose="020B0604020202020204" pitchFamily="34" charset="0"/>
              </a:rPr>
              <a:t>表示层协议</a:t>
            </a:r>
          </a:p>
        </p:txBody>
      </p:sp>
      <p:sp>
        <p:nvSpPr>
          <p:cNvPr id="463352" name="Text Box 504"/>
          <p:cNvSpPr txBox="1">
            <a:spLocks noChangeArrowheads="1"/>
          </p:cNvSpPr>
          <p:nvPr/>
        </p:nvSpPr>
        <p:spPr bwMode="auto">
          <a:xfrm>
            <a:off x="5105400" y="871539"/>
            <a:ext cx="20208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buClr>
                <a:srgbClr val="CCFFFF"/>
              </a:buClr>
              <a:buSzPct val="70000"/>
              <a:buFont typeface="Wingdings" panose="05000000000000000000" pitchFamily="2" charset="2"/>
              <a:buNone/>
            </a:pPr>
            <a:r>
              <a:rPr lang="zh-CN" altLang="en-US" sz="2000" b="1">
                <a:solidFill>
                  <a:srgbClr val="000000"/>
                </a:solidFill>
                <a:latin typeface="Arial" panose="020B0604020202020204" pitchFamily="34" charset="0"/>
              </a:rPr>
              <a:t>应用层协议</a:t>
            </a:r>
          </a:p>
        </p:txBody>
      </p:sp>
    </p:spTree>
    <p:extLst>
      <p:ext uri="{BB962C8B-B14F-4D97-AF65-F5344CB8AC3E}">
        <p14:creationId xmlns:p14="http://schemas.microsoft.com/office/powerpoint/2010/main" val="233010893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3"/>
          <p:cNvSpPr>
            <a:spLocks noChangeArrowheads="1"/>
          </p:cNvSpPr>
          <p:nvPr/>
        </p:nvSpPr>
        <p:spPr bwMode="auto">
          <a:xfrm>
            <a:off x="152399" y="1408076"/>
            <a:ext cx="11706225" cy="900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tabLst>
                <a:tab pos="765175" algn="l"/>
              </a:tabLst>
              <a:defRPr kumimoji="1" sz="2400">
                <a:solidFill>
                  <a:schemeClr val="tx1"/>
                </a:solidFill>
                <a:latin typeface="Times New Roman" panose="02020603050405020304" pitchFamily="18" charset="0"/>
                <a:ea typeface="宋体" panose="02010600030101010101" pitchFamily="2" charset="-122"/>
              </a:defRPr>
            </a:lvl1pPr>
            <a:lvl2pPr marL="819150" indent="-285750">
              <a:tabLst>
                <a:tab pos="765175" algn="l"/>
              </a:tabLst>
              <a:defRPr kumimoji="1" sz="2400">
                <a:solidFill>
                  <a:schemeClr val="tx1"/>
                </a:solidFill>
                <a:latin typeface="Times New Roman" panose="02020603050405020304" pitchFamily="18" charset="0"/>
                <a:ea typeface="宋体" panose="02010600030101010101" pitchFamily="2" charset="-122"/>
              </a:defRPr>
            </a:lvl2pPr>
            <a:lvl3pPr marL="1238250" indent="-228600">
              <a:tabLst>
                <a:tab pos="765175" algn="l"/>
              </a:tabLst>
              <a:defRPr kumimoji="1" sz="2400">
                <a:solidFill>
                  <a:schemeClr val="tx1"/>
                </a:solidFill>
                <a:latin typeface="Times New Roman" panose="02020603050405020304" pitchFamily="18" charset="0"/>
                <a:ea typeface="宋体" panose="02010600030101010101" pitchFamily="2" charset="-122"/>
              </a:defRPr>
            </a:lvl3pPr>
            <a:lvl4pPr marL="1600200" indent="-228600">
              <a:tabLst>
                <a:tab pos="765175" algn="l"/>
              </a:tabLst>
              <a:defRPr kumimoji="1" sz="2400">
                <a:solidFill>
                  <a:schemeClr val="tx1"/>
                </a:solidFill>
                <a:latin typeface="Times New Roman" panose="02020603050405020304" pitchFamily="18" charset="0"/>
                <a:ea typeface="宋体" panose="02010600030101010101" pitchFamily="2" charset="-122"/>
              </a:defRPr>
            </a:lvl4pPr>
            <a:lvl5pPr marL="2057400" indent="-228600">
              <a:tabLst>
                <a:tab pos="765175" algn="l"/>
              </a:tabLst>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tabLst>
                <a:tab pos="765175" algn="l"/>
              </a:tabLs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tabLst>
                <a:tab pos="765175" algn="l"/>
              </a:tabLs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tabLst>
                <a:tab pos="765175" algn="l"/>
              </a:tabLs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tabLst>
                <a:tab pos="765175" algn="l"/>
              </a:tabLs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20000"/>
              </a:spcBef>
              <a:spcAft>
                <a:spcPct val="0"/>
              </a:spcAft>
              <a:buClr>
                <a:srgbClr val="000054"/>
              </a:buClr>
              <a:buSzPct val="70000"/>
              <a:buFont typeface="Wingdings" panose="05000000000000000000" pitchFamily="2" charset="2"/>
              <a:buChar char="n"/>
            </a:pPr>
            <a:r>
              <a:rPr lang="en-US" altLang="zh-CN" b="1" dirty="0">
                <a:solidFill>
                  <a:srgbClr val="000054"/>
                </a:solidFill>
                <a:ea typeface="楷体" panose="02010609060101010101" pitchFamily="49" charset="-122"/>
                <a:cs typeface="Times New Roman" panose="02020603050405020304" pitchFamily="18" charset="0"/>
              </a:rPr>
              <a:t>TCP/IP</a:t>
            </a:r>
            <a:r>
              <a:rPr lang="zh-CN" altLang="en-US" b="1" dirty="0">
                <a:solidFill>
                  <a:srgbClr val="000054"/>
                </a:solidFill>
                <a:ea typeface="楷体" panose="02010609060101010101" pitchFamily="49" charset="-122"/>
                <a:cs typeface="Times New Roman" panose="02020603050405020304" pitchFamily="18" charset="0"/>
              </a:rPr>
              <a:t>协议模型定义了网络层、传输层和应用层共</a:t>
            </a:r>
            <a:r>
              <a:rPr lang="en-US" altLang="zh-CN" b="1" dirty="0">
                <a:solidFill>
                  <a:srgbClr val="000054"/>
                </a:solidFill>
                <a:ea typeface="楷体" panose="02010609060101010101" pitchFamily="49" charset="-122"/>
                <a:cs typeface="Times New Roman" panose="02020603050405020304" pitchFamily="18" charset="0"/>
              </a:rPr>
              <a:t>3</a:t>
            </a:r>
            <a:r>
              <a:rPr lang="zh-CN" altLang="en-US" b="1" dirty="0">
                <a:solidFill>
                  <a:srgbClr val="000054"/>
                </a:solidFill>
                <a:ea typeface="楷体" panose="02010609060101010101" pitchFamily="49" charset="-122"/>
                <a:cs typeface="Times New Roman" panose="02020603050405020304" pitchFamily="18" charset="0"/>
              </a:rPr>
              <a:t>层，但应用层覆盖了</a:t>
            </a:r>
            <a:r>
              <a:rPr lang="en-US" altLang="zh-CN" b="1" dirty="0">
                <a:solidFill>
                  <a:srgbClr val="000054"/>
                </a:solidFill>
                <a:ea typeface="楷体" panose="02010609060101010101" pitchFamily="49" charset="-122"/>
                <a:cs typeface="Times New Roman" panose="02020603050405020304" pitchFamily="18" charset="0"/>
              </a:rPr>
              <a:t>OSI</a:t>
            </a:r>
            <a:r>
              <a:rPr lang="zh-CN" altLang="en-US" b="1" dirty="0">
                <a:solidFill>
                  <a:srgbClr val="000054"/>
                </a:solidFill>
                <a:ea typeface="楷体" panose="02010609060101010101" pitchFamily="49" charset="-122"/>
                <a:cs typeface="Times New Roman" panose="02020603050405020304" pitchFamily="18" charset="0"/>
              </a:rPr>
              <a:t>参考模型中的会话层、表示层和应用层。   </a:t>
            </a:r>
            <a:r>
              <a:rPr lang="en-US" altLang="zh-CN" b="1" dirty="0">
                <a:solidFill>
                  <a:srgbClr val="000054"/>
                </a:solidFill>
                <a:ea typeface="楷体" panose="02010609060101010101" pitchFamily="49" charset="-122"/>
                <a:cs typeface="Times New Roman" panose="02020603050405020304" pitchFamily="18" charset="0"/>
              </a:rPr>
              <a:t> </a:t>
            </a:r>
          </a:p>
        </p:txBody>
      </p:sp>
      <p:grpSp>
        <p:nvGrpSpPr>
          <p:cNvPr id="3" name="组合 2"/>
          <p:cNvGrpSpPr/>
          <p:nvPr/>
        </p:nvGrpSpPr>
        <p:grpSpPr>
          <a:xfrm>
            <a:off x="6166485" y="2001273"/>
            <a:ext cx="4895850" cy="3833995"/>
            <a:chOff x="4000500" y="2527300"/>
            <a:chExt cx="4895850" cy="3833995"/>
          </a:xfrm>
        </p:grpSpPr>
        <p:sp>
          <p:nvSpPr>
            <p:cNvPr id="5124" name="Rectangle 4"/>
            <p:cNvSpPr>
              <a:spLocks noChangeArrowheads="1"/>
            </p:cNvSpPr>
            <p:nvPr/>
          </p:nvSpPr>
          <p:spPr bwMode="auto">
            <a:xfrm>
              <a:off x="4456113" y="2949576"/>
              <a:ext cx="1562100" cy="487363"/>
            </a:xfrm>
            <a:prstGeom prst="rect">
              <a:avLst/>
            </a:prstGeom>
            <a:solidFill>
              <a:srgbClr val="FFFFFF"/>
            </a:solidFill>
            <a:ln w="17463">
              <a:solidFill>
                <a:srgbClr val="000000"/>
              </a:solidFill>
              <a:miter lim="800000"/>
              <a:headEnd/>
              <a:tailEnd/>
            </a:ln>
          </p:spPr>
          <p:txBody>
            <a:bodyPr/>
            <a:lstStyle/>
            <a:p>
              <a:pPr fontAlgn="base">
                <a:spcBef>
                  <a:spcPct val="0"/>
                </a:spcBef>
                <a:spcAft>
                  <a:spcPct val="0"/>
                </a:spcAft>
              </a:pPr>
              <a:endParaRPr kumimoji="1" lang="zh-CN" altLang="en-US" sz="2000" b="1">
                <a:solidFill>
                  <a:srgbClr val="000000"/>
                </a:solidFill>
              </a:endParaRPr>
            </a:p>
          </p:txBody>
        </p:sp>
        <p:sp>
          <p:nvSpPr>
            <p:cNvPr id="5125" name="Rectangle 5"/>
            <p:cNvSpPr>
              <a:spLocks noChangeArrowheads="1"/>
            </p:cNvSpPr>
            <p:nvPr/>
          </p:nvSpPr>
          <p:spPr bwMode="auto">
            <a:xfrm>
              <a:off x="4875214" y="3073400"/>
              <a:ext cx="77425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pPr>
              <a:r>
                <a:rPr lang="zh-CN" altLang="en-US" sz="2000" b="1">
                  <a:solidFill>
                    <a:srgbClr val="000000"/>
                  </a:solidFill>
                  <a:latin typeface="宋体" panose="02010600030101010101" pitchFamily="2" charset="-122"/>
                </a:rPr>
                <a:t>应用层</a:t>
              </a:r>
              <a:endParaRPr lang="zh-CN" altLang="en-US" sz="2000" b="1">
                <a:solidFill>
                  <a:srgbClr val="CCCCFF"/>
                </a:solidFill>
                <a:latin typeface="楷体_GB2312" pitchFamily="49" charset="-122"/>
                <a:ea typeface="楷体_GB2312" pitchFamily="49" charset="-122"/>
              </a:endParaRPr>
            </a:p>
          </p:txBody>
        </p:sp>
        <p:sp>
          <p:nvSpPr>
            <p:cNvPr id="5126" name="Rectangle 6"/>
            <p:cNvSpPr>
              <a:spLocks noChangeArrowheads="1"/>
            </p:cNvSpPr>
            <p:nvPr/>
          </p:nvSpPr>
          <p:spPr bwMode="auto">
            <a:xfrm>
              <a:off x="4456113" y="5856288"/>
              <a:ext cx="1562100" cy="487362"/>
            </a:xfrm>
            <a:prstGeom prst="rect">
              <a:avLst/>
            </a:prstGeom>
            <a:solidFill>
              <a:srgbClr val="FFFFFF"/>
            </a:solidFill>
            <a:ln w="17463">
              <a:solidFill>
                <a:srgbClr val="000000"/>
              </a:solidFill>
              <a:miter lim="800000"/>
              <a:headEnd/>
              <a:tailEnd/>
            </a:ln>
          </p:spPr>
          <p:txBody>
            <a:bodyPr/>
            <a:lstStyle/>
            <a:p>
              <a:pPr fontAlgn="base">
                <a:spcBef>
                  <a:spcPct val="0"/>
                </a:spcBef>
                <a:spcAft>
                  <a:spcPct val="0"/>
                </a:spcAft>
              </a:pPr>
              <a:endParaRPr kumimoji="1" lang="zh-CN" altLang="en-US" sz="2000" b="1">
                <a:solidFill>
                  <a:srgbClr val="000000"/>
                </a:solidFill>
              </a:endParaRPr>
            </a:p>
          </p:txBody>
        </p:sp>
        <p:sp>
          <p:nvSpPr>
            <p:cNvPr id="5127" name="Rectangle 7"/>
            <p:cNvSpPr>
              <a:spLocks noChangeArrowheads="1"/>
            </p:cNvSpPr>
            <p:nvPr/>
          </p:nvSpPr>
          <p:spPr bwMode="auto">
            <a:xfrm>
              <a:off x="4875214" y="5980113"/>
              <a:ext cx="77425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pPr>
              <a:r>
                <a:rPr lang="zh-CN" altLang="en-US" sz="2000" b="1">
                  <a:solidFill>
                    <a:srgbClr val="000000"/>
                  </a:solidFill>
                  <a:latin typeface="宋体" panose="02010600030101010101" pitchFamily="2" charset="-122"/>
                </a:rPr>
                <a:t>物理层</a:t>
              </a:r>
              <a:endParaRPr lang="zh-CN" altLang="en-US" sz="2000" b="1">
                <a:solidFill>
                  <a:srgbClr val="CCCCFF"/>
                </a:solidFill>
                <a:latin typeface="楷体_GB2312" pitchFamily="49" charset="-122"/>
                <a:ea typeface="楷体_GB2312" pitchFamily="49" charset="-122"/>
              </a:endParaRPr>
            </a:p>
          </p:txBody>
        </p:sp>
        <p:sp>
          <p:nvSpPr>
            <p:cNvPr id="5128" name="Rectangle 8"/>
            <p:cNvSpPr>
              <a:spLocks noChangeArrowheads="1"/>
            </p:cNvSpPr>
            <p:nvPr/>
          </p:nvSpPr>
          <p:spPr bwMode="auto">
            <a:xfrm>
              <a:off x="4456113" y="5375276"/>
              <a:ext cx="1562100" cy="481013"/>
            </a:xfrm>
            <a:prstGeom prst="rect">
              <a:avLst/>
            </a:prstGeom>
            <a:solidFill>
              <a:srgbClr val="FFFFFF"/>
            </a:solidFill>
            <a:ln w="17463">
              <a:solidFill>
                <a:srgbClr val="000000"/>
              </a:solidFill>
              <a:miter lim="800000"/>
              <a:headEnd/>
              <a:tailEnd/>
            </a:ln>
          </p:spPr>
          <p:txBody>
            <a:bodyPr/>
            <a:lstStyle/>
            <a:p>
              <a:pPr fontAlgn="base">
                <a:spcBef>
                  <a:spcPct val="0"/>
                </a:spcBef>
                <a:spcAft>
                  <a:spcPct val="0"/>
                </a:spcAft>
              </a:pPr>
              <a:endParaRPr kumimoji="1" lang="zh-CN" altLang="en-US" sz="2000" b="1">
                <a:solidFill>
                  <a:srgbClr val="000000"/>
                </a:solidFill>
              </a:endParaRPr>
            </a:p>
          </p:txBody>
        </p:sp>
        <p:sp>
          <p:nvSpPr>
            <p:cNvPr id="5129" name="Rectangle 9"/>
            <p:cNvSpPr>
              <a:spLocks noChangeArrowheads="1"/>
            </p:cNvSpPr>
            <p:nvPr/>
          </p:nvSpPr>
          <p:spPr bwMode="auto">
            <a:xfrm>
              <a:off x="4503738" y="5464175"/>
              <a:ext cx="142026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pPr>
              <a:r>
                <a:rPr lang="en-US" altLang="zh-CN" sz="2000" b="1" dirty="0">
                  <a:solidFill>
                    <a:srgbClr val="000000"/>
                  </a:solidFill>
                  <a:latin typeface="宋体" panose="02010600030101010101" pitchFamily="2" charset="-122"/>
                </a:rPr>
                <a:t> </a:t>
              </a:r>
              <a:r>
                <a:rPr lang="zh-CN" altLang="en-US" sz="2000" b="1" dirty="0">
                  <a:solidFill>
                    <a:srgbClr val="000000"/>
                  </a:solidFill>
                  <a:latin typeface="宋体" panose="02010600030101010101" pitchFamily="2" charset="-122"/>
                </a:rPr>
                <a:t>数据链路层</a:t>
              </a:r>
              <a:endParaRPr lang="zh-CN" altLang="en-US" sz="2000" b="1" dirty="0">
                <a:solidFill>
                  <a:srgbClr val="CCCCFF"/>
                </a:solidFill>
                <a:latin typeface="楷体_GB2312" pitchFamily="49" charset="-122"/>
                <a:ea typeface="楷体_GB2312" pitchFamily="49" charset="-122"/>
              </a:endParaRPr>
            </a:p>
          </p:txBody>
        </p:sp>
        <p:sp>
          <p:nvSpPr>
            <p:cNvPr id="5130" name="Rectangle 10"/>
            <p:cNvSpPr>
              <a:spLocks noChangeArrowheads="1"/>
            </p:cNvSpPr>
            <p:nvPr/>
          </p:nvSpPr>
          <p:spPr bwMode="auto">
            <a:xfrm>
              <a:off x="4456113" y="4887913"/>
              <a:ext cx="1562100" cy="487362"/>
            </a:xfrm>
            <a:prstGeom prst="rect">
              <a:avLst/>
            </a:prstGeom>
            <a:solidFill>
              <a:srgbClr val="FFFFFF"/>
            </a:solidFill>
            <a:ln w="17463">
              <a:solidFill>
                <a:srgbClr val="000000"/>
              </a:solidFill>
              <a:miter lim="800000"/>
              <a:headEnd/>
              <a:tailEnd/>
            </a:ln>
          </p:spPr>
          <p:txBody>
            <a:bodyPr/>
            <a:lstStyle/>
            <a:p>
              <a:pPr fontAlgn="base">
                <a:spcBef>
                  <a:spcPct val="0"/>
                </a:spcBef>
                <a:spcAft>
                  <a:spcPct val="0"/>
                </a:spcAft>
              </a:pPr>
              <a:endParaRPr kumimoji="1" lang="zh-CN" altLang="en-US" sz="2000" b="1">
                <a:solidFill>
                  <a:srgbClr val="000000"/>
                </a:solidFill>
              </a:endParaRPr>
            </a:p>
          </p:txBody>
        </p:sp>
        <p:sp>
          <p:nvSpPr>
            <p:cNvPr id="5131" name="Rectangle 11"/>
            <p:cNvSpPr>
              <a:spLocks noChangeArrowheads="1"/>
            </p:cNvSpPr>
            <p:nvPr/>
          </p:nvSpPr>
          <p:spPr bwMode="auto">
            <a:xfrm>
              <a:off x="4875214" y="5011738"/>
              <a:ext cx="77425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pPr>
              <a:r>
                <a:rPr lang="zh-CN" altLang="en-US" sz="2000" b="1">
                  <a:solidFill>
                    <a:srgbClr val="000000"/>
                  </a:solidFill>
                  <a:latin typeface="宋体" panose="02010600030101010101" pitchFamily="2" charset="-122"/>
                </a:rPr>
                <a:t>网络层</a:t>
              </a:r>
              <a:endParaRPr lang="zh-CN" altLang="en-US" sz="2000" b="1">
                <a:solidFill>
                  <a:srgbClr val="CCCCFF"/>
                </a:solidFill>
                <a:latin typeface="楷体_GB2312" pitchFamily="49" charset="-122"/>
                <a:ea typeface="楷体_GB2312" pitchFamily="49" charset="-122"/>
              </a:endParaRPr>
            </a:p>
          </p:txBody>
        </p:sp>
        <p:sp>
          <p:nvSpPr>
            <p:cNvPr id="5132" name="Rectangle 12"/>
            <p:cNvSpPr>
              <a:spLocks noChangeArrowheads="1"/>
            </p:cNvSpPr>
            <p:nvPr/>
          </p:nvSpPr>
          <p:spPr bwMode="auto">
            <a:xfrm>
              <a:off x="4456113" y="4405313"/>
              <a:ext cx="1562100" cy="482600"/>
            </a:xfrm>
            <a:prstGeom prst="rect">
              <a:avLst/>
            </a:prstGeom>
            <a:solidFill>
              <a:srgbClr val="FFFFFF"/>
            </a:solidFill>
            <a:ln w="17463">
              <a:solidFill>
                <a:srgbClr val="000000"/>
              </a:solidFill>
              <a:miter lim="800000"/>
              <a:headEnd/>
              <a:tailEnd/>
            </a:ln>
          </p:spPr>
          <p:txBody>
            <a:bodyPr/>
            <a:lstStyle/>
            <a:p>
              <a:pPr fontAlgn="base">
                <a:spcBef>
                  <a:spcPct val="0"/>
                </a:spcBef>
                <a:spcAft>
                  <a:spcPct val="0"/>
                </a:spcAft>
              </a:pPr>
              <a:endParaRPr kumimoji="1" lang="zh-CN" altLang="en-US" sz="2000" b="1">
                <a:solidFill>
                  <a:srgbClr val="000000"/>
                </a:solidFill>
              </a:endParaRPr>
            </a:p>
          </p:txBody>
        </p:sp>
        <p:sp>
          <p:nvSpPr>
            <p:cNvPr id="5133" name="Rectangle 13"/>
            <p:cNvSpPr>
              <a:spLocks noChangeArrowheads="1"/>
            </p:cNvSpPr>
            <p:nvPr/>
          </p:nvSpPr>
          <p:spPr bwMode="auto">
            <a:xfrm>
              <a:off x="4875214" y="4524375"/>
              <a:ext cx="77425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pPr>
              <a:r>
                <a:rPr lang="zh-CN" altLang="en-US" sz="2000" b="1">
                  <a:solidFill>
                    <a:srgbClr val="000000"/>
                  </a:solidFill>
                  <a:latin typeface="宋体" panose="02010600030101010101" pitchFamily="2" charset="-122"/>
                </a:rPr>
                <a:t>传输层</a:t>
              </a:r>
              <a:endParaRPr lang="zh-CN" altLang="en-US" sz="2000" b="1">
                <a:solidFill>
                  <a:srgbClr val="CCCCFF"/>
                </a:solidFill>
                <a:latin typeface="楷体_GB2312" pitchFamily="49" charset="-122"/>
                <a:ea typeface="楷体_GB2312" pitchFamily="49" charset="-122"/>
              </a:endParaRPr>
            </a:p>
          </p:txBody>
        </p:sp>
        <p:sp>
          <p:nvSpPr>
            <p:cNvPr id="5134" name="Rectangle 14"/>
            <p:cNvSpPr>
              <a:spLocks noChangeArrowheads="1"/>
            </p:cNvSpPr>
            <p:nvPr/>
          </p:nvSpPr>
          <p:spPr bwMode="auto">
            <a:xfrm>
              <a:off x="4456113" y="3919539"/>
              <a:ext cx="1562100" cy="485775"/>
            </a:xfrm>
            <a:prstGeom prst="rect">
              <a:avLst/>
            </a:prstGeom>
            <a:solidFill>
              <a:srgbClr val="FFFFFF"/>
            </a:solidFill>
            <a:ln w="17463">
              <a:solidFill>
                <a:srgbClr val="000000"/>
              </a:solidFill>
              <a:miter lim="800000"/>
              <a:headEnd/>
              <a:tailEnd/>
            </a:ln>
          </p:spPr>
          <p:txBody>
            <a:bodyPr/>
            <a:lstStyle/>
            <a:p>
              <a:pPr fontAlgn="base">
                <a:spcBef>
                  <a:spcPct val="0"/>
                </a:spcBef>
                <a:spcAft>
                  <a:spcPct val="0"/>
                </a:spcAft>
              </a:pPr>
              <a:endParaRPr kumimoji="1" lang="zh-CN" altLang="en-US" sz="2000" b="1">
                <a:solidFill>
                  <a:srgbClr val="000000"/>
                </a:solidFill>
              </a:endParaRPr>
            </a:p>
          </p:txBody>
        </p:sp>
        <p:sp>
          <p:nvSpPr>
            <p:cNvPr id="5135" name="Rectangle 15"/>
            <p:cNvSpPr>
              <a:spLocks noChangeArrowheads="1"/>
            </p:cNvSpPr>
            <p:nvPr/>
          </p:nvSpPr>
          <p:spPr bwMode="auto">
            <a:xfrm>
              <a:off x="4875214" y="4041775"/>
              <a:ext cx="77425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pPr>
              <a:r>
                <a:rPr lang="zh-CN" altLang="en-US" sz="2000" b="1" dirty="0">
                  <a:solidFill>
                    <a:srgbClr val="000000"/>
                  </a:solidFill>
                  <a:latin typeface="宋体" panose="02010600030101010101" pitchFamily="2" charset="-122"/>
                </a:rPr>
                <a:t>会话层</a:t>
              </a:r>
              <a:endParaRPr lang="zh-CN" altLang="en-US" sz="2000" b="1" dirty="0">
                <a:solidFill>
                  <a:srgbClr val="CCCCFF"/>
                </a:solidFill>
                <a:latin typeface="楷体_GB2312" pitchFamily="49" charset="-122"/>
                <a:ea typeface="楷体_GB2312" pitchFamily="49" charset="-122"/>
              </a:endParaRPr>
            </a:p>
          </p:txBody>
        </p:sp>
        <p:sp>
          <p:nvSpPr>
            <p:cNvPr id="5136" name="Rectangle 16"/>
            <p:cNvSpPr>
              <a:spLocks noChangeArrowheads="1"/>
            </p:cNvSpPr>
            <p:nvPr/>
          </p:nvSpPr>
          <p:spPr bwMode="auto">
            <a:xfrm>
              <a:off x="4456113" y="3436938"/>
              <a:ext cx="1562100" cy="482600"/>
            </a:xfrm>
            <a:prstGeom prst="rect">
              <a:avLst/>
            </a:prstGeom>
            <a:solidFill>
              <a:srgbClr val="FFFFFF"/>
            </a:solidFill>
            <a:ln w="17463">
              <a:solidFill>
                <a:srgbClr val="000000"/>
              </a:solidFill>
              <a:miter lim="800000"/>
              <a:headEnd/>
              <a:tailEnd/>
            </a:ln>
          </p:spPr>
          <p:txBody>
            <a:bodyPr/>
            <a:lstStyle/>
            <a:p>
              <a:pPr fontAlgn="base">
                <a:spcBef>
                  <a:spcPct val="0"/>
                </a:spcBef>
                <a:spcAft>
                  <a:spcPct val="0"/>
                </a:spcAft>
              </a:pPr>
              <a:endParaRPr kumimoji="1" lang="zh-CN" altLang="en-US" sz="2000" b="1">
                <a:solidFill>
                  <a:srgbClr val="000000"/>
                </a:solidFill>
              </a:endParaRPr>
            </a:p>
          </p:txBody>
        </p:sp>
        <p:sp>
          <p:nvSpPr>
            <p:cNvPr id="5137" name="Rectangle 17"/>
            <p:cNvSpPr>
              <a:spLocks noChangeArrowheads="1"/>
            </p:cNvSpPr>
            <p:nvPr/>
          </p:nvSpPr>
          <p:spPr bwMode="auto">
            <a:xfrm>
              <a:off x="4875214" y="3556000"/>
              <a:ext cx="77425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pPr>
              <a:r>
                <a:rPr lang="zh-CN" altLang="en-US" sz="2000" b="1" dirty="0">
                  <a:solidFill>
                    <a:srgbClr val="000000"/>
                  </a:solidFill>
                  <a:latin typeface="宋体" panose="02010600030101010101" pitchFamily="2" charset="-122"/>
                </a:rPr>
                <a:t>表示层</a:t>
              </a:r>
              <a:endParaRPr lang="zh-CN" altLang="en-US" sz="2000" b="1" dirty="0">
                <a:solidFill>
                  <a:srgbClr val="CCCCFF"/>
                </a:solidFill>
                <a:latin typeface="楷体_GB2312" pitchFamily="49" charset="-122"/>
                <a:ea typeface="楷体_GB2312" pitchFamily="49" charset="-122"/>
              </a:endParaRPr>
            </a:p>
          </p:txBody>
        </p:sp>
        <p:sp>
          <p:nvSpPr>
            <p:cNvPr id="5138" name="Rectangle 18"/>
            <p:cNvSpPr>
              <a:spLocks noChangeArrowheads="1"/>
            </p:cNvSpPr>
            <p:nvPr/>
          </p:nvSpPr>
          <p:spPr bwMode="auto">
            <a:xfrm>
              <a:off x="4552950" y="2536825"/>
              <a:ext cx="14731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pPr>
              <a:r>
                <a:rPr lang="en-US" altLang="zh-CN" sz="2000" b="1" dirty="0">
                  <a:solidFill>
                    <a:srgbClr val="3333CC"/>
                  </a:solidFill>
                  <a:cs typeface="Times New Roman" panose="02020603050405020304" pitchFamily="18" charset="0"/>
                </a:rPr>
                <a:t>OSI</a:t>
              </a:r>
              <a:r>
                <a:rPr lang="zh-CN" altLang="en-US" sz="2000" b="1" dirty="0">
                  <a:solidFill>
                    <a:srgbClr val="3333CC"/>
                  </a:solidFill>
                  <a:cs typeface="Times New Roman" panose="02020603050405020304" pitchFamily="18" charset="0"/>
                </a:rPr>
                <a:t>参考模型</a:t>
              </a:r>
              <a:endParaRPr lang="zh-CN" altLang="en-US" sz="2000" b="1" dirty="0">
                <a:solidFill>
                  <a:srgbClr val="3333CC"/>
                </a:solidFill>
                <a:ea typeface="楷体_GB2312" pitchFamily="49" charset="-122"/>
                <a:cs typeface="Times New Roman" panose="02020603050405020304" pitchFamily="18" charset="0"/>
              </a:endParaRPr>
            </a:p>
          </p:txBody>
        </p:sp>
        <p:sp>
          <p:nvSpPr>
            <p:cNvPr id="5139" name="Rectangle 19"/>
            <p:cNvSpPr>
              <a:spLocks noChangeArrowheads="1"/>
            </p:cNvSpPr>
            <p:nvPr/>
          </p:nvSpPr>
          <p:spPr bwMode="auto">
            <a:xfrm>
              <a:off x="7429500" y="2527300"/>
              <a:ext cx="135774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pPr>
              <a:r>
                <a:rPr lang="en-US" altLang="zh-CN" sz="2000" b="1" dirty="0">
                  <a:solidFill>
                    <a:srgbClr val="3333CC"/>
                  </a:solidFill>
                  <a:cs typeface="Times New Roman" panose="02020603050405020304" pitchFamily="18" charset="0"/>
                </a:rPr>
                <a:t>TCP/IP</a:t>
              </a:r>
              <a:r>
                <a:rPr lang="zh-CN" altLang="en-US" sz="2000" b="1" dirty="0">
                  <a:solidFill>
                    <a:srgbClr val="3333CC"/>
                  </a:solidFill>
                  <a:cs typeface="Times New Roman" panose="02020603050405020304" pitchFamily="18" charset="0"/>
                </a:rPr>
                <a:t>模型</a:t>
              </a:r>
              <a:endParaRPr lang="zh-CN" altLang="en-US" sz="2000" b="1" dirty="0">
                <a:solidFill>
                  <a:srgbClr val="3333CC"/>
                </a:solidFill>
                <a:ea typeface="楷体_GB2312" pitchFamily="49" charset="-122"/>
                <a:cs typeface="Times New Roman" panose="02020603050405020304" pitchFamily="18" charset="0"/>
              </a:endParaRPr>
            </a:p>
          </p:txBody>
        </p:sp>
        <p:sp>
          <p:nvSpPr>
            <p:cNvPr id="5140" name="Rectangle 20"/>
            <p:cNvSpPr>
              <a:spLocks noChangeArrowheads="1"/>
            </p:cNvSpPr>
            <p:nvPr/>
          </p:nvSpPr>
          <p:spPr bwMode="auto">
            <a:xfrm>
              <a:off x="7334250" y="2949575"/>
              <a:ext cx="1562100" cy="1455738"/>
            </a:xfrm>
            <a:prstGeom prst="rect">
              <a:avLst/>
            </a:prstGeom>
            <a:solidFill>
              <a:srgbClr val="FF99FF"/>
            </a:solidFill>
            <a:ln w="17463">
              <a:solidFill>
                <a:srgbClr val="000000"/>
              </a:solidFill>
              <a:miter lim="800000"/>
              <a:headEnd/>
              <a:tailEnd/>
            </a:ln>
          </p:spPr>
          <p:txBody>
            <a:bodyPr/>
            <a:lstStyle/>
            <a:p>
              <a:pPr fontAlgn="base">
                <a:spcBef>
                  <a:spcPct val="0"/>
                </a:spcBef>
                <a:spcAft>
                  <a:spcPct val="0"/>
                </a:spcAft>
              </a:pPr>
              <a:endParaRPr kumimoji="1" lang="zh-CN" altLang="en-US" sz="2000" b="1">
                <a:solidFill>
                  <a:srgbClr val="000000"/>
                </a:solidFill>
              </a:endParaRPr>
            </a:p>
          </p:txBody>
        </p:sp>
        <p:sp>
          <p:nvSpPr>
            <p:cNvPr id="5141" name="Rectangle 21"/>
            <p:cNvSpPr>
              <a:spLocks noChangeArrowheads="1"/>
            </p:cNvSpPr>
            <p:nvPr/>
          </p:nvSpPr>
          <p:spPr bwMode="auto">
            <a:xfrm>
              <a:off x="7753351" y="3556000"/>
              <a:ext cx="77425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pPr>
              <a:r>
                <a:rPr lang="zh-CN" altLang="en-US" sz="2000" b="1">
                  <a:solidFill>
                    <a:srgbClr val="000000"/>
                  </a:solidFill>
                  <a:latin typeface="宋体" panose="02010600030101010101" pitchFamily="2" charset="-122"/>
                </a:rPr>
                <a:t>应用层</a:t>
              </a:r>
              <a:endParaRPr lang="zh-CN" altLang="en-US" sz="2000" b="1">
                <a:solidFill>
                  <a:srgbClr val="CCCCFF"/>
                </a:solidFill>
                <a:latin typeface="楷体_GB2312" pitchFamily="49" charset="-122"/>
                <a:ea typeface="楷体_GB2312" pitchFamily="49" charset="-122"/>
              </a:endParaRPr>
            </a:p>
          </p:txBody>
        </p:sp>
        <p:sp>
          <p:nvSpPr>
            <p:cNvPr id="5142" name="Rectangle 22"/>
            <p:cNvSpPr>
              <a:spLocks noChangeArrowheads="1"/>
            </p:cNvSpPr>
            <p:nvPr/>
          </p:nvSpPr>
          <p:spPr bwMode="auto">
            <a:xfrm>
              <a:off x="7334250" y="5362576"/>
              <a:ext cx="1562100" cy="968375"/>
            </a:xfrm>
            <a:prstGeom prst="rect">
              <a:avLst/>
            </a:prstGeom>
            <a:solidFill>
              <a:srgbClr val="FFFFFF"/>
            </a:solidFill>
            <a:ln w="17463">
              <a:solidFill>
                <a:srgbClr val="000000"/>
              </a:solidFill>
              <a:miter lim="800000"/>
              <a:headEnd/>
              <a:tailEnd/>
            </a:ln>
          </p:spPr>
          <p:txBody>
            <a:bodyPr/>
            <a:lstStyle/>
            <a:p>
              <a:pPr fontAlgn="base">
                <a:spcBef>
                  <a:spcPct val="0"/>
                </a:spcBef>
                <a:spcAft>
                  <a:spcPct val="0"/>
                </a:spcAft>
              </a:pPr>
              <a:endParaRPr kumimoji="1" lang="zh-CN" altLang="en-US" sz="2000" b="1">
                <a:solidFill>
                  <a:srgbClr val="000000"/>
                </a:solidFill>
              </a:endParaRPr>
            </a:p>
          </p:txBody>
        </p:sp>
        <p:sp>
          <p:nvSpPr>
            <p:cNvPr id="5143" name="Rectangle 23"/>
            <p:cNvSpPr>
              <a:spLocks noChangeArrowheads="1"/>
            </p:cNvSpPr>
            <p:nvPr/>
          </p:nvSpPr>
          <p:spPr bwMode="auto">
            <a:xfrm>
              <a:off x="7378700" y="5738813"/>
              <a:ext cx="142026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pPr>
              <a:r>
                <a:rPr lang="en-US" altLang="zh-CN" sz="2000" b="1" dirty="0">
                  <a:solidFill>
                    <a:srgbClr val="000000"/>
                  </a:solidFill>
                  <a:latin typeface="宋体" panose="02010600030101010101" pitchFamily="2" charset="-122"/>
                </a:rPr>
                <a:t> </a:t>
              </a:r>
              <a:r>
                <a:rPr lang="zh-CN" altLang="en-US" sz="2000" b="1" dirty="0">
                  <a:solidFill>
                    <a:srgbClr val="000000"/>
                  </a:solidFill>
                  <a:latin typeface="宋体" panose="02010600030101010101" pitchFamily="2" charset="-122"/>
                </a:rPr>
                <a:t>网络接口层</a:t>
              </a:r>
              <a:endParaRPr lang="zh-CN" altLang="en-US" sz="2000" b="1" dirty="0">
                <a:solidFill>
                  <a:srgbClr val="CCCCFF"/>
                </a:solidFill>
                <a:latin typeface="楷体_GB2312" pitchFamily="49" charset="-122"/>
                <a:ea typeface="楷体_GB2312" pitchFamily="49" charset="-122"/>
              </a:endParaRPr>
            </a:p>
          </p:txBody>
        </p:sp>
        <p:sp>
          <p:nvSpPr>
            <p:cNvPr id="5144" name="Rectangle 24"/>
            <p:cNvSpPr>
              <a:spLocks noChangeArrowheads="1"/>
            </p:cNvSpPr>
            <p:nvPr/>
          </p:nvSpPr>
          <p:spPr bwMode="auto">
            <a:xfrm>
              <a:off x="7334250" y="4887913"/>
              <a:ext cx="1562100" cy="487362"/>
            </a:xfrm>
            <a:prstGeom prst="rect">
              <a:avLst/>
            </a:prstGeom>
            <a:solidFill>
              <a:srgbClr val="FFFF66"/>
            </a:solidFill>
            <a:ln w="17463">
              <a:solidFill>
                <a:srgbClr val="000000"/>
              </a:solidFill>
              <a:miter lim="800000"/>
              <a:headEnd/>
              <a:tailEnd/>
            </a:ln>
          </p:spPr>
          <p:txBody>
            <a:bodyPr/>
            <a:lstStyle/>
            <a:p>
              <a:pPr fontAlgn="base">
                <a:spcBef>
                  <a:spcPct val="0"/>
                </a:spcBef>
                <a:spcAft>
                  <a:spcPct val="0"/>
                </a:spcAft>
              </a:pPr>
              <a:endParaRPr kumimoji="1" lang="zh-CN" altLang="en-US" sz="2000" b="1">
                <a:solidFill>
                  <a:srgbClr val="000000"/>
                </a:solidFill>
              </a:endParaRPr>
            </a:p>
          </p:txBody>
        </p:sp>
        <p:sp>
          <p:nvSpPr>
            <p:cNvPr id="5145" name="Rectangle 25"/>
            <p:cNvSpPr>
              <a:spLocks noChangeArrowheads="1"/>
            </p:cNvSpPr>
            <p:nvPr/>
          </p:nvSpPr>
          <p:spPr bwMode="auto">
            <a:xfrm>
              <a:off x="7753351" y="5011738"/>
              <a:ext cx="77425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pPr>
              <a:r>
                <a:rPr lang="zh-CN" altLang="en-US" sz="2000" b="1">
                  <a:solidFill>
                    <a:srgbClr val="000000"/>
                  </a:solidFill>
                  <a:latin typeface="宋体" panose="02010600030101010101" pitchFamily="2" charset="-122"/>
                </a:rPr>
                <a:t>网络层</a:t>
              </a:r>
              <a:endParaRPr lang="zh-CN" altLang="en-US" sz="2000" b="1">
                <a:solidFill>
                  <a:srgbClr val="CCCCFF"/>
                </a:solidFill>
                <a:latin typeface="楷体_GB2312" pitchFamily="49" charset="-122"/>
                <a:ea typeface="楷体_GB2312" pitchFamily="49" charset="-122"/>
              </a:endParaRPr>
            </a:p>
          </p:txBody>
        </p:sp>
        <p:sp>
          <p:nvSpPr>
            <p:cNvPr id="5146" name="Rectangle 26"/>
            <p:cNvSpPr>
              <a:spLocks noChangeArrowheads="1"/>
            </p:cNvSpPr>
            <p:nvPr/>
          </p:nvSpPr>
          <p:spPr bwMode="auto">
            <a:xfrm>
              <a:off x="7334250" y="4405313"/>
              <a:ext cx="1562100" cy="482600"/>
            </a:xfrm>
            <a:prstGeom prst="rect">
              <a:avLst/>
            </a:prstGeom>
            <a:solidFill>
              <a:srgbClr val="CCFFCC"/>
            </a:solidFill>
            <a:ln w="17463">
              <a:solidFill>
                <a:srgbClr val="000000"/>
              </a:solidFill>
              <a:miter lim="800000"/>
              <a:headEnd/>
              <a:tailEnd/>
            </a:ln>
          </p:spPr>
          <p:txBody>
            <a:bodyPr/>
            <a:lstStyle/>
            <a:p>
              <a:pPr fontAlgn="base">
                <a:spcBef>
                  <a:spcPct val="0"/>
                </a:spcBef>
                <a:spcAft>
                  <a:spcPct val="0"/>
                </a:spcAft>
              </a:pPr>
              <a:endParaRPr kumimoji="1" lang="zh-CN" altLang="en-US" sz="2000" b="1">
                <a:solidFill>
                  <a:srgbClr val="000000"/>
                </a:solidFill>
              </a:endParaRPr>
            </a:p>
          </p:txBody>
        </p:sp>
        <p:sp>
          <p:nvSpPr>
            <p:cNvPr id="5147" name="Rectangle 27"/>
            <p:cNvSpPr>
              <a:spLocks noChangeArrowheads="1"/>
            </p:cNvSpPr>
            <p:nvPr/>
          </p:nvSpPr>
          <p:spPr bwMode="auto">
            <a:xfrm>
              <a:off x="7753351" y="4524375"/>
              <a:ext cx="77425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pPr>
              <a:r>
                <a:rPr lang="zh-CN" altLang="en-US" sz="2000" b="1">
                  <a:solidFill>
                    <a:srgbClr val="000000"/>
                  </a:solidFill>
                  <a:latin typeface="宋体" panose="02010600030101010101" pitchFamily="2" charset="-122"/>
                </a:rPr>
                <a:t>传输层</a:t>
              </a:r>
              <a:endParaRPr lang="zh-CN" altLang="en-US" sz="2000" b="1">
                <a:solidFill>
                  <a:srgbClr val="CCCCFF"/>
                </a:solidFill>
                <a:latin typeface="楷体_GB2312" pitchFamily="49" charset="-122"/>
                <a:ea typeface="楷体_GB2312" pitchFamily="49" charset="-122"/>
              </a:endParaRPr>
            </a:p>
          </p:txBody>
        </p:sp>
        <p:sp>
          <p:nvSpPr>
            <p:cNvPr id="5148" name="Text Box 28"/>
            <p:cNvSpPr txBox="1">
              <a:spLocks noChangeArrowheads="1"/>
            </p:cNvSpPr>
            <p:nvPr/>
          </p:nvSpPr>
          <p:spPr bwMode="auto">
            <a:xfrm>
              <a:off x="4000500" y="3000375"/>
              <a:ext cx="304800" cy="33609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50000"/>
                </a:spcBef>
                <a:spcAft>
                  <a:spcPct val="0"/>
                </a:spcAft>
              </a:pPr>
              <a:r>
                <a:rPr lang="en-US" altLang="zh-CN" sz="1800" b="1" dirty="0">
                  <a:solidFill>
                    <a:srgbClr val="000000"/>
                  </a:solidFill>
                  <a:latin typeface="宋体" panose="02010600030101010101" pitchFamily="2" charset="-122"/>
                </a:rPr>
                <a:t>7</a:t>
              </a:r>
            </a:p>
            <a:p>
              <a:pPr eaLnBrk="0" fontAlgn="base" hangingPunct="0">
                <a:spcBef>
                  <a:spcPct val="80000"/>
                </a:spcBef>
                <a:spcAft>
                  <a:spcPct val="0"/>
                </a:spcAft>
              </a:pPr>
              <a:r>
                <a:rPr lang="en-US" altLang="zh-CN" sz="1800" b="1" dirty="0">
                  <a:solidFill>
                    <a:srgbClr val="000000"/>
                  </a:solidFill>
                  <a:latin typeface="宋体" panose="02010600030101010101" pitchFamily="2" charset="-122"/>
                </a:rPr>
                <a:t>6</a:t>
              </a:r>
            </a:p>
            <a:p>
              <a:pPr eaLnBrk="0" fontAlgn="base" hangingPunct="0">
                <a:spcBef>
                  <a:spcPct val="80000"/>
                </a:spcBef>
                <a:spcAft>
                  <a:spcPct val="0"/>
                </a:spcAft>
              </a:pPr>
              <a:r>
                <a:rPr lang="en-US" altLang="zh-CN" sz="1800" b="1" dirty="0">
                  <a:solidFill>
                    <a:srgbClr val="000000"/>
                  </a:solidFill>
                  <a:latin typeface="宋体" panose="02010600030101010101" pitchFamily="2" charset="-122"/>
                </a:rPr>
                <a:t>5</a:t>
              </a:r>
            </a:p>
            <a:p>
              <a:pPr eaLnBrk="0" fontAlgn="base" hangingPunct="0">
                <a:spcBef>
                  <a:spcPct val="80000"/>
                </a:spcBef>
                <a:spcAft>
                  <a:spcPct val="0"/>
                </a:spcAft>
              </a:pPr>
              <a:r>
                <a:rPr lang="en-US" altLang="zh-CN" sz="1800" b="1" dirty="0">
                  <a:solidFill>
                    <a:srgbClr val="000000"/>
                  </a:solidFill>
                  <a:latin typeface="宋体" panose="02010600030101010101" pitchFamily="2" charset="-122"/>
                </a:rPr>
                <a:t>4</a:t>
              </a:r>
            </a:p>
            <a:p>
              <a:pPr eaLnBrk="0" fontAlgn="base" hangingPunct="0">
                <a:spcBef>
                  <a:spcPct val="80000"/>
                </a:spcBef>
                <a:spcAft>
                  <a:spcPct val="0"/>
                </a:spcAft>
              </a:pPr>
              <a:r>
                <a:rPr lang="en-US" altLang="zh-CN" sz="1800" b="1" dirty="0">
                  <a:solidFill>
                    <a:srgbClr val="000000"/>
                  </a:solidFill>
                  <a:latin typeface="宋体" panose="02010600030101010101" pitchFamily="2" charset="-122"/>
                </a:rPr>
                <a:t>3</a:t>
              </a:r>
            </a:p>
            <a:p>
              <a:pPr eaLnBrk="0" fontAlgn="base" hangingPunct="0">
                <a:spcBef>
                  <a:spcPct val="80000"/>
                </a:spcBef>
                <a:spcAft>
                  <a:spcPct val="0"/>
                </a:spcAft>
              </a:pPr>
              <a:r>
                <a:rPr lang="en-US" altLang="zh-CN" sz="1800" b="1" dirty="0">
                  <a:solidFill>
                    <a:srgbClr val="000000"/>
                  </a:solidFill>
                  <a:latin typeface="宋体" panose="02010600030101010101" pitchFamily="2" charset="-122"/>
                </a:rPr>
                <a:t>2</a:t>
              </a:r>
            </a:p>
            <a:p>
              <a:pPr eaLnBrk="0" fontAlgn="base" hangingPunct="0">
                <a:spcBef>
                  <a:spcPct val="80000"/>
                </a:spcBef>
                <a:spcAft>
                  <a:spcPct val="0"/>
                </a:spcAft>
              </a:pPr>
              <a:r>
                <a:rPr lang="en-US" altLang="zh-CN" sz="1800" b="1" dirty="0">
                  <a:solidFill>
                    <a:srgbClr val="000000"/>
                  </a:solidFill>
                  <a:latin typeface="宋体" panose="02010600030101010101" pitchFamily="2" charset="-122"/>
                </a:rPr>
                <a:t>1</a:t>
              </a:r>
              <a:endParaRPr lang="en-US" altLang="zh-CN" sz="1800" b="1" dirty="0">
                <a:solidFill>
                  <a:srgbClr val="000000"/>
                </a:solidFill>
                <a:latin typeface="楷体_GB2312" pitchFamily="49" charset="-122"/>
                <a:ea typeface="楷体_GB2312" pitchFamily="49" charset="-122"/>
              </a:endParaRPr>
            </a:p>
          </p:txBody>
        </p:sp>
        <p:sp>
          <p:nvSpPr>
            <p:cNvPr id="5149" name="Line 29"/>
            <p:cNvSpPr>
              <a:spLocks noChangeShapeType="1"/>
            </p:cNvSpPr>
            <p:nvPr/>
          </p:nvSpPr>
          <p:spPr bwMode="auto">
            <a:xfrm flipV="1">
              <a:off x="6038850" y="4667251"/>
              <a:ext cx="1295400" cy="9525"/>
            </a:xfrm>
            <a:prstGeom prst="line">
              <a:avLst/>
            </a:prstGeom>
            <a:noFill/>
            <a:ln w="28575">
              <a:solidFill>
                <a:srgbClr val="000000"/>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zh-CN" altLang="en-US" sz="2000">
                <a:solidFill>
                  <a:srgbClr val="000000"/>
                </a:solidFill>
              </a:endParaRPr>
            </a:p>
          </p:txBody>
        </p:sp>
        <p:sp>
          <p:nvSpPr>
            <p:cNvPr id="5150" name="Line 30"/>
            <p:cNvSpPr>
              <a:spLocks noChangeShapeType="1"/>
            </p:cNvSpPr>
            <p:nvPr/>
          </p:nvSpPr>
          <p:spPr bwMode="auto">
            <a:xfrm flipV="1">
              <a:off x="6038850" y="5124451"/>
              <a:ext cx="1295400" cy="9525"/>
            </a:xfrm>
            <a:prstGeom prst="line">
              <a:avLst/>
            </a:prstGeom>
            <a:noFill/>
            <a:ln w="28575">
              <a:solidFill>
                <a:srgbClr val="000000"/>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zh-CN" altLang="en-US" sz="2000">
                <a:solidFill>
                  <a:srgbClr val="000000"/>
                </a:solidFill>
              </a:endParaRPr>
            </a:p>
          </p:txBody>
        </p:sp>
        <p:sp>
          <p:nvSpPr>
            <p:cNvPr id="5151" name="Line 31"/>
            <p:cNvSpPr>
              <a:spLocks noChangeShapeType="1"/>
            </p:cNvSpPr>
            <p:nvPr/>
          </p:nvSpPr>
          <p:spPr bwMode="auto">
            <a:xfrm flipV="1">
              <a:off x="6038850" y="5581651"/>
              <a:ext cx="1295400" cy="9525"/>
            </a:xfrm>
            <a:prstGeom prst="line">
              <a:avLst/>
            </a:prstGeom>
            <a:noFill/>
            <a:ln w="28575">
              <a:solidFill>
                <a:srgbClr val="000000"/>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zh-CN" altLang="en-US" sz="2000">
                <a:solidFill>
                  <a:srgbClr val="000000"/>
                </a:solidFill>
              </a:endParaRPr>
            </a:p>
          </p:txBody>
        </p:sp>
        <p:sp>
          <p:nvSpPr>
            <p:cNvPr id="5152" name="Line 32"/>
            <p:cNvSpPr>
              <a:spLocks noChangeShapeType="1"/>
            </p:cNvSpPr>
            <p:nvPr/>
          </p:nvSpPr>
          <p:spPr bwMode="auto">
            <a:xfrm flipV="1">
              <a:off x="6038850" y="6115051"/>
              <a:ext cx="1295400" cy="9525"/>
            </a:xfrm>
            <a:prstGeom prst="line">
              <a:avLst/>
            </a:prstGeom>
            <a:noFill/>
            <a:ln w="28575">
              <a:solidFill>
                <a:srgbClr val="000000"/>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zh-CN" altLang="en-US" sz="2000">
                <a:solidFill>
                  <a:srgbClr val="000000"/>
                </a:solidFill>
              </a:endParaRPr>
            </a:p>
          </p:txBody>
        </p:sp>
      </p:grpSp>
      <p:sp>
        <p:nvSpPr>
          <p:cNvPr id="5155" name="Text Box 35"/>
          <p:cNvSpPr txBox="1">
            <a:spLocks noChangeArrowheads="1"/>
          </p:cNvSpPr>
          <p:nvPr/>
        </p:nvSpPr>
        <p:spPr bwMode="auto">
          <a:xfrm>
            <a:off x="3992540" y="275760"/>
            <a:ext cx="6255239"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fontAlgn="base">
              <a:spcBef>
                <a:spcPct val="0"/>
              </a:spcBef>
              <a:spcAft>
                <a:spcPct val="0"/>
              </a:spcAft>
              <a:defRPr sz="4000" b="1">
                <a:latin typeface="Times New Roman" panose="02020603050405020304" pitchFamily="18" charset="0"/>
                <a:ea typeface="黑体" panose="02010609060101010101" pitchFamily="49" charset="-122"/>
                <a:cs typeface="Times New Roman" panose="02020603050405020304" pitchFamily="18" charset="0"/>
              </a:defRPr>
            </a:lvl1pPr>
            <a:lvl2pPr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2pPr>
            <a:lvl3pPr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3pPr>
            <a:lvl4pPr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4pPr>
            <a:lvl5pPr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5pPr>
            <a:lvl6pPr marL="45720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6pPr>
            <a:lvl7pPr marL="91440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7pPr>
            <a:lvl8pPr marL="137160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8pPr>
            <a:lvl9pPr marL="182880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9pPr>
          </a:lstStyle>
          <a:p>
            <a:r>
              <a:rPr lang="en-US" altLang="zh-CN" dirty="0"/>
              <a:t>       Internet—TCP/IP</a:t>
            </a:r>
            <a:r>
              <a:rPr lang="zh-CN" altLang="en-US" dirty="0"/>
              <a:t>模型</a:t>
            </a:r>
          </a:p>
        </p:txBody>
      </p:sp>
      <p:sp>
        <p:nvSpPr>
          <p:cNvPr id="4" name="文本框 3"/>
          <p:cNvSpPr txBox="1"/>
          <p:nvPr/>
        </p:nvSpPr>
        <p:spPr>
          <a:xfrm>
            <a:off x="51575" y="2604517"/>
            <a:ext cx="5822057" cy="1975926"/>
          </a:xfrm>
          <a:prstGeom prst="rect">
            <a:avLst/>
          </a:prstGeom>
          <a:noFill/>
        </p:spPr>
        <p:txBody>
          <a:bodyPr wrap="square" rtlCol="0">
            <a:spAutoFit/>
          </a:bodyPr>
          <a:lstStyle/>
          <a:p>
            <a:pPr marL="342900" indent="-342900" fontAlgn="base">
              <a:spcBef>
                <a:spcPct val="20000"/>
              </a:spcBef>
              <a:spcAft>
                <a:spcPct val="0"/>
              </a:spcAft>
              <a:buClr>
                <a:srgbClr val="002060"/>
              </a:buClr>
              <a:buSzPct val="65000"/>
              <a:buFont typeface="Arial" panose="020B0604020202020204" pitchFamily="34" charset="0"/>
              <a:buChar char="•"/>
            </a:pPr>
            <a:r>
              <a:rPr lang="en-US" altLang="zh-CN" sz="2400"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TCP</a:t>
            </a:r>
            <a:r>
              <a:rPr lang="zh-CN" altLang="en-US" sz="2400"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Transmission Control Protocol</a:t>
            </a:r>
            <a:r>
              <a:rPr lang="zh-CN" altLang="en-US" sz="2400" b="1" dirty="0" smtClean="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b="1" dirty="0" smtClean="0">
              <a:solidFill>
                <a:srgbClr val="002060"/>
              </a:solidFill>
              <a:latin typeface="Times New Roman" panose="02020603050405020304" pitchFamily="18" charset="0"/>
              <a:ea typeface="楷体" panose="02010609060101010101" pitchFamily="49" charset="-122"/>
              <a:cs typeface="Times New Roman" panose="02020603050405020304" pitchFamily="18" charset="0"/>
            </a:endParaRPr>
          </a:p>
          <a:p>
            <a:pPr fontAlgn="base">
              <a:spcBef>
                <a:spcPct val="20000"/>
              </a:spcBef>
              <a:spcAft>
                <a:spcPct val="0"/>
              </a:spcAft>
              <a:buClr>
                <a:srgbClr val="002060"/>
              </a:buClr>
              <a:buSzPct val="65000"/>
            </a:pPr>
            <a:r>
              <a:rPr lang="en-US" altLang="zh-CN" sz="2400"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400" b="1" dirty="0" smtClean="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zh-CN" sz="2400" b="1" dirty="0" smtClean="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传输控制协议</a:t>
            </a:r>
            <a:r>
              <a:rPr lang="zh-CN" altLang="zh-CN" sz="2400"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（第</a:t>
            </a:r>
            <a:r>
              <a:rPr lang="en-US" altLang="zh-CN" sz="2400"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4</a:t>
            </a:r>
            <a:r>
              <a:rPr lang="zh-CN" altLang="en-US" sz="2400"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层</a:t>
            </a:r>
            <a:r>
              <a:rPr lang="zh-CN" altLang="en-US" sz="2400" b="1" dirty="0" smtClean="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b="1" dirty="0" smtClean="0">
              <a:solidFill>
                <a:srgbClr val="002060"/>
              </a:solidFill>
              <a:latin typeface="Times New Roman" panose="02020603050405020304" pitchFamily="18" charset="0"/>
              <a:ea typeface="楷体" panose="02010609060101010101" pitchFamily="49" charset="-122"/>
              <a:cs typeface="Times New Roman" panose="02020603050405020304" pitchFamily="18" charset="0"/>
            </a:endParaRPr>
          </a:p>
          <a:p>
            <a:pPr fontAlgn="base">
              <a:spcBef>
                <a:spcPct val="20000"/>
              </a:spcBef>
              <a:spcAft>
                <a:spcPct val="0"/>
              </a:spcAft>
              <a:buClr>
                <a:srgbClr val="002060"/>
              </a:buClr>
              <a:buSzPct val="65000"/>
            </a:pPr>
            <a:endParaRPr lang="zh-CN" altLang="en-US" sz="1000"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endParaRPr>
          </a:p>
          <a:p>
            <a:pPr marL="342900" indent="-342900" fontAlgn="base">
              <a:spcBef>
                <a:spcPct val="20000"/>
              </a:spcBef>
              <a:spcAft>
                <a:spcPct val="0"/>
              </a:spcAft>
              <a:buClr>
                <a:srgbClr val="002060"/>
              </a:buClr>
              <a:buSzPct val="65000"/>
              <a:buFont typeface="Arial" panose="020B0604020202020204" pitchFamily="34" charset="0"/>
              <a:buChar char="•"/>
            </a:pPr>
            <a:r>
              <a:rPr lang="en-US" altLang="zh-CN" sz="2400"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IP</a:t>
            </a:r>
            <a:r>
              <a:rPr lang="zh-CN" altLang="en-US" sz="2400"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Internet Protocol</a:t>
            </a:r>
            <a:r>
              <a:rPr lang="zh-CN" altLang="en-US" sz="2400" b="1" dirty="0" smtClean="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 </a:t>
            </a:r>
            <a:endParaRPr lang="en-US" altLang="zh-CN" sz="2400" b="1" dirty="0" smtClean="0">
              <a:solidFill>
                <a:srgbClr val="002060"/>
              </a:solidFill>
              <a:latin typeface="Times New Roman" panose="02020603050405020304" pitchFamily="18" charset="0"/>
              <a:ea typeface="楷体" panose="02010609060101010101" pitchFamily="49" charset="-122"/>
              <a:cs typeface="Times New Roman" panose="02020603050405020304" pitchFamily="18" charset="0"/>
            </a:endParaRPr>
          </a:p>
          <a:p>
            <a:pPr fontAlgn="base">
              <a:spcBef>
                <a:spcPct val="20000"/>
              </a:spcBef>
              <a:spcAft>
                <a:spcPct val="0"/>
              </a:spcAft>
              <a:buClr>
                <a:srgbClr val="002060"/>
              </a:buClr>
              <a:buSzPct val="65000"/>
            </a:pPr>
            <a:r>
              <a:rPr lang="zh-CN" altLang="en-US" sz="2400" b="1" dirty="0" smtClean="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    网</a:t>
            </a:r>
            <a:r>
              <a:rPr lang="zh-CN" altLang="en-US" sz="2400"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间互连协议（第</a:t>
            </a:r>
            <a:r>
              <a:rPr lang="en-US" altLang="zh-CN" sz="2400"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3</a:t>
            </a:r>
            <a:r>
              <a:rPr lang="zh-CN" altLang="en-US" sz="2400"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层</a:t>
            </a:r>
            <a:r>
              <a:rPr lang="en-US" altLang="zh-CN" sz="2400" b="1" dirty="0" smtClean="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62214982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2" name="Group 31"/>
          <p:cNvGraphicFramePr>
            <a:graphicFrameLocks noGrp="1"/>
          </p:cNvGraphicFramePr>
          <p:nvPr>
            <p:extLst>
              <p:ext uri="{D42A27DB-BD31-4B8C-83A1-F6EECF244321}">
                <p14:modId xmlns:p14="http://schemas.microsoft.com/office/powerpoint/2010/main" val="3108880035"/>
              </p:ext>
            </p:extLst>
          </p:nvPr>
        </p:nvGraphicFramePr>
        <p:xfrm>
          <a:off x="384238" y="1656119"/>
          <a:ext cx="7730940" cy="2746312"/>
        </p:xfrm>
        <a:graphic>
          <a:graphicData uri="http://schemas.openxmlformats.org/drawingml/2006/table">
            <a:tbl>
              <a:tblPr/>
              <a:tblGrid>
                <a:gridCol w="1359325"/>
                <a:gridCol w="1814140"/>
                <a:gridCol w="4557475"/>
              </a:tblGrid>
              <a:tr h="180975">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dirty="0" smtClean="0">
                          <a:ln>
                            <a:noFill/>
                          </a:ln>
                          <a:solidFill>
                            <a:srgbClr val="002060"/>
                          </a:solidFill>
                          <a:effectLst/>
                          <a:latin typeface="Times New Roman" panose="02020603050405020304" pitchFamily="18" charset="0"/>
                          <a:ea typeface="宋体" panose="02010600030101010101" pitchFamily="2" charset="-122"/>
                        </a:rPr>
                        <a:t>对应</a:t>
                      </a:r>
                      <a:r>
                        <a:rPr kumimoji="1" lang="en-US" altLang="zh-CN" sz="2400" b="1" i="0" u="none" strike="noStrike" cap="none" normalizeH="0" baseline="0" dirty="0" smtClean="0">
                          <a:ln>
                            <a:noFill/>
                          </a:ln>
                          <a:solidFill>
                            <a:srgbClr val="002060"/>
                          </a:solidFill>
                          <a:effectLst/>
                          <a:latin typeface="Times New Roman" panose="02020603050405020304" pitchFamily="18" charset="0"/>
                          <a:ea typeface="宋体" panose="02010600030101010101" pitchFamily="2" charset="-122"/>
                        </a:rPr>
                        <a:t>OSI</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FFFF"/>
                    </a:solid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smtClean="0">
                          <a:ln>
                            <a:noFill/>
                          </a:ln>
                          <a:solidFill>
                            <a:srgbClr val="002060"/>
                          </a:solidFill>
                          <a:effectLst/>
                          <a:latin typeface="Times New Roman" panose="02020603050405020304" pitchFamily="18" charset="0"/>
                          <a:ea typeface="宋体" panose="02010600030101010101" pitchFamily="2" charset="-122"/>
                        </a:rPr>
                        <a:t>TCP/IP</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FFFF"/>
                    </a:solid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smtClean="0">
                          <a:ln>
                            <a:noFill/>
                          </a:ln>
                          <a:solidFill>
                            <a:srgbClr val="002060"/>
                          </a:solidFill>
                          <a:effectLst/>
                          <a:latin typeface="Times New Roman" panose="02020603050405020304" pitchFamily="18" charset="0"/>
                          <a:ea typeface="宋体" panose="02010600030101010101" pitchFamily="2" charset="-122"/>
                        </a:rPr>
                        <a:t>TCP/IP </a:t>
                      </a:r>
                      <a:r>
                        <a:rPr kumimoji="1" lang="zh-CN" altLang="en-US" sz="2400" b="1" i="0" u="none" strike="noStrike" cap="none" normalizeH="0" baseline="0" dirty="0" smtClean="0">
                          <a:ln>
                            <a:noFill/>
                          </a:ln>
                          <a:solidFill>
                            <a:srgbClr val="002060"/>
                          </a:solidFill>
                          <a:effectLst/>
                          <a:latin typeface="Times New Roman" panose="02020603050405020304" pitchFamily="18" charset="0"/>
                          <a:ea typeface="宋体" panose="02010600030101010101" pitchFamily="2" charset="-122"/>
                        </a:rPr>
                        <a:t>主要协议</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6FFFF"/>
                    </a:solidFill>
                  </a:tcPr>
                </a:tc>
              </a:tr>
              <a:tr h="474663">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1" i="0" u="none" strike="noStrike" cap="none" normalizeH="0" baseline="0" dirty="0" smtClean="0">
                          <a:ln>
                            <a:noFill/>
                          </a:ln>
                          <a:solidFill>
                            <a:srgbClr val="002060"/>
                          </a:solidFill>
                          <a:effectLst/>
                          <a:latin typeface="Times New Roman" panose="02020603050405020304" pitchFamily="18" charset="0"/>
                          <a:ea typeface="宋体" panose="02010600030101010101" pitchFamily="2" charset="-122"/>
                        </a:rPr>
                        <a:t>高层（</a:t>
                      </a:r>
                      <a:r>
                        <a:rPr kumimoji="1" lang="en-US" altLang="zh-CN" sz="1800" b="1" i="0" u="none" strike="noStrike" cap="none" normalizeH="0" baseline="0" dirty="0" smtClean="0">
                          <a:ln>
                            <a:noFill/>
                          </a:ln>
                          <a:solidFill>
                            <a:srgbClr val="002060"/>
                          </a:solidFill>
                          <a:effectLst/>
                          <a:latin typeface="Times New Roman" panose="02020603050405020304" pitchFamily="18" charset="0"/>
                          <a:ea typeface="宋体" panose="02010600030101010101" pitchFamily="2" charset="-122"/>
                        </a:rPr>
                        <a:t>5-7</a:t>
                      </a:r>
                      <a:r>
                        <a:rPr kumimoji="1" lang="zh-CN" altLang="en-US" sz="1800" b="1" i="0" u="none" strike="noStrike" cap="none" normalizeH="0" baseline="0" dirty="0" smtClean="0">
                          <a:ln>
                            <a:noFill/>
                          </a:ln>
                          <a:solidFill>
                            <a:srgbClr val="002060"/>
                          </a:solidFill>
                          <a:effectLst/>
                          <a:latin typeface="Times New Roman" panose="02020603050405020304" pitchFamily="18" charset="0"/>
                          <a:ea typeface="宋体" panose="02010600030101010101" pitchFamily="2" charset="-122"/>
                        </a:rPr>
                        <a:t>）</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66"/>
                    </a:solid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1" i="0" u="none" strike="noStrike" cap="none" normalizeH="0" baseline="0" smtClean="0">
                          <a:ln>
                            <a:noFill/>
                          </a:ln>
                          <a:solidFill>
                            <a:srgbClr val="002060"/>
                          </a:solidFill>
                          <a:effectLst/>
                          <a:latin typeface="Times New Roman" panose="02020603050405020304" pitchFamily="18" charset="0"/>
                          <a:ea typeface="宋体" panose="02010600030101010101" pitchFamily="2" charset="-122"/>
                        </a:rPr>
                        <a:t>应用层</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66"/>
                    </a:solid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smtClean="0">
                          <a:ln>
                            <a:noFill/>
                          </a:ln>
                          <a:solidFill>
                            <a:srgbClr val="002060"/>
                          </a:solidFill>
                          <a:effectLst/>
                          <a:latin typeface="Times New Roman" panose="02020603050405020304" pitchFamily="18" charset="0"/>
                          <a:ea typeface="宋体" panose="02010600030101010101" pitchFamily="2" charset="-122"/>
                        </a:rPr>
                        <a:t>TELNET</a:t>
                      </a:r>
                      <a:r>
                        <a:rPr kumimoji="1" lang="zh-CN" altLang="en-US" sz="1800" b="1" i="0" u="none" strike="noStrike" cap="none" normalizeH="0" baseline="0" dirty="0" smtClean="0">
                          <a:ln>
                            <a:noFill/>
                          </a:ln>
                          <a:solidFill>
                            <a:srgbClr val="002060"/>
                          </a:solidFill>
                          <a:effectLst/>
                          <a:latin typeface="Times New Roman" panose="02020603050405020304" pitchFamily="18" charset="0"/>
                          <a:ea typeface="宋体" panose="02010600030101010101" pitchFamily="2" charset="-122"/>
                        </a:rPr>
                        <a:t>，</a:t>
                      </a:r>
                      <a:r>
                        <a:rPr kumimoji="1" lang="en-US" altLang="zh-CN" sz="1800" b="1" i="0" u="none" strike="noStrike" cap="none" normalizeH="0" baseline="0" dirty="0" smtClean="0">
                          <a:ln>
                            <a:noFill/>
                          </a:ln>
                          <a:solidFill>
                            <a:srgbClr val="002060"/>
                          </a:solidFill>
                          <a:effectLst/>
                          <a:latin typeface="Times New Roman" panose="02020603050405020304" pitchFamily="18" charset="0"/>
                          <a:ea typeface="宋体" panose="02010600030101010101" pitchFamily="2" charset="-122"/>
                        </a:rPr>
                        <a:t>FTP</a:t>
                      </a:r>
                      <a:r>
                        <a:rPr kumimoji="1" lang="zh-CN" altLang="en-US" sz="1800" b="1" i="0" u="none" strike="noStrike" cap="none" normalizeH="0" baseline="0" dirty="0" smtClean="0">
                          <a:ln>
                            <a:noFill/>
                          </a:ln>
                          <a:solidFill>
                            <a:srgbClr val="002060"/>
                          </a:solidFill>
                          <a:effectLst/>
                          <a:latin typeface="Times New Roman" panose="02020603050405020304" pitchFamily="18" charset="0"/>
                          <a:ea typeface="宋体" panose="02010600030101010101" pitchFamily="2" charset="-122"/>
                        </a:rPr>
                        <a:t>，</a:t>
                      </a:r>
                      <a:r>
                        <a:rPr kumimoji="1" lang="en-US" altLang="zh-CN" sz="1800" b="1" i="0" u="none" strike="noStrike" cap="none" normalizeH="0" baseline="0" dirty="0" smtClean="0">
                          <a:ln>
                            <a:noFill/>
                          </a:ln>
                          <a:solidFill>
                            <a:srgbClr val="002060"/>
                          </a:solidFill>
                          <a:effectLst/>
                          <a:latin typeface="Times New Roman" panose="02020603050405020304" pitchFamily="18" charset="0"/>
                          <a:ea typeface="宋体" panose="02010600030101010101" pitchFamily="2" charset="-122"/>
                        </a:rPr>
                        <a:t>SMTP</a:t>
                      </a:r>
                      <a:r>
                        <a:rPr kumimoji="1" lang="zh-CN" altLang="en-US" sz="1800" b="1" i="0" u="none" strike="noStrike" cap="none" normalizeH="0" baseline="0" dirty="0" smtClean="0">
                          <a:ln>
                            <a:noFill/>
                          </a:ln>
                          <a:solidFill>
                            <a:srgbClr val="002060"/>
                          </a:solidFill>
                          <a:effectLst/>
                          <a:latin typeface="Times New Roman" panose="02020603050405020304" pitchFamily="18" charset="0"/>
                          <a:ea typeface="宋体" panose="02010600030101010101" pitchFamily="2" charset="-122"/>
                        </a:rPr>
                        <a:t>，</a:t>
                      </a:r>
                      <a:r>
                        <a:rPr kumimoji="1" lang="en-US" altLang="zh-CN" sz="1800" b="1" i="0" u="none" strike="noStrike" cap="none" normalizeH="0" baseline="0" dirty="0" smtClean="0">
                          <a:ln>
                            <a:noFill/>
                          </a:ln>
                          <a:solidFill>
                            <a:srgbClr val="002060"/>
                          </a:solidFill>
                          <a:effectLst/>
                          <a:latin typeface="Times New Roman" panose="02020603050405020304" pitchFamily="18" charset="0"/>
                          <a:ea typeface="宋体" panose="02010600030101010101" pitchFamily="2" charset="-122"/>
                        </a:rPr>
                        <a:t>DNS</a:t>
                      </a:r>
                      <a:r>
                        <a:rPr kumimoji="1" lang="zh-CN" altLang="en-US" sz="1800" b="1" i="0" u="none" strike="noStrike" cap="none" normalizeH="0" baseline="0" dirty="0" smtClean="0">
                          <a:ln>
                            <a:noFill/>
                          </a:ln>
                          <a:solidFill>
                            <a:srgbClr val="002060"/>
                          </a:solidFill>
                          <a:effectLst/>
                          <a:latin typeface="Times New Roman" panose="02020603050405020304" pitchFamily="18" charset="0"/>
                          <a:ea typeface="宋体" panose="02010600030101010101" pitchFamily="2" charset="-122"/>
                        </a:rPr>
                        <a:t>，</a:t>
                      </a:r>
                      <a:r>
                        <a:rPr kumimoji="1" lang="en-US" altLang="zh-CN" sz="1800" b="1" i="0" u="none" strike="noStrike" cap="none" normalizeH="0" baseline="0" dirty="0" smtClean="0">
                          <a:ln>
                            <a:noFill/>
                          </a:ln>
                          <a:solidFill>
                            <a:srgbClr val="002060"/>
                          </a:solidFill>
                          <a:effectLst/>
                          <a:latin typeface="Times New Roman" panose="02020603050405020304" pitchFamily="18" charset="0"/>
                          <a:ea typeface="宋体" panose="02010600030101010101" pitchFamily="2" charset="-122"/>
                        </a:rPr>
                        <a:t>HTTP</a:t>
                      </a:r>
                      <a:r>
                        <a:rPr kumimoji="1" lang="zh-CN" altLang="en-US" sz="1800" b="1" i="0" u="none" strike="noStrike" cap="none" normalizeH="0" baseline="0" dirty="0" smtClean="0">
                          <a:ln>
                            <a:noFill/>
                          </a:ln>
                          <a:solidFill>
                            <a:srgbClr val="002060"/>
                          </a:solidFill>
                          <a:effectLst/>
                          <a:latin typeface="Times New Roman" panose="02020603050405020304" pitchFamily="18" charset="0"/>
                          <a:ea typeface="宋体" panose="02010600030101010101" pitchFamily="2" charset="-122"/>
                        </a:rPr>
                        <a:t>，</a:t>
                      </a:r>
                      <a:r>
                        <a:rPr kumimoji="1" lang="en-US" altLang="zh-CN" sz="1800" b="1" i="0" u="none" strike="noStrike" cap="none" normalizeH="0" baseline="0" dirty="0" smtClean="0">
                          <a:ln>
                            <a:noFill/>
                          </a:ln>
                          <a:solidFill>
                            <a:srgbClr val="002060"/>
                          </a:solidFill>
                          <a:effectLst/>
                          <a:latin typeface="Times New Roman" panose="02020603050405020304" pitchFamily="18" charset="0"/>
                          <a:ea typeface="宋体" panose="02010600030101010101" pitchFamily="2" charset="-122"/>
                        </a:rPr>
                        <a:t>NFS</a:t>
                      </a:r>
                      <a:r>
                        <a:rPr kumimoji="1" lang="zh-CN" altLang="en-US" sz="1800" b="1" i="0" u="none" strike="noStrike" cap="none" normalizeH="0" baseline="0" dirty="0" smtClean="0">
                          <a:ln>
                            <a:noFill/>
                          </a:ln>
                          <a:solidFill>
                            <a:srgbClr val="002060"/>
                          </a:solidFill>
                          <a:effectLst/>
                          <a:latin typeface="Times New Roman" panose="02020603050405020304" pitchFamily="18" charset="0"/>
                          <a:ea typeface="宋体" panose="02010600030101010101" pitchFamily="2" charset="-122"/>
                        </a:rPr>
                        <a:t>，</a:t>
                      </a:r>
                      <a:r>
                        <a:rPr kumimoji="1" lang="en-US" altLang="zh-CN" sz="1800" b="1" i="0" u="none" strike="noStrike" cap="none" normalizeH="0" baseline="0" dirty="0" smtClean="0">
                          <a:ln>
                            <a:noFill/>
                          </a:ln>
                          <a:solidFill>
                            <a:srgbClr val="002060"/>
                          </a:solidFill>
                          <a:effectLst/>
                          <a:latin typeface="Times New Roman" panose="02020603050405020304" pitchFamily="18" charset="0"/>
                          <a:ea typeface="宋体" panose="02010600030101010101" pitchFamily="2" charset="-122"/>
                        </a:rPr>
                        <a:t>SNMP</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66"/>
                    </a:solidFill>
                  </a:tcPr>
                </a:tc>
              </a:tr>
              <a:tr h="477838">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1" i="0" u="none" strike="noStrike" cap="none" normalizeH="0" baseline="0" dirty="0" smtClean="0">
                          <a:ln>
                            <a:noFill/>
                          </a:ln>
                          <a:solidFill>
                            <a:srgbClr val="002060"/>
                          </a:solidFill>
                          <a:effectLst/>
                          <a:latin typeface="Times New Roman" panose="02020603050405020304" pitchFamily="18" charset="0"/>
                          <a:ea typeface="宋体" panose="02010600030101010101" pitchFamily="2" charset="-122"/>
                        </a:rPr>
                        <a:t>传输层（</a:t>
                      </a:r>
                      <a:r>
                        <a:rPr kumimoji="1" lang="en-US" altLang="zh-CN" sz="1800" b="1" i="0" u="none" strike="noStrike" cap="none" normalizeH="0" baseline="0" dirty="0" smtClean="0">
                          <a:ln>
                            <a:noFill/>
                          </a:ln>
                          <a:solidFill>
                            <a:srgbClr val="002060"/>
                          </a:solidFill>
                          <a:effectLst/>
                          <a:latin typeface="Times New Roman" panose="02020603050405020304" pitchFamily="18" charset="0"/>
                          <a:ea typeface="宋体" panose="02010600030101010101" pitchFamily="2" charset="-122"/>
                        </a:rPr>
                        <a:t>4</a:t>
                      </a:r>
                      <a:r>
                        <a:rPr kumimoji="1" lang="zh-CN" altLang="en-US" sz="1800" b="1" i="0" u="none" strike="noStrike" cap="none" normalizeH="0" baseline="0" dirty="0" smtClean="0">
                          <a:ln>
                            <a:noFill/>
                          </a:ln>
                          <a:solidFill>
                            <a:srgbClr val="002060"/>
                          </a:solidFill>
                          <a:effectLst/>
                          <a:latin typeface="Times New Roman" panose="02020603050405020304" pitchFamily="18" charset="0"/>
                          <a:ea typeface="宋体" panose="02010600030101010101" pitchFamily="2" charset="-122"/>
                        </a:rPr>
                        <a:t>）</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66"/>
                    </a:solid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1" i="0" u="none" strike="noStrike" cap="none" normalizeH="0" baseline="0" dirty="0" smtClean="0">
                          <a:ln>
                            <a:noFill/>
                          </a:ln>
                          <a:solidFill>
                            <a:srgbClr val="002060"/>
                          </a:solidFill>
                          <a:effectLst/>
                          <a:latin typeface="Times New Roman" panose="02020603050405020304" pitchFamily="18" charset="0"/>
                          <a:ea typeface="宋体" panose="02010600030101010101" pitchFamily="2" charset="-122"/>
                        </a:rPr>
                        <a:t>传输层</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66"/>
                    </a:solid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smtClean="0">
                          <a:ln>
                            <a:noFill/>
                          </a:ln>
                          <a:solidFill>
                            <a:srgbClr val="002060"/>
                          </a:solidFill>
                          <a:effectLst/>
                          <a:latin typeface="Times New Roman" panose="02020603050405020304" pitchFamily="18" charset="0"/>
                          <a:ea typeface="宋体" panose="02010600030101010101" pitchFamily="2" charset="-122"/>
                        </a:rPr>
                        <a:t>                                </a:t>
                      </a:r>
                      <a:r>
                        <a:rPr kumimoji="1" lang="en-US" altLang="zh-CN" sz="1800" b="1" i="0" u="none" strike="noStrike" cap="none" normalizeH="0" baseline="0" dirty="0" smtClean="0">
                          <a:ln>
                            <a:noFill/>
                          </a:ln>
                          <a:solidFill>
                            <a:srgbClr val="FF0000"/>
                          </a:solidFill>
                          <a:effectLst/>
                          <a:latin typeface="Times New Roman" panose="02020603050405020304" pitchFamily="18" charset="0"/>
                          <a:ea typeface="宋体" panose="02010600030101010101" pitchFamily="2" charset="-122"/>
                        </a:rPr>
                        <a:t>TCP   </a:t>
                      </a:r>
                      <a:r>
                        <a:rPr kumimoji="1" lang="en-US" altLang="zh-CN" sz="1800" b="1" i="0" u="none" strike="noStrike" cap="none" normalizeH="0" baseline="0" dirty="0" smtClean="0">
                          <a:ln>
                            <a:noFill/>
                          </a:ln>
                          <a:solidFill>
                            <a:srgbClr val="002060"/>
                          </a:solidFill>
                          <a:effectLst/>
                          <a:latin typeface="Times New Roman" panose="02020603050405020304" pitchFamily="18" charset="0"/>
                          <a:ea typeface="宋体" panose="02010600030101010101" pitchFamily="2" charset="-122"/>
                        </a:rPr>
                        <a:t> UDP</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66"/>
                    </a:solidFill>
                  </a:tcPr>
                </a:tc>
              </a:tr>
              <a:tr h="476250">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1" i="0" u="none" strike="noStrike" cap="none" normalizeH="0" baseline="0" dirty="0" smtClean="0">
                          <a:ln>
                            <a:noFill/>
                          </a:ln>
                          <a:solidFill>
                            <a:srgbClr val="002060"/>
                          </a:solidFill>
                          <a:effectLst/>
                          <a:latin typeface="Times New Roman" panose="02020603050405020304" pitchFamily="18" charset="0"/>
                          <a:ea typeface="宋体" panose="02010600030101010101" pitchFamily="2" charset="-122"/>
                        </a:rPr>
                        <a:t>网络层（</a:t>
                      </a:r>
                      <a:r>
                        <a:rPr kumimoji="1" lang="en-US" altLang="zh-CN" sz="1800" b="1" i="0" u="none" strike="noStrike" cap="none" normalizeH="0" baseline="0" dirty="0" smtClean="0">
                          <a:ln>
                            <a:noFill/>
                          </a:ln>
                          <a:solidFill>
                            <a:srgbClr val="002060"/>
                          </a:solidFill>
                          <a:effectLst/>
                          <a:latin typeface="Times New Roman" panose="02020603050405020304" pitchFamily="18" charset="0"/>
                          <a:ea typeface="宋体" panose="02010600030101010101" pitchFamily="2" charset="-122"/>
                        </a:rPr>
                        <a:t>3</a:t>
                      </a:r>
                      <a:r>
                        <a:rPr kumimoji="1" lang="zh-CN" altLang="en-US" sz="1800" b="1" i="0" u="none" strike="noStrike" cap="none" normalizeH="0" baseline="0" dirty="0" smtClean="0">
                          <a:ln>
                            <a:noFill/>
                          </a:ln>
                          <a:solidFill>
                            <a:srgbClr val="002060"/>
                          </a:solidFill>
                          <a:effectLst/>
                          <a:latin typeface="Times New Roman" panose="02020603050405020304" pitchFamily="18" charset="0"/>
                          <a:ea typeface="宋体" panose="02010600030101010101" pitchFamily="2" charset="-122"/>
                        </a:rPr>
                        <a:t>）</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66"/>
                    </a:solid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1" i="0" u="none" strike="noStrike" cap="none" normalizeH="0" baseline="0" dirty="0" smtClean="0">
                          <a:ln>
                            <a:noFill/>
                          </a:ln>
                          <a:solidFill>
                            <a:srgbClr val="002060"/>
                          </a:solidFill>
                          <a:effectLst/>
                          <a:latin typeface="Times New Roman" panose="02020603050405020304" pitchFamily="18" charset="0"/>
                          <a:ea typeface="宋体" panose="02010600030101010101" pitchFamily="2" charset="-122"/>
                        </a:rPr>
                        <a:t>网际层</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66"/>
                    </a:solid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800" b="1" i="0" u="none" strike="noStrike" cap="none" normalizeH="0" baseline="0" dirty="0" smtClean="0">
                          <a:ln>
                            <a:noFill/>
                          </a:ln>
                          <a:solidFill>
                            <a:srgbClr val="002060"/>
                          </a:solidFill>
                          <a:effectLst/>
                          <a:latin typeface="Times New Roman" panose="02020603050405020304" pitchFamily="18" charset="0"/>
                          <a:ea typeface="宋体" panose="02010600030101010101" pitchFamily="2" charset="-122"/>
                        </a:rPr>
                        <a:t>IGMP   ICMP        </a:t>
                      </a:r>
                      <a:r>
                        <a:rPr kumimoji="1" lang="en-US" altLang="zh-CN" sz="1800" b="1" i="0" u="none" strike="noStrike" cap="none" normalizeH="0" baseline="0" dirty="0" smtClean="0">
                          <a:ln>
                            <a:noFill/>
                          </a:ln>
                          <a:solidFill>
                            <a:srgbClr val="FF0000"/>
                          </a:solidFill>
                          <a:effectLst/>
                          <a:latin typeface="Times New Roman" panose="02020603050405020304" pitchFamily="18" charset="0"/>
                          <a:ea typeface="宋体" panose="02010600030101010101" pitchFamily="2" charset="-122"/>
                        </a:rPr>
                        <a:t> IP </a:t>
                      </a:r>
                      <a:r>
                        <a:rPr kumimoji="1" lang="en-US" altLang="zh-CN" sz="1800" b="1" i="0" u="none" strike="noStrike" cap="none" normalizeH="0" baseline="0" dirty="0" smtClean="0">
                          <a:ln>
                            <a:noFill/>
                          </a:ln>
                          <a:solidFill>
                            <a:srgbClr val="002060"/>
                          </a:solidFill>
                          <a:effectLst/>
                          <a:latin typeface="Times New Roman" panose="02020603050405020304" pitchFamily="18" charset="0"/>
                          <a:ea typeface="宋体" panose="02010600030101010101" pitchFamily="2" charset="-122"/>
                        </a:rPr>
                        <a:t>     ARP    RARP </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66"/>
                    </a:solidFill>
                  </a:tcPr>
                </a:tc>
              </a:tr>
              <a:tr h="362489">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1" i="0" u="none" strike="noStrike" cap="none" normalizeH="0" baseline="0" dirty="0" smtClean="0">
                          <a:ln>
                            <a:noFill/>
                          </a:ln>
                          <a:solidFill>
                            <a:srgbClr val="002060"/>
                          </a:solidFill>
                          <a:effectLst/>
                          <a:latin typeface="Times New Roman" panose="02020603050405020304" pitchFamily="18" charset="0"/>
                          <a:ea typeface="宋体" panose="02010600030101010101" pitchFamily="2" charset="-122"/>
                        </a:rPr>
                        <a:t>低层（</a:t>
                      </a:r>
                      <a:r>
                        <a:rPr kumimoji="1" lang="en-US" altLang="zh-CN" sz="1800" b="1" i="0" u="none" strike="noStrike" cap="none" normalizeH="0" baseline="0" dirty="0" smtClean="0">
                          <a:ln>
                            <a:noFill/>
                          </a:ln>
                          <a:solidFill>
                            <a:srgbClr val="002060"/>
                          </a:solidFill>
                          <a:effectLst/>
                          <a:latin typeface="Times New Roman" panose="02020603050405020304" pitchFamily="18" charset="0"/>
                          <a:ea typeface="宋体" panose="02010600030101010101" pitchFamily="2" charset="-122"/>
                        </a:rPr>
                        <a:t>1-2</a:t>
                      </a:r>
                      <a:r>
                        <a:rPr kumimoji="1" lang="zh-CN" altLang="en-US" sz="1800" b="1" i="0" u="none" strike="noStrike" cap="none" normalizeH="0" baseline="0" dirty="0" smtClean="0">
                          <a:ln>
                            <a:noFill/>
                          </a:ln>
                          <a:solidFill>
                            <a:srgbClr val="002060"/>
                          </a:solidFill>
                          <a:effectLst/>
                          <a:latin typeface="Times New Roman" panose="02020603050405020304" pitchFamily="18" charset="0"/>
                          <a:ea typeface="宋体" panose="02010600030101010101" pitchFamily="2" charset="-122"/>
                        </a:rPr>
                        <a:t>）</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66"/>
                    </a:solid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1" i="0" u="none" strike="noStrike" cap="none" normalizeH="0" baseline="0" dirty="0" smtClean="0">
                          <a:ln>
                            <a:noFill/>
                          </a:ln>
                          <a:solidFill>
                            <a:srgbClr val="002060"/>
                          </a:solidFill>
                          <a:effectLst/>
                          <a:latin typeface="Times New Roman" panose="02020603050405020304" pitchFamily="18" charset="0"/>
                          <a:ea typeface="宋体" panose="02010600030101010101" pitchFamily="2" charset="-122"/>
                        </a:rPr>
                        <a:t>网络接口层</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66"/>
                    </a:solidFill>
                  </a:tcPr>
                </a:tc>
                <a:tc>
                  <a:txBody>
                    <a:bodyPr/>
                    <a:lstStyle>
                      <a:lvl1pPr marL="0" algn="l" defTabSz="914400" rtl="0" eaLnBrk="1" latinLnBrk="0" hangingPunct="1">
                        <a:spcBef>
                          <a:spcPct val="20000"/>
                        </a:spcBef>
                        <a:defRPr kumimoji="1"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kumimoji="1"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kumimoji="1"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kumimoji="1"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kumimoji="1"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1" i="0" u="none" strike="noStrike" cap="none" normalizeH="0" baseline="0" dirty="0" smtClean="0">
                          <a:ln>
                            <a:noFill/>
                          </a:ln>
                          <a:solidFill>
                            <a:srgbClr val="002060"/>
                          </a:solidFill>
                          <a:effectLst/>
                          <a:latin typeface="Times New Roman" panose="02020603050405020304" pitchFamily="18" charset="0"/>
                          <a:ea typeface="宋体" panose="02010600030101010101" pitchFamily="2" charset="-122"/>
                        </a:rPr>
                        <a:t>可使用各种物理网络</a:t>
                      </a:r>
                      <a:endParaRPr kumimoji="1" lang="en-US" altLang="zh-CN" sz="1800" b="1" i="0" u="none" strike="noStrike" cap="none" normalizeH="0" baseline="0" dirty="0" smtClean="0">
                        <a:ln>
                          <a:noFill/>
                        </a:ln>
                        <a:solidFill>
                          <a:srgbClr val="002060"/>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1" i="0" u="none" strike="noStrike" cap="none" normalizeH="0" baseline="0" dirty="0" smtClean="0">
                          <a:ln>
                            <a:noFill/>
                          </a:ln>
                          <a:solidFill>
                            <a:srgbClr val="002060"/>
                          </a:solidFill>
                          <a:effectLst/>
                          <a:latin typeface="Times New Roman" panose="02020603050405020304" pitchFamily="18" charset="0"/>
                          <a:ea typeface="宋体" panose="02010600030101010101" pitchFamily="2" charset="-122"/>
                        </a:rPr>
                        <a:t>以太网，</a:t>
                      </a:r>
                      <a:r>
                        <a:rPr kumimoji="0" lang="en-US" altLang="zh-CN" sz="1800" b="1" dirty="0" smtClean="0">
                          <a:solidFill>
                            <a:srgbClr val="000000"/>
                          </a:solidFill>
                          <a:latin typeface="Arial" panose="020B0604020202020204" pitchFamily="34" charset="0"/>
                        </a:rPr>
                        <a:t>FDDI      PPP    ATM     FR</a:t>
                      </a:r>
                      <a:endParaRPr kumimoji="1" lang="zh-CN" altLang="en-US" sz="1800" b="1" i="0" u="none" strike="noStrike" cap="none" normalizeH="0" baseline="0" dirty="0" smtClean="0">
                        <a:ln>
                          <a:noFill/>
                        </a:ln>
                        <a:solidFill>
                          <a:srgbClr val="002060"/>
                        </a:solidFill>
                        <a:effectLst/>
                        <a:latin typeface="Times New Roman" panose="02020603050405020304" pitchFamily="18"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66"/>
                    </a:solidFill>
                  </a:tcPr>
                </a:tc>
              </a:tr>
            </a:tbl>
          </a:graphicData>
        </a:graphic>
      </p:graphicFrame>
      <p:grpSp>
        <p:nvGrpSpPr>
          <p:cNvPr id="163" name="组合 162"/>
          <p:cNvGrpSpPr/>
          <p:nvPr/>
        </p:nvGrpSpPr>
        <p:grpSpPr>
          <a:xfrm>
            <a:off x="8575959" y="1671455"/>
            <a:ext cx="3282665" cy="3048376"/>
            <a:chOff x="4456113" y="2527300"/>
            <a:chExt cx="4440237" cy="3816350"/>
          </a:xfrm>
        </p:grpSpPr>
        <p:sp>
          <p:nvSpPr>
            <p:cNvPr id="164" name="Rectangle 4"/>
            <p:cNvSpPr>
              <a:spLocks noChangeArrowheads="1"/>
            </p:cNvSpPr>
            <p:nvPr/>
          </p:nvSpPr>
          <p:spPr bwMode="auto">
            <a:xfrm>
              <a:off x="4456113" y="2949576"/>
              <a:ext cx="1562100" cy="487363"/>
            </a:xfrm>
            <a:prstGeom prst="rect">
              <a:avLst/>
            </a:prstGeom>
            <a:solidFill>
              <a:srgbClr val="FFFFFF"/>
            </a:solidFill>
            <a:ln w="17463">
              <a:solidFill>
                <a:srgbClr val="000000"/>
              </a:solidFill>
              <a:miter lim="800000"/>
              <a:headEnd/>
              <a:tailEnd/>
            </a:ln>
          </p:spPr>
          <p:txBody>
            <a:bodyPr/>
            <a:lstStyle/>
            <a:p>
              <a:pPr fontAlgn="base">
                <a:spcBef>
                  <a:spcPct val="0"/>
                </a:spcBef>
                <a:spcAft>
                  <a:spcPct val="0"/>
                </a:spcAft>
              </a:pPr>
              <a:endParaRPr kumimoji="1" lang="zh-CN" altLang="en-US" sz="1400" b="1">
                <a:solidFill>
                  <a:srgbClr val="000000"/>
                </a:solidFill>
              </a:endParaRPr>
            </a:p>
          </p:txBody>
        </p:sp>
        <p:sp>
          <p:nvSpPr>
            <p:cNvPr id="165" name="Rectangle 5"/>
            <p:cNvSpPr>
              <a:spLocks noChangeArrowheads="1"/>
            </p:cNvSpPr>
            <p:nvPr/>
          </p:nvSpPr>
          <p:spPr bwMode="auto">
            <a:xfrm>
              <a:off x="4875214" y="3073400"/>
              <a:ext cx="728540" cy="269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pPr>
              <a:r>
                <a:rPr lang="zh-CN" altLang="en-US" sz="1400" b="1">
                  <a:solidFill>
                    <a:srgbClr val="000000"/>
                  </a:solidFill>
                  <a:latin typeface="宋体" panose="02010600030101010101" pitchFamily="2" charset="-122"/>
                </a:rPr>
                <a:t>应用层</a:t>
              </a:r>
              <a:endParaRPr lang="zh-CN" altLang="en-US" sz="1400" b="1">
                <a:solidFill>
                  <a:srgbClr val="CCCCFF"/>
                </a:solidFill>
                <a:latin typeface="楷体_GB2312" pitchFamily="49" charset="-122"/>
                <a:ea typeface="楷体_GB2312" pitchFamily="49" charset="-122"/>
              </a:endParaRPr>
            </a:p>
          </p:txBody>
        </p:sp>
        <p:sp>
          <p:nvSpPr>
            <p:cNvPr id="166" name="Rectangle 6"/>
            <p:cNvSpPr>
              <a:spLocks noChangeArrowheads="1"/>
            </p:cNvSpPr>
            <p:nvPr/>
          </p:nvSpPr>
          <p:spPr bwMode="auto">
            <a:xfrm>
              <a:off x="4456113" y="5856288"/>
              <a:ext cx="1562100" cy="487362"/>
            </a:xfrm>
            <a:prstGeom prst="rect">
              <a:avLst/>
            </a:prstGeom>
            <a:solidFill>
              <a:srgbClr val="FFFFFF"/>
            </a:solidFill>
            <a:ln w="17463">
              <a:solidFill>
                <a:srgbClr val="000000"/>
              </a:solidFill>
              <a:miter lim="800000"/>
              <a:headEnd/>
              <a:tailEnd/>
            </a:ln>
          </p:spPr>
          <p:txBody>
            <a:bodyPr/>
            <a:lstStyle/>
            <a:p>
              <a:pPr fontAlgn="base">
                <a:spcBef>
                  <a:spcPct val="0"/>
                </a:spcBef>
                <a:spcAft>
                  <a:spcPct val="0"/>
                </a:spcAft>
              </a:pPr>
              <a:endParaRPr kumimoji="1" lang="zh-CN" altLang="en-US" sz="1400" b="1">
                <a:solidFill>
                  <a:srgbClr val="000000"/>
                </a:solidFill>
              </a:endParaRPr>
            </a:p>
          </p:txBody>
        </p:sp>
        <p:sp>
          <p:nvSpPr>
            <p:cNvPr id="167" name="Rectangle 7"/>
            <p:cNvSpPr>
              <a:spLocks noChangeArrowheads="1"/>
            </p:cNvSpPr>
            <p:nvPr/>
          </p:nvSpPr>
          <p:spPr bwMode="auto">
            <a:xfrm>
              <a:off x="4875214" y="5980113"/>
              <a:ext cx="728540" cy="269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pPr>
              <a:r>
                <a:rPr lang="zh-CN" altLang="en-US" sz="1400" b="1" dirty="0">
                  <a:solidFill>
                    <a:srgbClr val="000000"/>
                  </a:solidFill>
                  <a:latin typeface="宋体" panose="02010600030101010101" pitchFamily="2" charset="-122"/>
                </a:rPr>
                <a:t>物理层</a:t>
              </a:r>
              <a:endParaRPr lang="zh-CN" altLang="en-US" sz="1400" b="1" dirty="0">
                <a:solidFill>
                  <a:srgbClr val="CCCCFF"/>
                </a:solidFill>
                <a:latin typeface="楷体_GB2312" pitchFamily="49" charset="-122"/>
                <a:ea typeface="楷体_GB2312" pitchFamily="49" charset="-122"/>
              </a:endParaRPr>
            </a:p>
          </p:txBody>
        </p:sp>
        <p:sp>
          <p:nvSpPr>
            <p:cNvPr id="168" name="Rectangle 8"/>
            <p:cNvSpPr>
              <a:spLocks noChangeArrowheads="1"/>
            </p:cNvSpPr>
            <p:nvPr/>
          </p:nvSpPr>
          <p:spPr bwMode="auto">
            <a:xfrm>
              <a:off x="4456113" y="5375276"/>
              <a:ext cx="1562100" cy="481013"/>
            </a:xfrm>
            <a:prstGeom prst="rect">
              <a:avLst/>
            </a:prstGeom>
            <a:solidFill>
              <a:srgbClr val="FFFFFF"/>
            </a:solidFill>
            <a:ln w="17463">
              <a:solidFill>
                <a:srgbClr val="000000"/>
              </a:solidFill>
              <a:miter lim="800000"/>
              <a:headEnd/>
              <a:tailEnd/>
            </a:ln>
          </p:spPr>
          <p:txBody>
            <a:bodyPr/>
            <a:lstStyle/>
            <a:p>
              <a:pPr fontAlgn="base">
                <a:spcBef>
                  <a:spcPct val="0"/>
                </a:spcBef>
                <a:spcAft>
                  <a:spcPct val="0"/>
                </a:spcAft>
              </a:pPr>
              <a:endParaRPr kumimoji="1" lang="zh-CN" altLang="en-US" sz="1400" b="1">
                <a:solidFill>
                  <a:srgbClr val="000000"/>
                </a:solidFill>
              </a:endParaRPr>
            </a:p>
          </p:txBody>
        </p:sp>
        <p:sp>
          <p:nvSpPr>
            <p:cNvPr id="169" name="Rectangle 9"/>
            <p:cNvSpPr>
              <a:spLocks noChangeArrowheads="1"/>
            </p:cNvSpPr>
            <p:nvPr/>
          </p:nvSpPr>
          <p:spPr bwMode="auto">
            <a:xfrm>
              <a:off x="4503738" y="5464175"/>
              <a:ext cx="1335656" cy="269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pPr>
              <a:r>
                <a:rPr lang="en-US" altLang="zh-CN" sz="1400" b="1" dirty="0">
                  <a:solidFill>
                    <a:srgbClr val="000000"/>
                  </a:solidFill>
                  <a:latin typeface="宋体" panose="02010600030101010101" pitchFamily="2" charset="-122"/>
                </a:rPr>
                <a:t> </a:t>
              </a:r>
              <a:r>
                <a:rPr lang="zh-CN" altLang="en-US" sz="1400" b="1" dirty="0">
                  <a:solidFill>
                    <a:srgbClr val="000000"/>
                  </a:solidFill>
                  <a:latin typeface="宋体" panose="02010600030101010101" pitchFamily="2" charset="-122"/>
                </a:rPr>
                <a:t>数据链路层</a:t>
              </a:r>
              <a:endParaRPr lang="zh-CN" altLang="en-US" sz="1400" b="1" dirty="0">
                <a:solidFill>
                  <a:srgbClr val="CCCCFF"/>
                </a:solidFill>
                <a:latin typeface="楷体_GB2312" pitchFamily="49" charset="-122"/>
                <a:ea typeface="楷体_GB2312" pitchFamily="49" charset="-122"/>
              </a:endParaRPr>
            </a:p>
          </p:txBody>
        </p:sp>
        <p:sp>
          <p:nvSpPr>
            <p:cNvPr id="170" name="Rectangle 10"/>
            <p:cNvSpPr>
              <a:spLocks noChangeArrowheads="1"/>
            </p:cNvSpPr>
            <p:nvPr/>
          </p:nvSpPr>
          <p:spPr bwMode="auto">
            <a:xfrm>
              <a:off x="4456113" y="4887913"/>
              <a:ext cx="1562100" cy="487362"/>
            </a:xfrm>
            <a:prstGeom prst="rect">
              <a:avLst/>
            </a:prstGeom>
            <a:solidFill>
              <a:srgbClr val="FFFFFF"/>
            </a:solidFill>
            <a:ln w="17463">
              <a:solidFill>
                <a:srgbClr val="000000"/>
              </a:solidFill>
              <a:miter lim="800000"/>
              <a:headEnd/>
              <a:tailEnd/>
            </a:ln>
          </p:spPr>
          <p:txBody>
            <a:bodyPr/>
            <a:lstStyle/>
            <a:p>
              <a:pPr fontAlgn="base">
                <a:spcBef>
                  <a:spcPct val="0"/>
                </a:spcBef>
                <a:spcAft>
                  <a:spcPct val="0"/>
                </a:spcAft>
              </a:pPr>
              <a:endParaRPr kumimoji="1" lang="zh-CN" altLang="en-US" sz="1400" b="1">
                <a:solidFill>
                  <a:srgbClr val="000000"/>
                </a:solidFill>
              </a:endParaRPr>
            </a:p>
          </p:txBody>
        </p:sp>
        <p:sp>
          <p:nvSpPr>
            <p:cNvPr id="171" name="Rectangle 11"/>
            <p:cNvSpPr>
              <a:spLocks noChangeArrowheads="1"/>
            </p:cNvSpPr>
            <p:nvPr/>
          </p:nvSpPr>
          <p:spPr bwMode="auto">
            <a:xfrm>
              <a:off x="4875214" y="5011738"/>
              <a:ext cx="728540" cy="269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pPr>
              <a:r>
                <a:rPr lang="zh-CN" altLang="en-US" sz="1400" b="1" dirty="0">
                  <a:solidFill>
                    <a:srgbClr val="000000"/>
                  </a:solidFill>
                  <a:latin typeface="宋体" panose="02010600030101010101" pitchFamily="2" charset="-122"/>
                </a:rPr>
                <a:t>网络层</a:t>
              </a:r>
              <a:endParaRPr lang="zh-CN" altLang="en-US" sz="1400" b="1" dirty="0">
                <a:solidFill>
                  <a:srgbClr val="CCCCFF"/>
                </a:solidFill>
                <a:latin typeface="楷体_GB2312" pitchFamily="49" charset="-122"/>
                <a:ea typeface="楷体_GB2312" pitchFamily="49" charset="-122"/>
              </a:endParaRPr>
            </a:p>
          </p:txBody>
        </p:sp>
        <p:sp>
          <p:nvSpPr>
            <p:cNvPr id="172" name="Rectangle 12"/>
            <p:cNvSpPr>
              <a:spLocks noChangeArrowheads="1"/>
            </p:cNvSpPr>
            <p:nvPr/>
          </p:nvSpPr>
          <p:spPr bwMode="auto">
            <a:xfrm>
              <a:off x="4456113" y="4405313"/>
              <a:ext cx="1562100" cy="482600"/>
            </a:xfrm>
            <a:prstGeom prst="rect">
              <a:avLst/>
            </a:prstGeom>
            <a:solidFill>
              <a:srgbClr val="FFFFFF"/>
            </a:solidFill>
            <a:ln w="17463">
              <a:solidFill>
                <a:srgbClr val="000000"/>
              </a:solidFill>
              <a:miter lim="800000"/>
              <a:headEnd/>
              <a:tailEnd/>
            </a:ln>
          </p:spPr>
          <p:txBody>
            <a:bodyPr/>
            <a:lstStyle/>
            <a:p>
              <a:pPr fontAlgn="base">
                <a:spcBef>
                  <a:spcPct val="0"/>
                </a:spcBef>
                <a:spcAft>
                  <a:spcPct val="0"/>
                </a:spcAft>
              </a:pPr>
              <a:endParaRPr kumimoji="1" lang="zh-CN" altLang="en-US" sz="1400" b="1">
                <a:solidFill>
                  <a:srgbClr val="000000"/>
                </a:solidFill>
              </a:endParaRPr>
            </a:p>
          </p:txBody>
        </p:sp>
        <p:sp>
          <p:nvSpPr>
            <p:cNvPr id="173" name="Rectangle 13"/>
            <p:cNvSpPr>
              <a:spLocks noChangeArrowheads="1"/>
            </p:cNvSpPr>
            <p:nvPr/>
          </p:nvSpPr>
          <p:spPr bwMode="auto">
            <a:xfrm>
              <a:off x="4875214" y="4524375"/>
              <a:ext cx="728540" cy="269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pPr>
              <a:r>
                <a:rPr lang="zh-CN" altLang="en-US" sz="1400" b="1">
                  <a:solidFill>
                    <a:srgbClr val="000000"/>
                  </a:solidFill>
                  <a:latin typeface="宋体" panose="02010600030101010101" pitchFamily="2" charset="-122"/>
                </a:rPr>
                <a:t>传输层</a:t>
              </a:r>
              <a:endParaRPr lang="zh-CN" altLang="en-US" sz="1400" b="1">
                <a:solidFill>
                  <a:srgbClr val="CCCCFF"/>
                </a:solidFill>
                <a:latin typeface="楷体_GB2312" pitchFamily="49" charset="-122"/>
                <a:ea typeface="楷体_GB2312" pitchFamily="49" charset="-122"/>
              </a:endParaRPr>
            </a:p>
          </p:txBody>
        </p:sp>
        <p:sp>
          <p:nvSpPr>
            <p:cNvPr id="174" name="Rectangle 14"/>
            <p:cNvSpPr>
              <a:spLocks noChangeArrowheads="1"/>
            </p:cNvSpPr>
            <p:nvPr/>
          </p:nvSpPr>
          <p:spPr bwMode="auto">
            <a:xfrm>
              <a:off x="4456113" y="3919539"/>
              <a:ext cx="1562100" cy="485775"/>
            </a:xfrm>
            <a:prstGeom prst="rect">
              <a:avLst/>
            </a:prstGeom>
            <a:solidFill>
              <a:srgbClr val="FFFFFF"/>
            </a:solidFill>
            <a:ln w="17463">
              <a:solidFill>
                <a:srgbClr val="000000"/>
              </a:solidFill>
              <a:miter lim="800000"/>
              <a:headEnd/>
              <a:tailEnd/>
            </a:ln>
          </p:spPr>
          <p:txBody>
            <a:bodyPr/>
            <a:lstStyle/>
            <a:p>
              <a:pPr fontAlgn="base">
                <a:spcBef>
                  <a:spcPct val="0"/>
                </a:spcBef>
                <a:spcAft>
                  <a:spcPct val="0"/>
                </a:spcAft>
              </a:pPr>
              <a:endParaRPr kumimoji="1" lang="zh-CN" altLang="en-US" sz="1400" b="1">
                <a:solidFill>
                  <a:srgbClr val="000000"/>
                </a:solidFill>
              </a:endParaRPr>
            </a:p>
          </p:txBody>
        </p:sp>
        <p:sp>
          <p:nvSpPr>
            <p:cNvPr id="175" name="Rectangle 15"/>
            <p:cNvSpPr>
              <a:spLocks noChangeArrowheads="1"/>
            </p:cNvSpPr>
            <p:nvPr/>
          </p:nvSpPr>
          <p:spPr bwMode="auto">
            <a:xfrm>
              <a:off x="4875214" y="4041775"/>
              <a:ext cx="728540" cy="269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pPr>
              <a:r>
                <a:rPr lang="zh-CN" altLang="en-US" sz="1400" b="1">
                  <a:solidFill>
                    <a:srgbClr val="000000"/>
                  </a:solidFill>
                  <a:latin typeface="宋体" panose="02010600030101010101" pitchFamily="2" charset="-122"/>
                </a:rPr>
                <a:t>会话层</a:t>
              </a:r>
              <a:endParaRPr lang="zh-CN" altLang="en-US" sz="1400" b="1">
                <a:solidFill>
                  <a:srgbClr val="CCCCFF"/>
                </a:solidFill>
                <a:latin typeface="楷体_GB2312" pitchFamily="49" charset="-122"/>
                <a:ea typeface="楷体_GB2312" pitchFamily="49" charset="-122"/>
              </a:endParaRPr>
            </a:p>
          </p:txBody>
        </p:sp>
        <p:sp>
          <p:nvSpPr>
            <p:cNvPr id="176" name="Rectangle 16"/>
            <p:cNvSpPr>
              <a:spLocks noChangeArrowheads="1"/>
            </p:cNvSpPr>
            <p:nvPr/>
          </p:nvSpPr>
          <p:spPr bwMode="auto">
            <a:xfrm>
              <a:off x="4456113" y="3436938"/>
              <a:ext cx="1562100" cy="482600"/>
            </a:xfrm>
            <a:prstGeom prst="rect">
              <a:avLst/>
            </a:prstGeom>
            <a:solidFill>
              <a:srgbClr val="FFFFFF"/>
            </a:solidFill>
            <a:ln w="17463">
              <a:solidFill>
                <a:srgbClr val="000000"/>
              </a:solidFill>
              <a:miter lim="800000"/>
              <a:headEnd/>
              <a:tailEnd/>
            </a:ln>
          </p:spPr>
          <p:txBody>
            <a:bodyPr/>
            <a:lstStyle/>
            <a:p>
              <a:pPr fontAlgn="base">
                <a:spcBef>
                  <a:spcPct val="0"/>
                </a:spcBef>
                <a:spcAft>
                  <a:spcPct val="0"/>
                </a:spcAft>
              </a:pPr>
              <a:endParaRPr kumimoji="1" lang="zh-CN" altLang="en-US" sz="1400" b="1">
                <a:solidFill>
                  <a:srgbClr val="000000"/>
                </a:solidFill>
              </a:endParaRPr>
            </a:p>
          </p:txBody>
        </p:sp>
        <p:sp>
          <p:nvSpPr>
            <p:cNvPr id="177" name="Rectangle 17"/>
            <p:cNvSpPr>
              <a:spLocks noChangeArrowheads="1"/>
            </p:cNvSpPr>
            <p:nvPr/>
          </p:nvSpPr>
          <p:spPr bwMode="auto">
            <a:xfrm>
              <a:off x="4875214" y="3556000"/>
              <a:ext cx="728540" cy="269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pPr>
              <a:r>
                <a:rPr lang="zh-CN" altLang="en-US" sz="1400" b="1" dirty="0">
                  <a:solidFill>
                    <a:srgbClr val="000000"/>
                  </a:solidFill>
                  <a:latin typeface="宋体" panose="02010600030101010101" pitchFamily="2" charset="-122"/>
                </a:rPr>
                <a:t>表示层</a:t>
              </a:r>
              <a:endParaRPr lang="zh-CN" altLang="en-US" sz="1400" b="1" dirty="0">
                <a:solidFill>
                  <a:srgbClr val="CCCCFF"/>
                </a:solidFill>
                <a:latin typeface="楷体_GB2312" pitchFamily="49" charset="-122"/>
                <a:ea typeface="楷体_GB2312" pitchFamily="49" charset="-122"/>
              </a:endParaRPr>
            </a:p>
          </p:txBody>
        </p:sp>
        <p:sp>
          <p:nvSpPr>
            <p:cNvPr id="178" name="Rectangle 18"/>
            <p:cNvSpPr>
              <a:spLocks noChangeArrowheads="1"/>
            </p:cNvSpPr>
            <p:nvPr/>
          </p:nvSpPr>
          <p:spPr bwMode="auto">
            <a:xfrm>
              <a:off x="4552950" y="2536825"/>
              <a:ext cx="1389863" cy="269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pPr>
              <a:r>
                <a:rPr lang="en-US" altLang="zh-CN" sz="1400" b="1" dirty="0">
                  <a:solidFill>
                    <a:srgbClr val="3333CC"/>
                  </a:solidFill>
                  <a:cs typeface="Times New Roman" panose="02020603050405020304" pitchFamily="18" charset="0"/>
                </a:rPr>
                <a:t>OSI</a:t>
              </a:r>
              <a:r>
                <a:rPr lang="zh-CN" altLang="en-US" sz="1400" b="1" dirty="0">
                  <a:solidFill>
                    <a:srgbClr val="3333CC"/>
                  </a:solidFill>
                  <a:cs typeface="Times New Roman" panose="02020603050405020304" pitchFamily="18" charset="0"/>
                </a:rPr>
                <a:t>参考模型</a:t>
              </a:r>
              <a:endParaRPr lang="zh-CN" altLang="en-US" sz="1400" b="1" dirty="0">
                <a:solidFill>
                  <a:srgbClr val="3333CC"/>
                </a:solidFill>
                <a:ea typeface="楷体_GB2312" pitchFamily="49" charset="-122"/>
                <a:cs typeface="Times New Roman" panose="02020603050405020304" pitchFamily="18" charset="0"/>
              </a:endParaRPr>
            </a:p>
          </p:txBody>
        </p:sp>
        <p:sp>
          <p:nvSpPr>
            <p:cNvPr id="179" name="Rectangle 19"/>
            <p:cNvSpPr>
              <a:spLocks noChangeArrowheads="1"/>
            </p:cNvSpPr>
            <p:nvPr/>
          </p:nvSpPr>
          <p:spPr bwMode="auto">
            <a:xfrm>
              <a:off x="7429500" y="2527300"/>
              <a:ext cx="1281449" cy="269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pPr>
              <a:r>
                <a:rPr lang="en-US" altLang="zh-CN" sz="1400" b="1" dirty="0">
                  <a:solidFill>
                    <a:srgbClr val="3333CC"/>
                  </a:solidFill>
                  <a:cs typeface="Times New Roman" panose="02020603050405020304" pitchFamily="18" charset="0"/>
                </a:rPr>
                <a:t>TCP/IP</a:t>
              </a:r>
              <a:r>
                <a:rPr lang="zh-CN" altLang="en-US" sz="1400" b="1" dirty="0">
                  <a:solidFill>
                    <a:srgbClr val="3333CC"/>
                  </a:solidFill>
                  <a:cs typeface="Times New Roman" panose="02020603050405020304" pitchFamily="18" charset="0"/>
                </a:rPr>
                <a:t>模型</a:t>
              </a:r>
              <a:endParaRPr lang="zh-CN" altLang="en-US" sz="1400" b="1" dirty="0">
                <a:solidFill>
                  <a:srgbClr val="3333CC"/>
                </a:solidFill>
                <a:ea typeface="楷体_GB2312" pitchFamily="49" charset="-122"/>
                <a:cs typeface="Times New Roman" panose="02020603050405020304" pitchFamily="18" charset="0"/>
              </a:endParaRPr>
            </a:p>
          </p:txBody>
        </p:sp>
        <p:sp>
          <p:nvSpPr>
            <p:cNvPr id="180" name="Rectangle 20"/>
            <p:cNvSpPr>
              <a:spLocks noChangeArrowheads="1"/>
            </p:cNvSpPr>
            <p:nvPr/>
          </p:nvSpPr>
          <p:spPr bwMode="auto">
            <a:xfrm>
              <a:off x="7334250" y="2949575"/>
              <a:ext cx="1562100" cy="1455738"/>
            </a:xfrm>
            <a:prstGeom prst="rect">
              <a:avLst/>
            </a:prstGeom>
            <a:solidFill>
              <a:srgbClr val="FF99FF"/>
            </a:solidFill>
            <a:ln w="17463">
              <a:solidFill>
                <a:srgbClr val="000000"/>
              </a:solidFill>
              <a:miter lim="800000"/>
              <a:headEnd/>
              <a:tailEnd/>
            </a:ln>
          </p:spPr>
          <p:txBody>
            <a:bodyPr/>
            <a:lstStyle/>
            <a:p>
              <a:pPr fontAlgn="base">
                <a:spcBef>
                  <a:spcPct val="0"/>
                </a:spcBef>
                <a:spcAft>
                  <a:spcPct val="0"/>
                </a:spcAft>
              </a:pPr>
              <a:endParaRPr kumimoji="1" lang="zh-CN" altLang="en-US" sz="1400" b="1">
                <a:solidFill>
                  <a:srgbClr val="000000"/>
                </a:solidFill>
              </a:endParaRPr>
            </a:p>
          </p:txBody>
        </p:sp>
        <p:sp>
          <p:nvSpPr>
            <p:cNvPr id="181" name="Rectangle 21"/>
            <p:cNvSpPr>
              <a:spLocks noChangeArrowheads="1"/>
            </p:cNvSpPr>
            <p:nvPr/>
          </p:nvSpPr>
          <p:spPr bwMode="auto">
            <a:xfrm>
              <a:off x="7753351" y="3556000"/>
              <a:ext cx="728540" cy="269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pPr>
              <a:r>
                <a:rPr lang="zh-CN" altLang="en-US" sz="1400" b="1">
                  <a:solidFill>
                    <a:srgbClr val="000000"/>
                  </a:solidFill>
                  <a:latin typeface="宋体" panose="02010600030101010101" pitchFamily="2" charset="-122"/>
                </a:rPr>
                <a:t>应用层</a:t>
              </a:r>
              <a:endParaRPr lang="zh-CN" altLang="en-US" sz="1400" b="1">
                <a:solidFill>
                  <a:srgbClr val="CCCCFF"/>
                </a:solidFill>
                <a:latin typeface="楷体_GB2312" pitchFamily="49" charset="-122"/>
                <a:ea typeface="楷体_GB2312" pitchFamily="49" charset="-122"/>
              </a:endParaRPr>
            </a:p>
          </p:txBody>
        </p:sp>
        <p:sp>
          <p:nvSpPr>
            <p:cNvPr id="182" name="Rectangle 22"/>
            <p:cNvSpPr>
              <a:spLocks noChangeArrowheads="1"/>
            </p:cNvSpPr>
            <p:nvPr/>
          </p:nvSpPr>
          <p:spPr bwMode="auto">
            <a:xfrm>
              <a:off x="7334250" y="5362576"/>
              <a:ext cx="1562100" cy="968375"/>
            </a:xfrm>
            <a:prstGeom prst="rect">
              <a:avLst/>
            </a:prstGeom>
            <a:solidFill>
              <a:srgbClr val="FFFFFF"/>
            </a:solidFill>
            <a:ln w="17463">
              <a:solidFill>
                <a:srgbClr val="000000"/>
              </a:solidFill>
              <a:miter lim="800000"/>
              <a:headEnd/>
              <a:tailEnd/>
            </a:ln>
          </p:spPr>
          <p:txBody>
            <a:bodyPr/>
            <a:lstStyle/>
            <a:p>
              <a:pPr fontAlgn="base">
                <a:spcBef>
                  <a:spcPct val="0"/>
                </a:spcBef>
                <a:spcAft>
                  <a:spcPct val="0"/>
                </a:spcAft>
              </a:pPr>
              <a:endParaRPr kumimoji="1" lang="zh-CN" altLang="en-US" sz="1400" b="1">
                <a:solidFill>
                  <a:srgbClr val="000000"/>
                </a:solidFill>
              </a:endParaRPr>
            </a:p>
          </p:txBody>
        </p:sp>
        <p:sp>
          <p:nvSpPr>
            <p:cNvPr id="183" name="Rectangle 23"/>
            <p:cNvSpPr>
              <a:spLocks noChangeArrowheads="1"/>
            </p:cNvSpPr>
            <p:nvPr/>
          </p:nvSpPr>
          <p:spPr bwMode="auto">
            <a:xfrm>
              <a:off x="7378700" y="5738813"/>
              <a:ext cx="1335656" cy="269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pPr>
              <a:r>
                <a:rPr lang="en-US" altLang="zh-CN" sz="1400" b="1" dirty="0">
                  <a:solidFill>
                    <a:srgbClr val="000000"/>
                  </a:solidFill>
                  <a:latin typeface="宋体" panose="02010600030101010101" pitchFamily="2" charset="-122"/>
                </a:rPr>
                <a:t> </a:t>
              </a:r>
              <a:r>
                <a:rPr lang="zh-CN" altLang="en-US" sz="1400" b="1" dirty="0">
                  <a:solidFill>
                    <a:srgbClr val="000000"/>
                  </a:solidFill>
                  <a:latin typeface="宋体" panose="02010600030101010101" pitchFamily="2" charset="-122"/>
                </a:rPr>
                <a:t>网络接口层</a:t>
              </a:r>
              <a:endParaRPr lang="zh-CN" altLang="en-US" sz="1400" b="1" dirty="0">
                <a:solidFill>
                  <a:srgbClr val="CCCCFF"/>
                </a:solidFill>
                <a:latin typeface="楷体_GB2312" pitchFamily="49" charset="-122"/>
                <a:ea typeface="楷体_GB2312" pitchFamily="49" charset="-122"/>
              </a:endParaRPr>
            </a:p>
          </p:txBody>
        </p:sp>
        <p:sp>
          <p:nvSpPr>
            <p:cNvPr id="184" name="Rectangle 24"/>
            <p:cNvSpPr>
              <a:spLocks noChangeArrowheads="1"/>
            </p:cNvSpPr>
            <p:nvPr/>
          </p:nvSpPr>
          <p:spPr bwMode="auto">
            <a:xfrm>
              <a:off x="7334250" y="4887913"/>
              <a:ext cx="1562100" cy="487362"/>
            </a:xfrm>
            <a:prstGeom prst="rect">
              <a:avLst/>
            </a:prstGeom>
            <a:solidFill>
              <a:srgbClr val="FFFF66"/>
            </a:solidFill>
            <a:ln w="17463">
              <a:solidFill>
                <a:srgbClr val="000000"/>
              </a:solidFill>
              <a:miter lim="800000"/>
              <a:headEnd/>
              <a:tailEnd/>
            </a:ln>
          </p:spPr>
          <p:txBody>
            <a:bodyPr/>
            <a:lstStyle/>
            <a:p>
              <a:pPr fontAlgn="base">
                <a:spcBef>
                  <a:spcPct val="0"/>
                </a:spcBef>
                <a:spcAft>
                  <a:spcPct val="0"/>
                </a:spcAft>
              </a:pPr>
              <a:endParaRPr kumimoji="1" lang="zh-CN" altLang="en-US" sz="1400" b="1">
                <a:solidFill>
                  <a:srgbClr val="000000"/>
                </a:solidFill>
              </a:endParaRPr>
            </a:p>
          </p:txBody>
        </p:sp>
        <p:sp>
          <p:nvSpPr>
            <p:cNvPr id="185" name="Rectangle 25"/>
            <p:cNvSpPr>
              <a:spLocks noChangeArrowheads="1"/>
            </p:cNvSpPr>
            <p:nvPr/>
          </p:nvSpPr>
          <p:spPr bwMode="auto">
            <a:xfrm>
              <a:off x="7753351" y="5011738"/>
              <a:ext cx="728540" cy="269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pPr>
              <a:r>
                <a:rPr lang="zh-CN" altLang="en-US" sz="1400" b="1">
                  <a:solidFill>
                    <a:srgbClr val="000000"/>
                  </a:solidFill>
                  <a:latin typeface="宋体" panose="02010600030101010101" pitchFamily="2" charset="-122"/>
                </a:rPr>
                <a:t>网络层</a:t>
              </a:r>
              <a:endParaRPr lang="zh-CN" altLang="en-US" sz="1400" b="1">
                <a:solidFill>
                  <a:srgbClr val="CCCCFF"/>
                </a:solidFill>
                <a:latin typeface="楷体_GB2312" pitchFamily="49" charset="-122"/>
                <a:ea typeface="楷体_GB2312" pitchFamily="49" charset="-122"/>
              </a:endParaRPr>
            </a:p>
          </p:txBody>
        </p:sp>
        <p:sp>
          <p:nvSpPr>
            <p:cNvPr id="186" name="Rectangle 26"/>
            <p:cNvSpPr>
              <a:spLocks noChangeArrowheads="1"/>
            </p:cNvSpPr>
            <p:nvPr/>
          </p:nvSpPr>
          <p:spPr bwMode="auto">
            <a:xfrm>
              <a:off x="7334250" y="4405313"/>
              <a:ext cx="1562100" cy="482600"/>
            </a:xfrm>
            <a:prstGeom prst="rect">
              <a:avLst/>
            </a:prstGeom>
            <a:solidFill>
              <a:srgbClr val="CCFFCC"/>
            </a:solidFill>
            <a:ln w="17463">
              <a:solidFill>
                <a:srgbClr val="000000"/>
              </a:solidFill>
              <a:miter lim="800000"/>
              <a:headEnd/>
              <a:tailEnd/>
            </a:ln>
          </p:spPr>
          <p:txBody>
            <a:bodyPr/>
            <a:lstStyle/>
            <a:p>
              <a:pPr fontAlgn="base">
                <a:spcBef>
                  <a:spcPct val="0"/>
                </a:spcBef>
                <a:spcAft>
                  <a:spcPct val="0"/>
                </a:spcAft>
              </a:pPr>
              <a:endParaRPr kumimoji="1" lang="zh-CN" altLang="en-US" sz="1400" b="1">
                <a:solidFill>
                  <a:srgbClr val="000000"/>
                </a:solidFill>
              </a:endParaRPr>
            </a:p>
          </p:txBody>
        </p:sp>
        <p:sp>
          <p:nvSpPr>
            <p:cNvPr id="187" name="Rectangle 27"/>
            <p:cNvSpPr>
              <a:spLocks noChangeArrowheads="1"/>
            </p:cNvSpPr>
            <p:nvPr/>
          </p:nvSpPr>
          <p:spPr bwMode="auto">
            <a:xfrm>
              <a:off x="7753351" y="4524375"/>
              <a:ext cx="728540" cy="269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pPr>
              <a:r>
                <a:rPr lang="zh-CN" altLang="en-US" sz="1400" b="1">
                  <a:solidFill>
                    <a:srgbClr val="000000"/>
                  </a:solidFill>
                  <a:latin typeface="宋体" panose="02010600030101010101" pitchFamily="2" charset="-122"/>
                </a:rPr>
                <a:t>传输层</a:t>
              </a:r>
              <a:endParaRPr lang="zh-CN" altLang="en-US" sz="1400" b="1">
                <a:solidFill>
                  <a:srgbClr val="CCCCFF"/>
                </a:solidFill>
                <a:latin typeface="楷体_GB2312" pitchFamily="49" charset="-122"/>
                <a:ea typeface="楷体_GB2312" pitchFamily="49" charset="-122"/>
              </a:endParaRPr>
            </a:p>
          </p:txBody>
        </p:sp>
        <p:sp>
          <p:nvSpPr>
            <p:cNvPr id="189" name="Line 29"/>
            <p:cNvSpPr>
              <a:spLocks noChangeShapeType="1"/>
            </p:cNvSpPr>
            <p:nvPr/>
          </p:nvSpPr>
          <p:spPr bwMode="auto">
            <a:xfrm flipV="1">
              <a:off x="6038850" y="4667251"/>
              <a:ext cx="1295400" cy="9525"/>
            </a:xfrm>
            <a:prstGeom prst="line">
              <a:avLst/>
            </a:prstGeom>
            <a:noFill/>
            <a:ln w="28575">
              <a:solidFill>
                <a:srgbClr val="000000"/>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zh-CN" altLang="en-US" sz="1400">
                <a:solidFill>
                  <a:srgbClr val="000000"/>
                </a:solidFill>
              </a:endParaRPr>
            </a:p>
          </p:txBody>
        </p:sp>
        <p:sp>
          <p:nvSpPr>
            <p:cNvPr id="190" name="Line 30"/>
            <p:cNvSpPr>
              <a:spLocks noChangeShapeType="1"/>
            </p:cNvSpPr>
            <p:nvPr/>
          </p:nvSpPr>
          <p:spPr bwMode="auto">
            <a:xfrm flipV="1">
              <a:off x="6038850" y="5124451"/>
              <a:ext cx="1295400" cy="9525"/>
            </a:xfrm>
            <a:prstGeom prst="line">
              <a:avLst/>
            </a:prstGeom>
            <a:noFill/>
            <a:ln w="28575">
              <a:solidFill>
                <a:srgbClr val="000000"/>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zh-CN" altLang="en-US" sz="1400">
                <a:solidFill>
                  <a:srgbClr val="000000"/>
                </a:solidFill>
              </a:endParaRPr>
            </a:p>
          </p:txBody>
        </p:sp>
        <p:sp>
          <p:nvSpPr>
            <p:cNvPr id="191" name="Line 31"/>
            <p:cNvSpPr>
              <a:spLocks noChangeShapeType="1"/>
            </p:cNvSpPr>
            <p:nvPr/>
          </p:nvSpPr>
          <p:spPr bwMode="auto">
            <a:xfrm flipV="1">
              <a:off x="6038850" y="5581651"/>
              <a:ext cx="1295400" cy="9525"/>
            </a:xfrm>
            <a:prstGeom prst="line">
              <a:avLst/>
            </a:prstGeom>
            <a:noFill/>
            <a:ln w="28575">
              <a:solidFill>
                <a:srgbClr val="000000"/>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zh-CN" altLang="en-US" sz="1400">
                <a:solidFill>
                  <a:srgbClr val="000000"/>
                </a:solidFill>
              </a:endParaRPr>
            </a:p>
          </p:txBody>
        </p:sp>
        <p:sp>
          <p:nvSpPr>
            <p:cNvPr id="192" name="Line 32"/>
            <p:cNvSpPr>
              <a:spLocks noChangeShapeType="1"/>
            </p:cNvSpPr>
            <p:nvPr/>
          </p:nvSpPr>
          <p:spPr bwMode="auto">
            <a:xfrm flipV="1">
              <a:off x="6038850" y="6115051"/>
              <a:ext cx="1295400" cy="9525"/>
            </a:xfrm>
            <a:prstGeom prst="line">
              <a:avLst/>
            </a:prstGeom>
            <a:noFill/>
            <a:ln w="28575">
              <a:solidFill>
                <a:srgbClr val="000000"/>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zh-CN" altLang="en-US" sz="1400">
                <a:solidFill>
                  <a:srgbClr val="000000"/>
                </a:solidFill>
              </a:endParaRPr>
            </a:p>
          </p:txBody>
        </p:sp>
      </p:grpSp>
      <p:sp>
        <p:nvSpPr>
          <p:cNvPr id="194" name="Text Box 35"/>
          <p:cNvSpPr txBox="1">
            <a:spLocks noChangeArrowheads="1"/>
          </p:cNvSpPr>
          <p:nvPr/>
        </p:nvSpPr>
        <p:spPr bwMode="auto">
          <a:xfrm>
            <a:off x="3992540" y="275760"/>
            <a:ext cx="6255239"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fontAlgn="base">
              <a:spcBef>
                <a:spcPct val="0"/>
              </a:spcBef>
              <a:spcAft>
                <a:spcPct val="0"/>
              </a:spcAft>
              <a:defRPr sz="4000" b="1">
                <a:latin typeface="Times New Roman" panose="02020603050405020304" pitchFamily="18" charset="0"/>
                <a:ea typeface="黑体" panose="02010609060101010101" pitchFamily="49" charset="-122"/>
                <a:cs typeface="Times New Roman" panose="02020603050405020304" pitchFamily="18" charset="0"/>
              </a:defRPr>
            </a:lvl1pPr>
            <a:lvl2pPr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2pPr>
            <a:lvl3pPr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3pPr>
            <a:lvl4pPr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4pPr>
            <a:lvl5pPr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5pPr>
            <a:lvl6pPr marL="45720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6pPr>
            <a:lvl7pPr marL="91440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7pPr>
            <a:lvl8pPr marL="137160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8pPr>
            <a:lvl9pPr marL="182880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9pPr>
          </a:lstStyle>
          <a:p>
            <a:r>
              <a:rPr lang="en-US" altLang="zh-CN" dirty="0"/>
              <a:t>       Internet—TCP/IP</a:t>
            </a:r>
            <a:r>
              <a:rPr lang="zh-CN" altLang="en-US" dirty="0"/>
              <a:t>模型</a:t>
            </a:r>
          </a:p>
        </p:txBody>
      </p:sp>
      <p:grpSp>
        <p:nvGrpSpPr>
          <p:cNvPr id="50" name="组合 49"/>
          <p:cNvGrpSpPr/>
          <p:nvPr/>
        </p:nvGrpSpPr>
        <p:grpSpPr>
          <a:xfrm>
            <a:off x="378214" y="4468625"/>
            <a:ext cx="8900958" cy="2305885"/>
            <a:chOff x="468313" y="2133600"/>
            <a:chExt cx="8207375" cy="3602038"/>
          </a:xfrm>
        </p:grpSpPr>
        <p:sp>
          <p:nvSpPr>
            <p:cNvPr id="51" name="Rectangle 4"/>
            <p:cNvSpPr>
              <a:spLocks noChangeArrowheads="1"/>
            </p:cNvSpPr>
            <p:nvPr/>
          </p:nvSpPr>
          <p:spPr bwMode="auto">
            <a:xfrm>
              <a:off x="468313" y="4727575"/>
              <a:ext cx="8207375" cy="960438"/>
            </a:xfrm>
            <a:prstGeom prst="rect">
              <a:avLst/>
            </a:prstGeom>
            <a:solidFill>
              <a:srgbClr val="E7E7E7"/>
            </a:solidFill>
            <a:ln w="9525">
              <a:solidFill>
                <a:srgbClr val="FFFFFF"/>
              </a:solidFill>
              <a:prstDash val="dash"/>
              <a:miter lim="800000"/>
              <a:headEnd/>
              <a:tailEnd/>
            </a:ln>
            <a:effectLst>
              <a:outerShdw dist="107763" dir="2700000" algn="ctr" rotWithShape="0">
                <a:srgbClr val="000000">
                  <a:alpha val="50000"/>
                </a:srgbClr>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1" i="0" u="none" strike="noStrike" kern="0" cap="none" spc="0" normalizeH="0" baseline="0" noProof="0" smtClean="0">
                <a:ln>
                  <a:noFill/>
                </a:ln>
                <a:solidFill>
                  <a:srgbClr val="FFFFFF"/>
                </a:solidFill>
                <a:effectLst>
                  <a:outerShdw blurRad="38100" dist="38100" dir="2700000" algn="tl">
                    <a:srgbClr val="000000">
                      <a:alpha val="43137"/>
                    </a:srgbClr>
                  </a:outerShdw>
                </a:effectLst>
                <a:uLnTx/>
                <a:uFillTx/>
                <a:latin typeface="Franklin Gothic Medium" panose="020B0603020102020204" pitchFamily="34" charset="0"/>
              </a:endParaRPr>
            </a:p>
          </p:txBody>
        </p:sp>
        <p:sp>
          <p:nvSpPr>
            <p:cNvPr id="52" name="Rectangle 5"/>
            <p:cNvSpPr>
              <a:spLocks noChangeArrowheads="1"/>
            </p:cNvSpPr>
            <p:nvPr/>
          </p:nvSpPr>
          <p:spPr bwMode="auto">
            <a:xfrm>
              <a:off x="468313" y="3432175"/>
              <a:ext cx="8207375" cy="1176338"/>
            </a:xfrm>
            <a:prstGeom prst="rect">
              <a:avLst/>
            </a:prstGeom>
            <a:solidFill>
              <a:srgbClr val="E7E7E7"/>
            </a:solidFill>
            <a:ln w="9525">
              <a:solidFill>
                <a:srgbClr val="FFFFFF"/>
              </a:solidFill>
              <a:prstDash val="dash"/>
              <a:miter lim="800000"/>
              <a:headEnd/>
              <a:tailEnd/>
            </a:ln>
            <a:effectLst>
              <a:outerShdw dist="107763" dir="2700000" algn="ctr" rotWithShape="0">
                <a:srgbClr val="000000">
                  <a:alpha val="50000"/>
                </a:srgbClr>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2400" b="1" i="0" u="none" strike="noStrike" kern="0" cap="none" spc="0" normalizeH="0" baseline="0" noProof="0" smtClean="0">
                <a:ln>
                  <a:noFill/>
                </a:ln>
                <a:solidFill>
                  <a:srgbClr val="FFFFFF"/>
                </a:solidFill>
                <a:effectLst>
                  <a:outerShdw blurRad="38100" dist="38100" dir="2700000" algn="tl">
                    <a:srgbClr val="000000">
                      <a:alpha val="43137"/>
                    </a:srgbClr>
                  </a:outerShdw>
                </a:effectLst>
                <a:uLnTx/>
                <a:uFillTx/>
                <a:latin typeface="Franklin Gothic Medium" panose="020B0603020102020204" pitchFamily="34" charset="0"/>
              </a:endParaRPr>
            </a:p>
          </p:txBody>
        </p:sp>
        <p:sp>
          <p:nvSpPr>
            <p:cNvPr id="53" name="Rectangle 6"/>
            <p:cNvSpPr>
              <a:spLocks noChangeArrowheads="1"/>
            </p:cNvSpPr>
            <p:nvPr/>
          </p:nvSpPr>
          <p:spPr bwMode="auto">
            <a:xfrm>
              <a:off x="4383088" y="3673475"/>
              <a:ext cx="1628775" cy="719138"/>
            </a:xfrm>
            <a:prstGeom prst="rect">
              <a:avLst/>
            </a:prstGeom>
            <a:solidFill>
              <a:srgbClr val="F5DA7F"/>
            </a:solidFill>
            <a:ln w="9525">
              <a:solidFill>
                <a:srgbClr val="FFCC00"/>
              </a:solidFill>
              <a:miter lim="800000"/>
              <a:headEnd/>
              <a:tailEnd/>
            </a:ln>
            <a:effectLst>
              <a:outerShdw dist="107763" dir="2700000" algn="ctr" rotWithShape="0">
                <a:srgbClr val="000000">
                  <a:alpha val="50000"/>
                </a:srgbClr>
              </a:outerShdw>
            </a:effectLst>
          </p:spPr>
          <p:txBody>
            <a:bodyPr wrap="none" lIns="73025" tIns="36512" rIns="73025" bIns="36512"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2400" b="1" i="0" u="none" strike="noStrike" kern="0" cap="none" spc="0" normalizeH="0" baseline="0" noProof="0" smtClean="0">
                  <a:ln>
                    <a:noFill/>
                  </a:ln>
                  <a:solidFill>
                    <a:srgbClr val="000000"/>
                  </a:solidFill>
                  <a:effectLst/>
                  <a:uLnTx/>
                  <a:uFillTx/>
                  <a:ea typeface="宋体" panose="02010600030101010101" pitchFamily="2" charset="-122"/>
                </a:rPr>
                <a:t>IP</a:t>
              </a:r>
            </a:p>
          </p:txBody>
        </p:sp>
        <p:sp>
          <p:nvSpPr>
            <p:cNvPr id="54" name="Rectangle 7"/>
            <p:cNvSpPr>
              <a:spLocks noChangeArrowheads="1"/>
            </p:cNvSpPr>
            <p:nvPr/>
          </p:nvSpPr>
          <p:spPr bwMode="auto">
            <a:xfrm>
              <a:off x="2439988" y="4895850"/>
              <a:ext cx="1628775" cy="576263"/>
            </a:xfrm>
            <a:prstGeom prst="rect">
              <a:avLst/>
            </a:prstGeom>
            <a:solidFill>
              <a:srgbClr val="F5DA7F"/>
            </a:solidFill>
            <a:ln w="9525">
              <a:solidFill>
                <a:srgbClr val="FFCC00"/>
              </a:solidFill>
              <a:miter lim="800000"/>
              <a:headEnd/>
              <a:tailEnd/>
            </a:ln>
            <a:effectLst>
              <a:outerShdw dist="107763" dir="2700000" algn="ctr" rotWithShape="0">
                <a:srgbClr val="000000">
                  <a:alpha val="50000"/>
                </a:srgbClr>
              </a:outerShdw>
            </a:effectLst>
          </p:spPr>
          <p:txBody>
            <a:bodyPr wrap="none" lIns="73025" tIns="36512" rIns="73025" bIns="36512"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2400" b="1" i="0" u="none" strike="noStrike" kern="0" cap="none" spc="0" normalizeH="0" baseline="0" noProof="0" smtClean="0">
                  <a:ln>
                    <a:noFill/>
                  </a:ln>
                  <a:solidFill>
                    <a:srgbClr val="000000"/>
                  </a:solidFill>
                  <a:effectLst/>
                  <a:uLnTx/>
                  <a:uFillTx/>
                  <a:ea typeface="宋体" panose="02010600030101010101" pitchFamily="2" charset="-122"/>
                </a:rPr>
                <a:t>LANs</a:t>
              </a:r>
            </a:p>
          </p:txBody>
        </p:sp>
        <p:sp>
          <p:nvSpPr>
            <p:cNvPr id="55" name="Rectangle 8"/>
            <p:cNvSpPr>
              <a:spLocks noChangeArrowheads="1"/>
            </p:cNvSpPr>
            <p:nvPr/>
          </p:nvSpPr>
          <p:spPr bwMode="auto">
            <a:xfrm>
              <a:off x="4383088" y="4895850"/>
              <a:ext cx="1628775" cy="576263"/>
            </a:xfrm>
            <a:prstGeom prst="rect">
              <a:avLst/>
            </a:prstGeom>
            <a:solidFill>
              <a:srgbClr val="F5DA7F"/>
            </a:solidFill>
            <a:ln w="9525">
              <a:solidFill>
                <a:srgbClr val="FFCC00"/>
              </a:solidFill>
              <a:miter lim="800000"/>
              <a:headEnd/>
              <a:tailEnd/>
            </a:ln>
            <a:effectLst>
              <a:outerShdw dist="107763" dir="2700000" algn="ctr" rotWithShape="0">
                <a:srgbClr val="000000">
                  <a:alpha val="50000"/>
                </a:srgbClr>
              </a:outerShdw>
            </a:effectLst>
          </p:spPr>
          <p:txBody>
            <a:bodyPr wrap="none" lIns="73025" tIns="36512" rIns="73025" bIns="36512"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2400" b="1" i="0" u="none" strike="noStrike" kern="0" cap="none" spc="0" normalizeH="0" baseline="0" noProof="0" smtClean="0">
                  <a:ln>
                    <a:noFill/>
                  </a:ln>
                  <a:solidFill>
                    <a:srgbClr val="000000"/>
                  </a:solidFill>
                  <a:effectLst/>
                  <a:uLnTx/>
                  <a:uFillTx/>
                  <a:ea typeface="宋体" panose="02010600030101010101" pitchFamily="2" charset="-122"/>
                </a:rPr>
                <a:t>MANs</a:t>
              </a:r>
            </a:p>
          </p:txBody>
        </p:sp>
        <p:sp>
          <p:nvSpPr>
            <p:cNvPr id="56" name="Rectangle 9"/>
            <p:cNvSpPr>
              <a:spLocks noChangeArrowheads="1"/>
            </p:cNvSpPr>
            <p:nvPr/>
          </p:nvSpPr>
          <p:spPr bwMode="auto">
            <a:xfrm>
              <a:off x="6327775" y="4895850"/>
              <a:ext cx="1628775" cy="576263"/>
            </a:xfrm>
            <a:prstGeom prst="rect">
              <a:avLst/>
            </a:prstGeom>
            <a:solidFill>
              <a:srgbClr val="F5DA7F"/>
            </a:solidFill>
            <a:ln w="9525">
              <a:solidFill>
                <a:srgbClr val="FFCC00"/>
              </a:solidFill>
              <a:miter lim="800000"/>
              <a:headEnd/>
              <a:tailEnd/>
            </a:ln>
            <a:effectLst>
              <a:outerShdw dist="107763" dir="2700000" algn="ctr" rotWithShape="0">
                <a:srgbClr val="000000">
                  <a:alpha val="50000"/>
                </a:srgbClr>
              </a:outerShdw>
            </a:effectLst>
          </p:spPr>
          <p:txBody>
            <a:bodyPr wrap="none" lIns="73025" tIns="36512" rIns="73025" bIns="36512"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2400" b="1" i="0" u="none" strike="noStrike" kern="0" cap="none" spc="0" normalizeH="0" baseline="0" noProof="0" smtClean="0">
                  <a:ln>
                    <a:noFill/>
                  </a:ln>
                  <a:solidFill>
                    <a:srgbClr val="000000"/>
                  </a:solidFill>
                  <a:effectLst/>
                  <a:uLnTx/>
                  <a:uFillTx/>
                  <a:ea typeface="宋体" panose="02010600030101010101" pitchFamily="2" charset="-122"/>
                </a:rPr>
                <a:t>WANs</a:t>
              </a:r>
            </a:p>
          </p:txBody>
        </p:sp>
        <p:sp>
          <p:nvSpPr>
            <p:cNvPr id="57" name="Rectangle 10"/>
            <p:cNvSpPr>
              <a:spLocks noChangeArrowheads="1"/>
            </p:cNvSpPr>
            <p:nvPr/>
          </p:nvSpPr>
          <p:spPr bwMode="auto">
            <a:xfrm>
              <a:off x="1908175" y="3576638"/>
              <a:ext cx="1008063" cy="503237"/>
            </a:xfrm>
            <a:prstGeom prst="rect">
              <a:avLst/>
            </a:prstGeom>
            <a:solidFill>
              <a:srgbClr val="F5DA7F"/>
            </a:solidFill>
            <a:ln w="9525">
              <a:solidFill>
                <a:srgbClr val="FFCC00"/>
              </a:solidFill>
              <a:miter lim="800000"/>
              <a:headEnd/>
              <a:tailEnd/>
            </a:ln>
            <a:effectLst>
              <a:outerShdw dist="107763" dir="2700000" algn="ctr" rotWithShape="0">
                <a:srgbClr val="000000">
                  <a:alpha val="50000"/>
                </a:srgbClr>
              </a:outerShdw>
            </a:effectLst>
          </p:spPr>
          <p:txBody>
            <a:bodyPr wrap="none" lIns="73025" tIns="36512" rIns="73025" bIns="36512"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2400" b="1" i="0" u="none" strike="noStrike" kern="0" cap="none" spc="0" normalizeH="0" baseline="0" noProof="0" smtClean="0">
                  <a:ln>
                    <a:noFill/>
                  </a:ln>
                  <a:solidFill>
                    <a:srgbClr val="000000"/>
                  </a:solidFill>
                  <a:effectLst/>
                  <a:uLnTx/>
                  <a:uFillTx/>
                  <a:ea typeface="宋体" panose="02010600030101010101" pitchFamily="2" charset="-122"/>
                </a:rPr>
                <a:t>ICMP</a:t>
              </a:r>
            </a:p>
          </p:txBody>
        </p:sp>
        <p:sp>
          <p:nvSpPr>
            <p:cNvPr id="58" name="Rectangle 11"/>
            <p:cNvSpPr>
              <a:spLocks noChangeArrowheads="1"/>
            </p:cNvSpPr>
            <p:nvPr/>
          </p:nvSpPr>
          <p:spPr bwMode="auto">
            <a:xfrm>
              <a:off x="3132138" y="3576638"/>
              <a:ext cx="1008062" cy="503237"/>
            </a:xfrm>
            <a:prstGeom prst="rect">
              <a:avLst/>
            </a:prstGeom>
            <a:solidFill>
              <a:srgbClr val="F5DA7F"/>
            </a:solidFill>
            <a:ln w="9525">
              <a:solidFill>
                <a:srgbClr val="FFCC00"/>
              </a:solidFill>
              <a:miter lim="800000"/>
              <a:headEnd/>
              <a:tailEnd/>
            </a:ln>
            <a:effectLst>
              <a:outerShdw dist="107763" dir="2700000" algn="ctr" rotWithShape="0">
                <a:srgbClr val="000000">
                  <a:alpha val="50000"/>
                </a:srgbClr>
              </a:outerShdw>
            </a:effectLst>
          </p:spPr>
          <p:txBody>
            <a:bodyPr wrap="none" lIns="73025" tIns="36512" rIns="73025" bIns="36512"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2400" b="1" i="0" u="none" strike="noStrike" kern="0" cap="none" spc="0" normalizeH="0" baseline="0" noProof="0" smtClean="0">
                  <a:ln>
                    <a:noFill/>
                  </a:ln>
                  <a:solidFill>
                    <a:srgbClr val="000000"/>
                  </a:solidFill>
                  <a:effectLst/>
                  <a:uLnTx/>
                  <a:uFillTx/>
                  <a:ea typeface="宋体" panose="02010600030101010101" pitchFamily="2" charset="-122"/>
                </a:rPr>
                <a:t>IGMP</a:t>
              </a:r>
            </a:p>
          </p:txBody>
        </p:sp>
        <p:sp>
          <p:nvSpPr>
            <p:cNvPr id="59" name="Rectangle 12"/>
            <p:cNvSpPr>
              <a:spLocks noChangeArrowheads="1"/>
            </p:cNvSpPr>
            <p:nvPr/>
          </p:nvSpPr>
          <p:spPr bwMode="auto">
            <a:xfrm>
              <a:off x="6227763" y="3960813"/>
              <a:ext cx="1009650" cy="506412"/>
            </a:xfrm>
            <a:prstGeom prst="rect">
              <a:avLst/>
            </a:prstGeom>
            <a:solidFill>
              <a:srgbClr val="F5DA7F"/>
            </a:solidFill>
            <a:ln w="9525">
              <a:solidFill>
                <a:srgbClr val="FFCC00"/>
              </a:solidFill>
              <a:miter lim="800000"/>
              <a:headEnd/>
              <a:tailEnd/>
            </a:ln>
            <a:effectLst>
              <a:outerShdw dist="107763" dir="2700000" algn="ctr" rotWithShape="0">
                <a:srgbClr val="000000">
                  <a:alpha val="50000"/>
                </a:srgbClr>
              </a:outerShdw>
            </a:effectLst>
          </p:spPr>
          <p:txBody>
            <a:bodyPr wrap="none" lIns="73025" tIns="36512" rIns="73025" bIns="36512"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2400" b="1" i="0" u="none" strike="noStrike" kern="0" cap="none" spc="0" normalizeH="0" baseline="0" noProof="0" smtClean="0">
                  <a:ln>
                    <a:noFill/>
                  </a:ln>
                  <a:solidFill>
                    <a:srgbClr val="000000"/>
                  </a:solidFill>
                  <a:effectLst/>
                  <a:uLnTx/>
                  <a:uFillTx/>
                  <a:ea typeface="宋体" panose="02010600030101010101" pitchFamily="2" charset="-122"/>
                </a:rPr>
                <a:t>ARP</a:t>
              </a:r>
            </a:p>
          </p:txBody>
        </p:sp>
        <p:sp>
          <p:nvSpPr>
            <p:cNvPr id="60" name="Rectangle 13"/>
            <p:cNvSpPr>
              <a:spLocks noChangeArrowheads="1"/>
            </p:cNvSpPr>
            <p:nvPr/>
          </p:nvSpPr>
          <p:spPr bwMode="auto">
            <a:xfrm>
              <a:off x="7450138" y="3960813"/>
              <a:ext cx="1009650" cy="506412"/>
            </a:xfrm>
            <a:prstGeom prst="rect">
              <a:avLst/>
            </a:prstGeom>
            <a:solidFill>
              <a:srgbClr val="F5DA7F"/>
            </a:solidFill>
            <a:ln w="9525">
              <a:solidFill>
                <a:srgbClr val="FFCC00"/>
              </a:solidFill>
              <a:miter lim="800000"/>
              <a:headEnd/>
              <a:tailEnd/>
            </a:ln>
            <a:effectLst>
              <a:outerShdw dist="107763" dir="2700000" algn="ctr" rotWithShape="0">
                <a:srgbClr val="000000">
                  <a:alpha val="50000"/>
                </a:srgbClr>
              </a:outerShdw>
            </a:effectLst>
          </p:spPr>
          <p:txBody>
            <a:bodyPr wrap="none" lIns="73025" tIns="36512" rIns="73025" bIns="36512" anchor="ct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zh-CN" sz="2400" b="1" i="0" u="none" strike="noStrike" kern="0" cap="none" spc="0" normalizeH="0" baseline="0" noProof="0" smtClean="0">
                  <a:ln>
                    <a:noFill/>
                  </a:ln>
                  <a:solidFill>
                    <a:srgbClr val="000000"/>
                  </a:solidFill>
                  <a:effectLst/>
                  <a:uLnTx/>
                  <a:uFillTx/>
                  <a:ea typeface="宋体" panose="02010600030101010101" pitchFamily="2" charset="-122"/>
                </a:rPr>
                <a:t>RARP</a:t>
              </a:r>
            </a:p>
          </p:txBody>
        </p:sp>
        <p:sp>
          <p:nvSpPr>
            <p:cNvPr id="61" name="Text Box 18"/>
            <p:cNvSpPr txBox="1">
              <a:spLocks noChangeArrowheads="1"/>
            </p:cNvSpPr>
            <p:nvPr/>
          </p:nvSpPr>
          <p:spPr bwMode="auto">
            <a:xfrm>
              <a:off x="539750" y="3673475"/>
              <a:ext cx="1279525" cy="67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base" latinLnBrk="0" hangingPunct="1">
                <a:lnSpc>
                  <a:spcPct val="80000"/>
                </a:lnSpc>
                <a:spcBef>
                  <a:spcPct val="0"/>
                </a:spcBef>
                <a:spcAft>
                  <a:spcPct val="0"/>
                </a:spcAft>
                <a:buClrTx/>
                <a:buSzTx/>
                <a:buFontTx/>
                <a:buNone/>
                <a:tabLst/>
                <a:defRPr/>
              </a:pPr>
              <a:r>
                <a:rPr kumimoji="0" lang="en-US" altLang="zh-CN" sz="2400" b="1" i="0" u="none" strike="noStrike" kern="0" cap="none" spc="0" normalizeH="0" baseline="0" noProof="0" smtClean="0">
                  <a:ln>
                    <a:noFill/>
                  </a:ln>
                  <a:solidFill>
                    <a:srgbClr val="000000"/>
                  </a:solidFill>
                  <a:effectLst>
                    <a:outerShdw blurRad="38100" dist="38100" dir="2700000" algn="tl">
                      <a:srgbClr val="FFFFFF"/>
                    </a:outerShdw>
                  </a:effectLst>
                  <a:uLnTx/>
                  <a:uFillTx/>
                  <a:latin typeface="Franklin Gothic Medium" panose="020B0603020102020204" pitchFamily="34" charset="0"/>
                </a:rPr>
                <a:t>Network</a:t>
              </a:r>
            </a:p>
            <a:p>
              <a:pPr marL="0" marR="0" lvl="0" indent="0" defTabSz="914400" eaLnBrk="1" fontAlgn="base" latinLnBrk="0" hangingPunct="1">
                <a:lnSpc>
                  <a:spcPct val="80000"/>
                </a:lnSpc>
                <a:spcBef>
                  <a:spcPct val="0"/>
                </a:spcBef>
                <a:spcAft>
                  <a:spcPct val="0"/>
                </a:spcAft>
                <a:buClrTx/>
                <a:buSzTx/>
                <a:buFontTx/>
                <a:buNone/>
                <a:tabLst/>
                <a:defRPr/>
              </a:pPr>
              <a:r>
                <a:rPr kumimoji="0" lang="en-US" altLang="zh-CN" sz="2400" b="1" i="0" u="none" strike="noStrike" kern="0" cap="none" spc="0" normalizeH="0" baseline="0" noProof="0" smtClean="0">
                  <a:ln>
                    <a:noFill/>
                  </a:ln>
                  <a:solidFill>
                    <a:srgbClr val="000000"/>
                  </a:solidFill>
                  <a:effectLst>
                    <a:outerShdw blurRad="38100" dist="38100" dir="2700000" algn="tl">
                      <a:srgbClr val="FFFFFF"/>
                    </a:outerShdw>
                  </a:effectLst>
                  <a:uLnTx/>
                  <a:uFillTx/>
                  <a:latin typeface="Franklin Gothic Medium" panose="020B0603020102020204" pitchFamily="34" charset="0"/>
                </a:rPr>
                <a:t>Layer</a:t>
              </a:r>
            </a:p>
          </p:txBody>
        </p:sp>
        <p:sp>
          <p:nvSpPr>
            <p:cNvPr id="62" name="Text Box 19"/>
            <p:cNvSpPr txBox="1">
              <a:spLocks noChangeArrowheads="1"/>
            </p:cNvSpPr>
            <p:nvPr/>
          </p:nvSpPr>
          <p:spPr bwMode="auto">
            <a:xfrm>
              <a:off x="539750" y="4767263"/>
              <a:ext cx="1279525"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base" latinLnBrk="0" hangingPunct="1">
                <a:lnSpc>
                  <a:spcPct val="80000"/>
                </a:lnSpc>
                <a:spcBef>
                  <a:spcPct val="0"/>
                </a:spcBef>
                <a:spcAft>
                  <a:spcPct val="0"/>
                </a:spcAft>
                <a:buClrTx/>
                <a:buSzTx/>
                <a:buFontTx/>
                <a:buNone/>
                <a:tabLst/>
                <a:defRPr/>
              </a:pPr>
              <a:r>
                <a:rPr kumimoji="0" lang="en-US" altLang="zh-CN" sz="2400" b="1" i="0" u="none" strike="noStrike" kern="0" cap="none" spc="0" normalizeH="0" baseline="0" noProof="0" smtClean="0">
                  <a:ln>
                    <a:noFill/>
                  </a:ln>
                  <a:solidFill>
                    <a:srgbClr val="000000"/>
                  </a:solidFill>
                  <a:effectLst>
                    <a:outerShdw blurRad="38100" dist="38100" dir="2700000" algn="tl">
                      <a:srgbClr val="FFFFFF"/>
                    </a:outerShdw>
                  </a:effectLst>
                  <a:uLnTx/>
                  <a:uFillTx/>
                  <a:latin typeface="Franklin Gothic Medium" panose="020B0603020102020204" pitchFamily="34" charset="0"/>
                </a:rPr>
                <a:t>Network</a:t>
              </a:r>
            </a:p>
            <a:p>
              <a:pPr marL="0" marR="0" lvl="0" indent="0" defTabSz="914400" eaLnBrk="1" fontAlgn="base" latinLnBrk="0" hangingPunct="1">
                <a:lnSpc>
                  <a:spcPct val="80000"/>
                </a:lnSpc>
                <a:spcBef>
                  <a:spcPct val="0"/>
                </a:spcBef>
                <a:spcAft>
                  <a:spcPct val="0"/>
                </a:spcAft>
                <a:buClrTx/>
                <a:buSzTx/>
                <a:buFontTx/>
                <a:buNone/>
                <a:tabLst/>
                <a:defRPr/>
              </a:pPr>
              <a:r>
                <a:rPr kumimoji="0" lang="en-US" altLang="zh-CN" sz="2400" b="1" i="0" u="none" strike="noStrike" kern="0" cap="none" spc="0" normalizeH="0" baseline="0" noProof="0" smtClean="0">
                  <a:ln>
                    <a:noFill/>
                  </a:ln>
                  <a:solidFill>
                    <a:srgbClr val="000000"/>
                  </a:solidFill>
                  <a:effectLst>
                    <a:outerShdw blurRad="38100" dist="38100" dir="2700000" algn="tl">
                      <a:srgbClr val="FFFFFF"/>
                    </a:outerShdw>
                  </a:effectLst>
                  <a:uLnTx/>
                  <a:uFillTx/>
                  <a:latin typeface="Franklin Gothic Medium" panose="020B0603020102020204" pitchFamily="34" charset="0"/>
                </a:rPr>
                <a:t>Access</a:t>
              </a:r>
            </a:p>
            <a:p>
              <a:pPr marL="0" marR="0" lvl="0" indent="0" defTabSz="914400" eaLnBrk="1" fontAlgn="base" latinLnBrk="0" hangingPunct="1">
                <a:lnSpc>
                  <a:spcPct val="80000"/>
                </a:lnSpc>
                <a:spcBef>
                  <a:spcPct val="0"/>
                </a:spcBef>
                <a:spcAft>
                  <a:spcPct val="0"/>
                </a:spcAft>
                <a:buClrTx/>
                <a:buSzTx/>
                <a:buFontTx/>
                <a:buNone/>
                <a:tabLst/>
                <a:defRPr/>
              </a:pPr>
              <a:r>
                <a:rPr kumimoji="0" lang="en-US" altLang="zh-CN" sz="2400" b="1" i="0" u="none" strike="noStrike" kern="0" cap="none" spc="0" normalizeH="0" baseline="0" noProof="0" smtClean="0">
                  <a:ln>
                    <a:noFill/>
                  </a:ln>
                  <a:solidFill>
                    <a:srgbClr val="000000"/>
                  </a:solidFill>
                  <a:effectLst>
                    <a:outerShdw blurRad="38100" dist="38100" dir="2700000" algn="tl">
                      <a:srgbClr val="FFFFFF"/>
                    </a:outerShdw>
                  </a:effectLst>
                  <a:uLnTx/>
                  <a:uFillTx/>
                  <a:latin typeface="Franklin Gothic Medium" panose="020B0603020102020204" pitchFamily="34" charset="0"/>
                </a:rPr>
                <a:t>Layer</a:t>
              </a:r>
            </a:p>
          </p:txBody>
        </p:sp>
        <p:sp>
          <p:nvSpPr>
            <p:cNvPr id="63" name="Rectangle 20"/>
            <p:cNvSpPr>
              <a:spLocks noChangeArrowheads="1"/>
            </p:cNvSpPr>
            <p:nvPr/>
          </p:nvSpPr>
          <p:spPr bwMode="auto">
            <a:xfrm>
              <a:off x="468313" y="2782888"/>
              <a:ext cx="8207375" cy="506412"/>
            </a:xfrm>
            <a:prstGeom prst="rect">
              <a:avLst/>
            </a:prstGeom>
            <a:solidFill>
              <a:srgbClr val="E7E7E7"/>
            </a:solidFill>
            <a:ln w="9525">
              <a:solidFill>
                <a:srgbClr val="FFFFFF"/>
              </a:solidFill>
              <a:prstDash val="dash"/>
              <a:miter lim="800000"/>
              <a:headEnd/>
              <a:tailEnd/>
            </a:ln>
            <a:effectLst>
              <a:outerShdw dist="107763" dir="2700000" algn="ctr" rotWithShape="0">
                <a:srgbClr val="000000">
                  <a:alpha val="50000"/>
                </a:srgbClr>
              </a:outerShdw>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400" b="1" i="0" u="none" strike="noStrike" kern="0" cap="none" spc="0" normalizeH="0" baseline="0" noProof="0" smtClean="0">
                  <a:ln>
                    <a:noFill/>
                  </a:ln>
                  <a:solidFill>
                    <a:srgbClr val="000000"/>
                  </a:solidFill>
                  <a:effectLst>
                    <a:outerShdw blurRad="38100" dist="38100" dir="2700000" algn="tl">
                      <a:srgbClr val="FFFFFF"/>
                    </a:outerShdw>
                  </a:effectLst>
                  <a:uLnTx/>
                  <a:uFillTx/>
                  <a:latin typeface="Franklin Gothic Medium" panose="020B0603020102020204" pitchFamily="34" charset="0"/>
                </a:rPr>
                <a:t>Transport Layer</a:t>
              </a:r>
            </a:p>
          </p:txBody>
        </p:sp>
        <p:sp>
          <p:nvSpPr>
            <p:cNvPr id="64" name="Rectangle 21"/>
            <p:cNvSpPr>
              <a:spLocks noChangeArrowheads="1"/>
            </p:cNvSpPr>
            <p:nvPr/>
          </p:nvSpPr>
          <p:spPr bwMode="auto">
            <a:xfrm>
              <a:off x="468313" y="2133600"/>
              <a:ext cx="8207375" cy="506413"/>
            </a:xfrm>
            <a:prstGeom prst="rect">
              <a:avLst/>
            </a:prstGeom>
            <a:solidFill>
              <a:srgbClr val="E7E7E7"/>
            </a:solidFill>
            <a:ln w="9525">
              <a:solidFill>
                <a:srgbClr val="FFFFFF"/>
              </a:solidFill>
              <a:prstDash val="dash"/>
              <a:miter lim="800000"/>
              <a:headEnd/>
              <a:tailEnd/>
            </a:ln>
            <a:effectLst>
              <a:outerShdw dist="107763" dir="2700000" algn="ctr" rotWithShape="0">
                <a:srgbClr val="000000">
                  <a:alpha val="50000"/>
                </a:srgbClr>
              </a:outerShdw>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400" b="1" i="0" u="none" strike="noStrike" kern="0" cap="none" spc="0" normalizeH="0" baseline="0" noProof="0" smtClean="0">
                  <a:ln>
                    <a:noFill/>
                  </a:ln>
                  <a:solidFill>
                    <a:srgbClr val="000000"/>
                  </a:solidFill>
                  <a:effectLst>
                    <a:outerShdw blurRad="38100" dist="38100" dir="2700000" algn="tl">
                      <a:srgbClr val="FFFFFF"/>
                    </a:outerShdw>
                  </a:effectLst>
                  <a:uLnTx/>
                  <a:uFillTx/>
                  <a:latin typeface="Franklin Gothic Medium" panose="020B0603020102020204" pitchFamily="34" charset="0"/>
                </a:rPr>
                <a:t>Application Layer</a:t>
              </a:r>
            </a:p>
          </p:txBody>
        </p:sp>
      </p:grpSp>
    </p:spTree>
    <p:extLst>
      <p:ext uri="{BB962C8B-B14F-4D97-AF65-F5344CB8AC3E}">
        <p14:creationId xmlns:p14="http://schemas.microsoft.com/office/powerpoint/2010/main" val="328643746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Rectangle 2"/>
          <p:cNvSpPr>
            <a:spLocks noChangeArrowheads="1"/>
          </p:cNvSpPr>
          <p:nvPr/>
        </p:nvSpPr>
        <p:spPr bwMode="auto">
          <a:xfrm>
            <a:off x="552450" y="1392237"/>
            <a:ext cx="11391900" cy="7172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tabLst>
                <a:tab pos="765175" algn="l"/>
              </a:tabLst>
              <a:defRPr kumimoji="1" sz="2400">
                <a:solidFill>
                  <a:schemeClr val="tx1"/>
                </a:solidFill>
                <a:latin typeface="Times New Roman" panose="02020603050405020304" pitchFamily="18" charset="0"/>
                <a:ea typeface="宋体" panose="02010600030101010101" pitchFamily="2" charset="-122"/>
              </a:defRPr>
            </a:lvl1pPr>
            <a:lvl2pPr marL="819150" indent="-285750">
              <a:tabLst>
                <a:tab pos="765175" algn="l"/>
              </a:tabLst>
              <a:defRPr kumimoji="1" sz="2400">
                <a:solidFill>
                  <a:schemeClr val="tx1"/>
                </a:solidFill>
                <a:latin typeface="Times New Roman" panose="02020603050405020304" pitchFamily="18" charset="0"/>
                <a:ea typeface="宋体" panose="02010600030101010101" pitchFamily="2" charset="-122"/>
              </a:defRPr>
            </a:lvl2pPr>
            <a:lvl3pPr marL="1238250" indent="-228600">
              <a:tabLst>
                <a:tab pos="765175" algn="l"/>
              </a:tabLst>
              <a:defRPr kumimoji="1" sz="2400">
                <a:solidFill>
                  <a:schemeClr val="tx1"/>
                </a:solidFill>
                <a:latin typeface="Times New Roman" panose="02020603050405020304" pitchFamily="18" charset="0"/>
                <a:ea typeface="宋体" panose="02010600030101010101" pitchFamily="2" charset="-122"/>
              </a:defRPr>
            </a:lvl3pPr>
            <a:lvl4pPr marL="1600200" indent="-228600">
              <a:tabLst>
                <a:tab pos="765175" algn="l"/>
              </a:tabLst>
              <a:defRPr kumimoji="1" sz="2400">
                <a:solidFill>
                  <a:schemeClr val="tx1"/>
                </a:solidFill>
                <a:latin typeface="Times New Roman" panose="02020603050405020304" pitchFamily="18" charset="0"/>
                <a:ea typeface="宋体" panose="02010600030101010101" pitchFamily="2" charset="-122"/>
              </a:defRPr>
            </a:lvl4pPr>
            <a:lvl5pPr marL="2057400" indent="-228600">
              <a:tabLst>
                <a:tab pos="765175" algn="l"/>
              </a:tabLst>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tabLst>
                <a:tab pos="765175" algn="l"/>
              </a:tabLs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tabLst>
                <a:tab pos="765175" algn="l"/>
              </a:tabLs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tabLst>
                <a:tab pos="765175" algn="l"/>
              </a:tabLs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tabLst>
                <a:tab pos="765175" algn="l"/>
              </a:tabLs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20000"/>
              </a:spcBef>
              <a:spcAft>
                <a:spcPct val="0"/>
              </a:spcAft>
              <a:buClr>
                <a:srgbClr val="002060"/>
              </a:buClr>
              <a:buSzPct val="65000"/>
              <a:buFont typeface="Wingdings" panose="05000000000000000000" pitchFamily="2" charset="2"/>
              <a:buChar char="n"/>
            </a:pPr>
            <a:r>
              <a:rPr lang="en-US" altLang="zh-CN" b="1" dirty="0" smtClean="0">
                <a:solidFill>
                  <a:srgbClr val="002060"/>
                </a:solidFill>
                <a:ea typeface="楷体" panose="02010609060101010101" pitchFamily="49" charset="-122"/>
                <a:cs typeface="Times New Roman" panose="02020603050405020304" pitchFamily="18" charset="0"/>
              </a:rPr>
              <a:t>TCP</a:t>
            </a:r>
            <a:r>
              <a:rPr lang="zh-CN" altLang="en-US" b="1" dirty="0">
                <a:solidFill>
                  <a:srgbClr val="002060"/>
                </a:solidFill>
                <a:ea typeface="楷体" panose="02010609060101010101" pitchFamily="49" charset="-122"/>
                <a:cs typeface="Times New Roman" panose="02020603050405020304" pitchFamily="18" charset="0"/>
              </a:rPr>
              <a:t>协议栈不仅包括第</a:t>
            </a:r>
            <a:r>
              <a:rPr lang="en-US" altLang="zh-CN" b="1" dirty="0">
                <a:solidFill>
                  <a:srgbClr val="002060"/>
                </a:solidFill>
                <a:ea typeface="楷体" panose="02010609060101010101" pitchFamily="49" charset="-122"/>
                <a:cs typeface="Times New Roman" panose="02020603050405020304" pitchFamily="18" charset="0"/>
              </a:rPr>
              <a:t>3</a:t>
            </a:r>
            <a:r>
              <a:rPr lang="zh-CN" altLang="en-US" b="1" dirty="0">
                <a:solidFill>
                  <a:srgbClr val="002060"/>
                </a:solidFill>
                <a:ea typeface="楷体" panose="02010609060101010101" pitchFamily="49" charset="-122"/>
                <a:cs typeface="Times New Roman" panose="02020603050405020304" pitchFamily="18" charset="0"/>
              </a:rPr>
              <a:t>层和第</a:t>
            </a:r>
            <a:r>
              <a:rPr lang="en-US" altLang="zh-CN" b="1" dirty="0">
                <a:solidFill>
                  <a:srgbClr val="002060"/>
                </a:solidFill>
                <a:ea typeface="楷体" panose="02010609060101010101" pitchFamily="49" charset="-122"/>
                <a:cs typeface="Times New Roman" panose="02020603050405020304" pitchFamily="18" charset="0"/>
              </a:rPr>
              <a:t>4</a:t>
            </a:r>
            <a:r>
              <a:rPr lang="zh-CN" altLang="en-US" b="1" dirty="0">
                <a:solidFill>
                  <a:srgbClr val="002060"/>
                </a:solidFill>
                <a:ea typeface="楷体" panose="02010609060101010101" pitchFamily="49" charset="-122"/>
                <a:cs typeface="Times New Roman" panose="02020603050405020304" pitchFamily="18" charset="0"/>
              </a:rPr>
              <a:t>层的规范（如</a:t>
            </a:r>
            <a:r>
              <a:rPr lang="en-US" altLang="zh-CN" b="1" dirty="0">
                <a:solidFill>
                  <a:srgbClr val="002060"/>
                </a:solidFill>
                <a:ea typeface="楷体" panose="02010609060101010101" pitchFamily="49" charset="-122"/>
                <a:cs typeface="Times New Roman" panose="02020603050405020304" pitchFamily="18" charset="0"/>
              </a:rPr>
              <a:t>IP</a:t>
            </a:r>
            <a:r>
              <a:rPr lang="zh-CN" altLang="en-US" b="1" dirty="0">
                <a:solidFill>
                  <a:srgbClr val="002060"/>
                </a:solidFill>
                <a:ea typeface="楷体" panose="02010609060101010101" pitchFamily="49" charset="-122"/>
                <a:cs typeface="Times New Roman" panose="02020603050405020304" pitchFamily="18" charset="0"/>
              </a:rPr>
              <a:t>和</a:t>
            </a:r>
            <a:r>
              <a:rPr lang="en-US" altLang="zh-CN" b="1" dirty="0">
                <a:solidFill>
                  <a:srgbClr val="002060"/>
                </a:solidFill>
                <a:ea typeface="楷体" panose="02010609060101010101" pitchFamily="49" charset="-122"/>
                <a:cs typeface="Times New Roman" panose="02020603050405020304" pitchFamily="18" charset="0"/>
              </a:rPr>
              <a:t>TCP</a:t>
            </a:r>
            <a:r>
              <a:rPr lang="zh-CN" altLang="en-US" b="1" dirty="0">
                <a:solidFill>
                  <a:srgbClr val="002060"/>
                </a:solidFill>
                <a:ea typeface="楷体" panose="02010609060101010101" pitchFamily="49" charset="-122"/>
                <a:cs typeface="Times New Roman" panose="02020603050405020304" pitchFamily="18" charset="0"/>
              </a:rPr>
              <a:t>），也包括一些普通应用</a:t>
            </a:r>
          </a:p>
          <a:p>
            <a:pPr fontAlgn="base">
              <a:spcBef>
                <a:spcPct val="20000"/>
              </a:spcBef>
              <a:spcAft>
                <a:spcPct val="0"/>
              </a:spcAft>
              <a:buClr>
                <a:srgbClr val="FF9900"/>
              </a:buClr>
              <a:buSzPct val="65000"/>
              <a:buFont typeface="Monotype Sorts" charset="2"/>
              <a:buNone/>
            </a:pPr>
            <a:r>
              <a:rPr lang="zh-CN" altLang="en-US" b="1" dirty="0">
                <a:solidFill>
                  <a:srgbClr val="002060"/>
                </a:solidFill>
                <a:ea typeface="楷体" panose="02010609060101010101" pitchFamily="49" charset="-122"/>
                <a:cs typeface="Times New Roman" panose="02020603050405020304" pitchFamily="18" charset="0"/>
              </a:rPr>
              <a:t>   规范，即应用层规范，其中某些应用也能在网络设备如路由器和交换机上实现。</a:t>
            </a:r>
          </a:p>
        </p:txBody>
      </p:sp>
      <p:grpSp>
        <p:nvGrpSpPr>
          <p:cNvPr id="3" name="组合 2"/>
          <p:cNvGrpSpPr/>
          <p:nvPr/>
        </p:nvGrpSpPr>
        <p:grpSpPr>
          <a:xfrm>
            <a:off x="4043846" y="2479675"/>
            <a:ext cx="4900129" cy="4191000"/>
            <a:chOff x="4043846" y="2479675"/>
            <a:chExt cx="4900129" cy="4191000"/>
          </a:xfrm>
        </p:grpSpPr>
        <p:sp>
          <p:nvSpPr>
            <p:cNvPr id="290853" name="Line 37"/>
            <p:cNvSpPr>
              <a:spLocks noChangeShapeType="1"/>
            </p:cNvSpPr>
            <p:nvPr/>
          </p:nvSpPr>
          <p:spPr bwMode="auto">
            <a:xfrm flipV="1">
              <a:off x="5591175" y="2479675"/>
              <a:ext cx="1447800" cy="68580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zh-CN" altLang="en-US" sz="2000" b="1">
                <a:solidFill>
                  <a:srgbClr val="000000"/>
                </a:solidFill>
              </a:endParaRPr>
            </a:p>
          </p:txBody>
        </p:sp>
        <p:sp>
          <p:nvSpPr>
            <p:cNvPr id="290854" name="Line 38"/>
            <p:cNvSpPr>
              <a:spLocks noChangeShapeType="1"/>
            </p:cNvSpPr>
            <p:nvPr/>
          </p:nvSpPr>
          <p:spPr bwMode="auto">
            <a:xfrm>
              <a:off x="5362575" y="4232275"/>
              <a:ext cx="1676400" cy="243840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zh-CN" altLang="en-US" sz="2000">
                <a:solidFill>
                  <a:srgbClr val="000000"/>
                </a:solidFill>
              </a:endParaRPr>
            </a:p>
          </p:txBody>
        </p:sp>
        <p:sp>
          <p:nvSpPr>
            <p:cNvPr id="290834" name="Rectangle 18"/>
            <p:cNvSpPr>
              <a:spLocks noChangeArrowheads="1"/>
            </p:cNvSpPr>
            <p:nvPr/>
          </p:nvSpPr>
          <p:spPr bwMode="auto">
            <a:xfrm>
              <a:off x="4043846" y="2644775"/>
              <a:ext cx="153888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pPr>
              <a:r>
                <a:rPr lang="en-US" altLang="zh-CN" sz="2000" b="1" dirty="0">
                  <a:solidFill>
                    <a:srgbClr val="000000"/>
                  </a:solidFill>
                  <a:latin typeface="宋体" panose="02010600030101010101" pitchFamily="2" charset="-122"/>
                </a:rPr>
                <a:t>TCP/IP</a:t>
              </a:r>
              <a:r>
                <a:rPr lang="zh-CN" altLang="en-US" sz="2000" b="1" dirty="0">
                  <a:solidFill>
                    <a:srgbClr val="000000"/>
                  </a:solidFill>
                  <a:latin typeface="宋体" panose="02010600030101010101" pitchFamily="2" charset="-122"/>
                </a:rPr>
                <a:t>协议栈</a:t>
              </a:r>
              <a:endParaRPr lang="zh-CN" altLang="en-US" sz="2000" b="1" dirty="0">
                <a:solidFill>
                  <a:srgbClr val="000000"/>
                </a:solidFill>
                <a:latin typeface="楷体_GB2312" pitchFamily="49" charset="-122"/>
                <a:ea typeface="楷体_GB2312" pitchFamily="49" charset="-122"/>
              </a:endParaRPr>
            </a:p>
          </p:txBody>
        </p:sp>
        <p:sp>
          <p:nvSpPr>
            <p:cNvPr id="290835" name="Rectangle 19"/>
            <p:cNvSpPr>
              <a:spLocks noChangeArrowheads="1"/>
            </p:cNvSpPr>
            <p:nvPr/>
          </p:nvSpPr>
          <p:spPr bwMode="auto">
            <a:xfrm>
              <a:off x="4067175" y="3124200"/>
              <a:ext cx="1562100" cy="1455738"/>
            </a:xfrm>
            <a:prstGeom prst="rect">
              <a:avLst/>
            </a:prstGeom>
            <a:solidFill>
              <a:srgbClr val="CCFF99"/>
            </a:solidFill>
            <a:ln w="17463">
              <a:solidFill>
                <a:srgbClr val="000000"/>
              </a:solidFill>
              <a:miter lim="800000"/>
              <a:headEnd/>
              <a:tailEnd/>
            </a:ln>
          </p:spPr>
          <p:txBody>
            <a:bodyPr/>
            <a:lstStyle/>
            <a:p>
              <a:pPr fontAlgn="base">
                <a:spcBef>
                  <a:spcPct val="0"/>
                </a:spcBef>
                <a:spcAft>
                  <a:spcPct val="0"/>
                </a:spcAft>
              </a:pPr>
              <a:endParaRPr kumimoji="1" lang="zh-CN" altLang="en-US" sz="2000" b="1">
                <a:solidFill>
                  <a:srgbClr val="000000"/>
                </a:solidFill>
              </a:endParaRPr>
            </a:p>
          </p:txBody>
        </p:sp>
        <p:sp>
          <p:nvSpPr>
            <p:cNvPr id="290836" name="Rectangle 20"/>
            <p:cNvSpPr>
              <a:spLocks noChangeArrowheads="1"/>
            </p:cNvSpPr>
            <p:nvPr/>
          </p:nvSpPr>
          <p:spPr bwMode="auto">
            <a:xfrm>
              <a:off x="4486276" y="3730625"/>
              <a:ext cx="65402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pPr>
              <a:r>
                <a:rPr lang="zh-CN" altLang="en-US" sz="1700" b="1">
                  <a:solidFill>
                    <a:srgbClr val="000000"/>
                  </a:solidFill>
                  <a:latin typeface="宋体" panose="02010600030101010101" pitchFamily="2" charset="-122"/>
                </a:rPr>
                <a:t>应用层</a:t>
              </a:r>
              <a:endParaRPr lang="zh-CN" altLang="en-US" sz="1800" b="1">
                <a:solidFill>
                  <a:srgbClr val="CCCCFF"/>
                </a:solidFill>
                <a:latin typeface="楷体_GB2312" pitchFamily="49" charset="-122"/>
                <a:ea typeface="楷体_GB2312" pitchFamily="49" charset="-122"/>
              </a:endParaRPr>
            </a:p>
          </p:txBody>
        </p:sp>
        <p:sp>
          <p:nvSpPr>
            <p:cNvPr id="290837" name="Rectangle 21"/>
            <p:cNvSpPr>
              <a:spLocks noChangeArrowheads="1"/>
            </p:cNvSpPr>
            <p:nvPr/>
          </p:nvSpPr>
          <p:spPr bwMode="auto">
            <a:xfrm>
              <a:off x="4067175" y="5537201"/>
              <a:ext cx="1562100" cy="968375"/>
            </a:xfrm>
            <a:prstGeom prst="rect">
              <a:avLst/>
            </a:prstGeom>
            <a:solidFill>
              <a:srgbClr val="FFFFFF"/>
            </a:solidFill>
            <a:ln w="17463">
              <a:solidFill>
                <a:srgbClr val="000000"/>
              </a:solidFill>
              <a:miter lim="800000"/>
              <a:headEnd/>
              <a:tailEnd/>
            </a:ln>
          </p:spPr>
          <p:txBody>
            <a:bodyPr/>
            <a:lstStyle/>
            <a:p>
              <a:pPr fontAlgn="base">
                <a:spcBef>
                  <a:spcPct val="0"/>
                </a:spcBef>
                <a:spcAft>
                  <a:spcPct val="0"/>
                </a:spcAft>
              </a:pPr>
              <a:endParaRPr kumimoji="1" lang="zh-CN" altLang="en-US" sz="2000" b="1">
                <a:solidFill>
                  <a:srgbClr val="000000"/>
                </a:solidFill>
              </a:endParaRPr>
            </a:p>
          </p:txBody>
        </p:sp>
        <p:sp>
          <p:nvSpPr>
            <p:cNvPr id="290838" name="Rectangle 22"/>
            <p:cNvSpPr>
              <a:spLocks noChangeArrowheads="1"/>
            </p:cNvSpPr>
            <p:nvPr/>
          </p:nvSpPr>
          <p:spPr bwMode="auto">
            <a:xfrm>
              <a:off x="4244975" y="5913438"/>
              <a:ext cx="1090042"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pPr>
              <a:r>
                <a:rPr lang="zh-CN" altLang="en-US" sz="1700" b="1">
                  <a:solidFill>
                    <a:srgbClr val="000000"/>
                  </a:solidFill>
                  <a:latin typeface="宋体" panose="02010600030101010101" pitchFamily="2" charset="-122"/>
                </a:rPr>
                <a:t>网络接口层</a:t>
              </a:r>
              <a:endParaRPr lang="zh-CN" altLang="en-US" sz="1800" b="1">
                <a:solidFill>
                  <a:srgbClr val="CCCCFF"/>
                </a:solidFill>
                <a:latin typeface="楷体_GB2312" pitchFamily="49" charset="-122"/>
                <a:ea typeface="楷体_GB2312" pitchFamily="49" charset="-122"/>
              </a:endParaRPr>
            </a:p>
          </p:txBody>
        </p:sp>
        <p:sp>
          <p:nvSpPr>
            <p:cNvPr id="290839" name="Rectangle 23"/>
            <p:cNvSpPr>
              <a:spLocks noChangeArrowheads="1"/>
            </p:cNvSpPr>
            <p:nvPr/>
          </p:nvSpPr>
          <p:spPr bwMode="auto">
            <a:xfrm>
              <a:off x="4067175" y="5062538"/>
              <a:ext cx="1562100" cy="487362"/>
            </a:xfrm>
            <a:prstGeom prst="rect">
              <a:avLst/>
            </a:prstGeom>
            <a:solidFill>
              <a:srgbClr val="FFFFFF"/>
            </a:solidFill>
            <a:ln w="17463">
              <a:solidFill>
                <a:srgbClr val="000000"/>
              </a:solidFill>
              <a:miter lim="800000"/>
              <a:headEnd/>
              <a:tailEnd/>
            </a:ln>
          </p:spPr>
          <p:txBody>
            <a:bodyPr/>
            <a:lstStyle/>
            <a:p>
              <a:pPr fontAlgn="base">
                <a:spcBef>
                  <a:spcPct val="0"/>
                </a:spcBef>
                <a:spcAft>
                  <a:spcPct val="0"/>
                </a:spcAft>
              </a:pPr>
              <a:endParaRPr kumimoji="1" lang="zh-CN" altLang="en-US" sz="2000" b="1">
                <a:solidFill>
                  <a:srgbClr val="000000"/>
                </a:solidFill>
              </a:endParaRPr>
            </a:p>
          </p:txBody>
        </p:sp>
        <p:sp>
          <p:nvSpPr>
            <p:cNvPr id="290840" name="Rectangle 24"/>
            <p:cNvSpPr>
              <a:spLocks noChangeArrowheads="1"/>
            </p:cNvSpPr>
            <p:nvPr/>
          </p:nvSpPr>
          <p:spPr bwMode="auto">
            <a:xfrm>
              <a:off x="4486276" y="5186363"/>
              <a:ext cx="65402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pPr>
              <a:r>
                <a:rPr lang="zh-CN" altLang="en-US" sz="1700" b="1">
                  <a:solidFill>
                    <a:srgbClr val="000000"/>
                  </a:solidFill>
                  <a:latin typeface="宋体" panose="02010600030101010101" pitchFamily="2" charset="-122"/>
                </a:rPr>
                <a:t>网络层</a:t>
              </a:r>
              <a:endParaRPr lang="zh-CN" altLang="en-US" sz="1800" b="1">
                <a:solidFill>
                  <a:srgbClr val="CCCCFF"/>
                </a:solidFill>
                <a:latin typeface="楷体_GB2312" pitchFamily="49" charset="-122"/>
                <a:ea typeface="楷体_GB2312" pitchFamily="49" charset="-122"/>
              </a:endParaRPr>
            </a:p>
          </p:txBody>
        </p:sp>
        <p:sp>
          <p:nvSpPr>
            <p:cNvPr id="290841" name="Rectangle 25"/>
            <p:cNvSpPr>
              <a:spLocks noChangeArrowheads="1"/>
            </p:cNvSpPr>
            <p:nvPr/>
          </p:nvSpPr>
          <p:spPr bwMode="auto">
            <a:xfrm>
              <a:off x="4067175" y="4579938"/>
              <a:ext cx="1562100" cy="482600"/>
            </a:xfrm>
            <a:prstGeom prst="rect">
              <a:avLst/>
            </a:prstGeom>
            <a:solidFill>
              <a:srgbClr val="FFFFFF"/>
            </a:solidFill>
            <a:ln w="17463">
              <a:solidFill>
                <a:srgbClr val="000000"/>
              </a:solidFill>
              <a:miter lim="800000"/>
              <a:headEnd/>
              <a:tailEnd/>
            </a:ln>
          </p:spPr>
          <p:txBody>
            <a:bodyPr/>
            <a:lstStyle/>
            <a:p>
              <a:pPr fontAlgn="base">
                <a:spcBef>
                  <a:spcPct val="0"/>
                </a:spcBef>
                <a:spcAft>
                  <a:spcPct val="0"/>
                </a:spcAft>
              </a:pPr>
              <a:endParaRPr kumimoji="1" lang="zh-CN" altLang="en-US" sz="2000" b="1">
                <a:solidFill>
                  <a:srgbClr val="000000"/>
                </a:solidFill>
              </a:endParaRPr>
            </a:p>
          </p:txBody>
        </p:sp>
        <p:sp>
          <p:nvSpPr>
            <p:cNvPr id="290842" name="Rectangle 26"/>
            <p:cNvSpPr>
              <a:spLocks noChangeArrowheads="1"/>
            </p:cNvSpPr>
            <p:nvPr/>
          </p:nvSpPr>
          <p:spPr bwMode="auto">
            <a:xfrm>
              <a:off x="4486276" y="4699000"/>
              <a:ext cx="65402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pPr>
              <a:r>
                <a:rPr lang="zh-CN" altLang="en-US" sz="1700" b="1">
                  <a:solidFill>
                    <a:srgbClr val="000000"/>
                  </a:solidFill>
                  <a:latin typeface="宋体" panose="02010600030101010101" pitchFamily="2" charset="-122"/>
                </a:rPr>
                <a:t>传输层</a:t>
              </a:r>
              <a:endParaRPr lang="zh-CN" altLang="en-US" sz="1800" b="1">
                <a:solidFill>
                  <a:srgbClr val="CCCCFF"/>
                </a:solidFill>
                <a:latin typeface="楷体_GB2312" pitchFamily="49" charset="-122"/>
                <a:ea typeface="楷体_GB2312" pitchFamily="49" charset="-122"/>
              </a:endParaRPr>
            </a:p>
          </p:txBody>
        </p:sp>
        <p:sp>
          <p:nvSpPr>
            <p:cNvPr id="290851" name="Rectangle 35"/>
            <p:cNvSpPr>
              <a:spLocks noChangeArrowheads="1"/>
            </p:cNvSpPr>
            <p:nvPr/>
          </p:nvSpPr>
          <p:spPr bwMode="auto">
            <a:xfrm>
              <a:off x="7038975" y="2479675"/>
              <a:ext cx="1905000" cy="4191000"/>
            </a:xfrm>
            <a:prstGeom prst="rect">
              <a:avLst/>
            </a:prstGeom>
            <a:solidFill>
              <a:srgbClr val="CC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en-US" altLang="zh-CN" b="1" dirty="0">
                <a:solidFill>
                  <a:srgbClr val="000000"/>
                </a:solidFill>
              </a:endParaRPr>
            </a:p>
            <a:p>
              <a:pPr fontAlgn="base">
                <a:spcBef>
                  <a:spcPct val="0"/>
                </a:spcBef>
                <a:spcAft>
                  <a:spcPct val="0"/>
                </a:spcAft>
              </a:pPr>
              <a:endParaRPr kumimoji="1" lang="en-US" altLang="zh-CN" b="1" dirty="0">
                <a:solidFill>
                  <a:srgbClr val="000000"/>
                </a:solidFill>
              </a:endParaRPr>
            </a:p>
            <a:p>
              <a:pPr fontAlgn="base">
                <a:spcBef>
                  <a:spcPct val="0"/>
                </a:spcBef>
                <a:spcAft>
                  <a:spcPct val="0"/>
                </a:spcAft>
              </a:pPr>
              <a:r>
                <a:rPr kumimoji="1" lang="zh-CN" altLang="en-US" b="1" dirty="0">
                  <a:solidFill>
                    <a:srgbClr val="000000"/>
                  </a:solidFill>
                </a:rPr>
                <a:t>文件传输</a:t>
              </a:r>
            </a:p>
            <a:p>
              <a:pPr fontAlgn="base">
                <a:spcBef>
                  <a:spcPct val="0"/>
                </a:spcBef>
                <a:spcAft>
                  <a:spcPct val="0"/>
                </a:spcAft>
              </a:pPr>
              <a:r>
                <a:rPr kumimoji="1" lang="en-US" altLang="zh-CN" b="1" dirty="0">
                  <a:solidFill>
                    <a:srgbClr val="000000"/>
                  </a:solidFill>
                </a:rPr>
                <a:t>—TFTP</a:t>
              </a:r>
            </a:p>
            <a:p>
              <a:pPr fontAlgn="base">
                <a:spcBef>
                  <a:spcPct val="0"/>
                </a:spcBef>
                <a:spcAft>
                  <a:spcPct val="0"/>
                </a:spcAft>
              </a:pPr>
              <a:r>
                <a:rPr kumimoji="1" lang="en-US" altLang="zh-CN" b="1" dirty="0">
                  <a:solidFill>
                    <a:srgbClr val="000000"/>
                  </a:solidFill>
                </a:rPr>
                <a:t>— FTP</a:t>
              </a:r>
            </a:p>
            <a:p>
              <a:pPr fontAlgn="base">
                <a:spcBef>
                  <a:spcPct val="0"/>
                </a:spcBef>
                <a:spcAft>
                  <a:spcPct val="0"/>
                </a:spcAft>
              </a:pPr>
              <a:r>
                <a:rPr kumimoji="1" lang="en-US" altLang="zh-CN" b="1" dirty="0">
                  <a:solidFill>
                    <a:srgbClr val="000000"/>
                  </a:solidFill>
                </a:rPr>
                <a:t>— NFS</a:t>
              </a:r>
            </a:p>
            <a:p>
              <a:pPr fontAlgn="base">
                <a:spcBef>
                  <a:spcPct val="0"/>
                </a:spcBef>
                <a:spcAft>
                  <a:spcPct val="0"/>
                </a:spcAft>
              </a:pPr>
              <a:r>
                <a:rPr kumimoji="1" lang="zh-CN" altLang="en-US" b="1" dirty="0">
                  <a:solidFill>
                    <a:srgbClr val="000000"/>
                  </a:solidFill>
                </a:rPr>
                <a:t>电子邮件</a:t>
              </a:r>
            </a:p>
            <a:p>
              <a:pPr fontAlgn="base">
                <a:spcBef>
                  <a:spcPct val="0"/>
                </a:spcBef>
                <a:spcAft>
                  <a:spcPct val="0"/>
                </a:spcAft>
              </a:pPr>
              <a:r>
                <a:rPr kumimoji="1" lang="en-US" altLang="zh-CN" b="1" dirty="0">
                  <a:solidFill>
                    <a:srgbClr val="000000"/>
                  </a:solidFill>
                </a:rPr>
                <a:t>—SMTP</a:t>
              </a:r>
            </a:p>
            <a:p>
              <a:pPr fontAlgn="base">
                <a:spcBef>
                  <a:spcPct val="0"/>
                </a:spcBef>
                <a:spcAft>
                  <a:spcPct val="0"/>
                </a:spcAft>
              </a:pPr>
              <a:r>
                <a:rPr kumimoji="1" lang="zh-CN" altLang="en-US" b="1" dirty="0">
                  <a:solidFill>
                    <a:srgbClr val="000000"/>
                  </a:solidFill>
                </a:rPr>
                <a:t>远程登录</a:t>
              </a:r>
            </a:p>
            <a:p>
              <a:pPr fontAlgn="base">
                <a:spcBef>
                  <a:spcPct val="0"/>
                </a:spcBef>
                <a:spcAft>
                  <a:spcPct val="0"/>
                </a:spcAft>
              </a:pPr>
              <a:r>
                <a:rPr kumimoji="1" lang="en-US" altLang="zh-CN" b="1" dirty="0">
                  <a:solidFill>
                    <a:srgbClr val="000000"/>
                  </a:solidFill>
                </a:rPr>
                <a:t>— Telnet</a:t>
              </a:r>
            </a:p>
            <a:p>
              <a:pPr fontAlgn="base">
                <a:spcBef>
                  <a:spcPct val="0"/>
                </a:spcBef>
                <a:spcAft>
                  <a:spcPct val="0"/>
                </a:spcAft>
              </a:pPr>
              <a:r>
                <a:rPr kumimoji="1" lang="en-US" altLang="zh-CN" b="1" dirty="0">
                  <a:solidFill>
                    <a:srgbClr val="000000"/>
                  </a:solidFill>
                </a:rPr>
                <a:t>— rlogin</a:t>
              </a:r>
            </a:p>
            <a:p>
              <a:pPr fontAlgn="base">
                <a:spcBef>
                  <a:spcPct val="0"/>
                </a:spcBef>
                <a:spcAft>
                  <a:spcPct val="0"/>
                </a:spcAft>
              </a:pPr>
              <a:r>
                <a:rPr kumimoji="1" lang="en-US" altLang="zh-CN" b="1" dirty="0">
                  <a:solidFill>
                    <a:srgbClr val="000000"/>
                  </a:solidFill>
                </a:rPr>
                <a:t> </a:t>
              </a:r>
              <a:r>
                <a:rPr kumimoji="1" lang="zh-CN" altLang="en-US" b="1" dirty="0">
                  <a:solidFill>
                    <a:srgbClr val="000000"/>
                  </a:solidFill>
                </a:rPr>
                <a:t>网络管理</a:t>
              </a:r>
            </a:p>
            <a:p>
              <a:pPr fontAlgn="base">
                <a:spcBef>
                  <a:spcPct val="0"/>
                </a:spcBef>
                <a:spcAft>
                  <a:spcPct val="0"/>
                </a:spcAft>
              </a:pPr>
              <a:r>
                <a:rPr kumimoji="1" lang="en-US" altLang="zh-CN" b="1" dirty="0">
                  <a:solidFill>
                    <a:srgbClr val="000000"/>
                  </a:solidFill>
                </a:rPr>
                <a:t>—SNMP</a:t>
              </a:r>
            </a:p>
            <a:p>
              <a:pPr fontAlgn="base">
                <a:spcBef>
                  <a:spcPct val="0"/>
                </a:spcBef>
                <a:spcAft>
                  <a:spcPct val="0"/>
                </a:spcAft>
              </a:pPr>
              <a:r>
                <a:rPr kumimoji="1" lang="zh-CN" altLang="en-US" b="1" dirty="0">
                  <a:solidFill>
                    <a:srgbClr val="000000"/>
                  </a:solidFill>
                </a:rPr>
                <a:t>域名管理</a:t>
              </a:r>
            </a:p>
            <a:p>
              <a:pPr fontAlgn="base">
                <a:spcBef>
                  <a:spcPct val="0"/>
                </a:spcBef>
                <a:spcAft>
                  <a:spcPct val="0"/>
                </a:spcAft>
              </a:pPr>
              <a:r>
                <a:rPr kumimoji="1" lang="en-US" altLang="zh-CN" b="1" dirty="0">
                  <a:solidFill>
                    <a:srgbClr val="000000"/>
                  </a:solidFill>
                </a:rPr>
                <a:t>— DNS</a:t>
              </a:r>
            </a:p>
            <a:p>
              <a:pPr fontAlgn="base">
                <a:spcBef>
                  <a:spcPct val="0"/>
                </a:spcBef>
                <a:spcAft>
                  <a:spcPct val="0"/>
                </a:spcAft>
              </a:pPr>
              <a:endParaRPr kumimoji="1" lang="en-US" altLang="zh-CN" b="1" dirty="0">
                <a:solidFill>
                  <a:srgbClr val="000000"/>
                </a:solidFill>
              </a:endParaRPr>
            </a:p>
            <a:p>
              <a:pPr fontAlgn="base">
                <a:spcBef>
                  <a:spcPct val="0"/>
                </a:spcBef>
                <a:spcAft>
                  <a:spcPct val="0"/>
                </a:spcAft>
              </a:pPr>
              <a:endParaRPr kumimoji="1" lang="en-US" altLang="zh-CN" b="1" dirty="0">
                <a:solidFill>
                  <a:srgbClr val="000000"/>
                </a:solidFill>
              </a:endParaRPr>
            </a:p>
            <a:p>
              <a:pPr fontAlgn="base">
                <a:spcBef>
                  <a:spcPct val="0"/>
                </a:spcBef>
                <a:spcAft>
                  <a:spcPct val="0"/>
                </a:spcAft>
              </a:pPr>
              <a:endParaRPr kumimoji="1" lang="en-US" altLang="zh-CN" b="1" dirty="0">
                <a:solidFill>
                  <a:srgbClr val="000000"/>
                </a:solidFill>
              </a:endParaRPr>
            </a:p>
          </p:txBody>
        </p:sp>
      </p:grpSp>
      <p:sp>
        <p:nvSpPr>
          <p:cNvPr id="2" name="标题 1"/>
          <p:cNvSpPr>
            <a:spLocks noGrp="1"/>
          </p:cNvSpPr>
          <p:nvPr>
            <p:ph type="title"/>
          </p:nvPr>
        </p:nvSpPr>
        <p:spPr>
          <a:xfrm>
            <a:off x="1724025" y="185211"/>
            <a:ext cx="10058400" cy="858837"/>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r>
              <a:rPr lang="en-US" altLang="zh-CN" dirty="0">
                <a:solidFill>
                  <a:schemeClr val="tx1"/>
                </a:solidFill>
                <a:latin typeface="Times New Roman" panose="02020603050405020304" pitchFamily="18" charset="0"/>
                <a:cs typeface="Times New Roman" panose="02020603050405020304" pitchFamily="18" charset="0"/>
              </a:rPr>
              <a:t>TCP/IP</a:t>
            </a:r>
            <a:r>
              <a:rPr lang="zh-CN" altLang="en-US" dirty="0">
                <a:solidFill>
                  <a:schemeClr val="tx1"/>
                </a:solidFill>
                <a:latin typeface="Times New Roman" panose="02020603050405020304" pitchFamily="18" charset="0"/>
                <a:cs typeface="Times New Roman" panose="02020603050405020304" pitchFamily="18" charset="0"/>
              </a:rPr>
              <a:t>应用层</a:t>
            </a:r>
          </a:p>
        </p:txBody>
      </p:sp>
    </p:spTree>
    <p:extLst>
      <p:ext uri="{BB962C8B-B14F-4D97-AF65-F5344CB8AC3E}">
        <p14:creationId xmlns:p14="http://schemas.microsoft.com/office/powerpoint/2010/main" val="183835355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49225" y="2105124"/>
            <a:ext cx="3425825" cy="3838477"/>
            <a:chOff x="225425" y="2105124"/>
            <a:chExt cx="3425825" cy="3838477"/>
          </a:xfrm>
        </p:grpSpPr>
        <p:sp>
          <p:nvSpPr>
            <p:cNvPr id="289808" name="Line 16"/>
            <p:cNvSpPr>
              <a:spLocks noChangeShapeType="1"/>
            </p:cNvSpPr>
            <p:nvPr/>
          </p:nvSpPr>
          <p:spPr bwMode="auto">
            <a:xfrm>
              <a:off x="1406525" y="4454525"/>
              <a:ext cx="1524000" cy="15240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zh-CN" altLang="en-US" sz="2000" b="1">
                <a:solidFill>
                  <a:srgbClr val="000000"/>
                </a:solidFill>
              </a:endParaRPr>
            </a:p>
          </p:txBody>
        </p:sp>
        <p:sp>
          <p:nvSpPr>
            <p:cNvPr id="289807" name="Line 15"/>
            <p:cNvSpPr>
              <a:spLocks noChangeShapeType="1"/>
            </p:cNvSpPr>
            <p:nvPr/>
          </p:nvSpPr>
          <p:spPr bwMode="auto">
            <a:xfrm flipV="1">
              <a:off x="1406525" y="3921125"/>
              <a:ext cx="1600200" cy="15240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zh-CN" altLang="en-US" sz="2000" b="1">
                <a:solidFill>
                  <a:srgbClr val="000000"/>
                </a:solidFill>
              </a:endParaRPr>
            </a:p>
          </p:txBody>
        </p:sp>
        <p:sp>
          <p:nvSpPr>
            <p:cNvPr id="289795" name="Rectangle 3"/>
            <p:cNvSpPr>
              <a:spLocks noChangeArrowheads="1"/>
            </p:cNvSpPr>
            <p:nvPr/>
          </p:nvSpPr>
          <p:spPr bwMode="auto">
            <a:xfrm>
              <a:off x="237033" y="2105124"/>
              <a:ext cx="153888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pPr>
              <a:r>
                <a:rPr lang="en-US" altLang="zh-CN" sz="2000" b="1">
                  <a:solidFill>
                    <a:srgbClr val="000000"/>
                  </a:solidFill>
                  <a:latin typeface="宋体" panose="02010600030101010101" pitchFamily="2" charset="-122"/>
                </a:rPr>
                <a:t>TCP/IP</a:t>
              </a:r>
              <a:r>
                <a:rPr lang="zh-CN" altLang="en-US" sz="2000" b="1">
                  <a:solidFill>
                    <a:srgbClr val="000000"/>
                  </a:solidFill>
                  <a:latin typeface="宋体" panose="02010600030101010101" pitchFamily="2" charset="-122"/>
                </a:rPr>
                <a:t>协议栈</a:t>
              </a:r>
              <a:endParaRPr lang="zh-CN" altLang="en-US" sz="2000" b="1">
                <a:solidFill>
                  <a:srgbClr val="000000"/>
                </a:solidFill>
                <a:latin typeface="楷体_GB2312" pitchFamily="49" charset="-122"/>
                <a:ea typeface="楷体_GB2312" pitchFamily="49" charset="-122"/>
              </a:endParaRPr>
            </a:p>
          </p:txBody>
        </p:sp>
        <p:sp>
          <p:nvSpPr>
            <p:cNvPr id="289796" name="Rectangle 4"/>
            <p:cNvSpPr>
              <a:spLocks noChangeArrowheads="1"/>
            </p:cNvSpPr>
            <p:nvPr/>
          </p:nvSpPr>
          <p:spPr bwMode="auto">
            <a:xfrm>
              <a:off x="225425" y="2562225"/>
              <a:ext cx="1562100" cy="1455738"/>
            </a:xfrm>
            <a:prstGeom prst="rect">
              <a:avLst/>
            </a:prstGeom>
            <a:noFill/>
            <a:ln w="17463">
              <a:solidFill>
                <a:srgbClr val="000000"/>
              </a:solidFill>
              <a:miter lim="800000"/>
              <a:headEnd/>
              <a:tailEnd/>
            </a:ln>
            <a:extLst>
              <a:ext uri="{909E8E84-426E-40DD-AFC4-6F175D3DCCD1}">
                <a14:hiddenFill xmlns:a14="http://schemas.microsoft.com/office/drawing/2010/main">
                  <a:solidFill>
                    <a:srgbClr val="CCFF99"/>
                  </a:solidFill>
                </a14:hiddenFill>
              </a:ext>
            </a:extLst>
          </p:spPr>
          <p:txBody>
            <a:bodyPr/>
            <a:lstStyle/>
            <a:p>
              <a:pPr fontAlgn="base">
                <a:spcBef>
                  <a:spcPct val="0"/>
                </a:spcBef>
                <a:spcAft>
                  <a:spcPct val="0"/>
                </a:spcAft>
              </a:pPr>
              <a:endParaRPr kumimoji="1" lang="zh-CN" altLang="en-US" sz="2000" b="1">
                <a:solidFill>
                  <a:srgbClr val="000000"/>
                </a:solidFill>
              </a:endParaRPr>
            </a:p>
          </p:txBody>
        </p:sp>
        <p:sp>
          <p:nvSpPr>
            <p:cNvPr id="289797" name="Rectangle 5"/>
            <p:cNvSpPr>
              <a:spLocks noChangeArrowheads="1"/>
            </p:cNvSpPr>
            <p:nvPr/>
          </p:nvSpPr>
          <p:spPr bwMode="auto">
            <a:xfrm>
              <a:off x="644526" y="3168650"/>
              <a:ext cx="76944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pPr>
              <a:r>
                <a:rPr lang="zh-CN" altLang="en-US" sz="2000" b="1">
                  <a:solidFill>
                    <a:srgbClr val="000000"/>
                  </a:solidFill>
                  <a:latin typeface="宋体" panose="02010600030101010101" pitchFamily="2" charset="-122"/>
                </a:rPr>
                <a:t>应用层</a:t>
              </a:r>
              <a:endParaRPr lang="zh-CN" altLang="en-US" sz="2000" b="1">
                <a:solidFill>
                  <a:srgbClr val="CCCCFF"/>
                </a:solidFill>
                <a:latin typeface="楷体_GB2312" pitchFamily="49" charset="-122"/>
                <a:ea typeface="楷体_GB2312" pitchFamily="49" charset="-122"/>
              </a:endParaRPr>
            </a:p>
          </p:txBody>
        </p:sp>
        <p:sp>
          <p:nvSpPr>
            <p:cNvPr id="289798" name="Rectangle 6"/>
            <p:cNvSpPr>
              <a:spLocks noChangeArrowheads="1"/>
            </p:cNvSpPr>
            <p:nvPr/>
          </p:nvSpPr>
          <p:spPr bwMode="auto">
            <a:xfrm>
              <a:off x="225425" y="4975226"/>
              <a:ext cx="1562100" cy="968375"/>
            </a:xfrm>
            <a:prstGeom prst="rect">
              <a:avLst/>
            </a:prstGeom>
            <a:solidFill>
              <a:srgbClr val="FFFFFF"/>
            </a:solidFill>
            <a:ln w="17463">
              <a:solidFill>
                <a:srgbClr val="000000"/>
              </a:solidFill>
              <a:miter lim="800000"/>
              <a:headEnd/>
              <a:tailEnd/>
            </a:ln>
          </p:spPr>
          <p:txBody>
            <a:bodyPr/>
            <a:lstStyle/>
            <a:p>
              <a:pPr fontAlgn="base">
                <a:spcBef>
                  <a:spcPct val="0"/>
                </a:spcBef>
                <a:spcAft>
                  <a:spcPct val="0"/>
                </a:spcAft>
              </a:pPr>
              <a:endParaRPr kumimoji="1" lang="zh-CN" altLang="en-US" sz="2000" b="1">
                <a:solidFill>
                  <a:srgbClr val="000000"/>
                </a:solidFill>
              </a:endParaRPr>
            </a:p>
          </p:txBody>
        </p:sp>
        <p:sp>
          <p:nvSpPr>
            <p:cNvPr id="289799" name="Rectangle 7"/>
            <p:cNvSpPr>
              <a:spLocks noChangeArrowheads="1"/>
            </p:cNvSpPr>
            <p:nvPr/>
          </p:nvSpPr>
          <p:spPr bwMode="auto">
            <a:xfrm>
              <a:off x="403225" y="5351463"/>
              <a:ext cx="128240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pPr>
              <a:r>
                <a:rPr lang="zh-CN" altLang="en-US" sz="2000" b="1">
                  <a:solidFill>
                    <a:srgbClr val="000000"/>
                  </a:solidFill>
                  <a:latin typeface="宋体" panose="02010600030101010101" pitchFamily="2" charset="-122"/>
                </a:rPr>
                <a:t>网络接口层</a:t>
              </a:r>
              <a:endParaRPr lang="zh-CN" altLang="en-US" sz="2000" b="1">
                <a:solidFill>
                  <a:srgbClr val="CCCCFF"/>
                </a:solidFill>
                <a:latin typeface="楷体_GB2312" pitchFamily="49" charset="-122"/>
                <a:ea typeface="楷体_GB2312" pitchFamily="49" charset="-122"/>
              </a:endParaRPr>
            </a:p>
          </p:txBody>
        </p:sp>
        <p:sp>
          <p:nvSpPr>
            <p:cNvPr id="289800" name="Rectangle 8"/>
            <p:cNvSpPr>
              <a:spLocks noChangeArrowheads="1"/>
            </p:cNvSpPr>
            <p:nvPr/>
          </p:nvSpPr>
          <p:spPr bwMode="auto">
            <a:xfrm>
              <a:off x="225425" y="4500563"/>
              <a:ext cx="1562100" cy="487362"/>
            </a:xfrm>
            <a:prstGeom prst="rect">
              <a:avLst/>
            </a:prstGeom>
            <a:solidFill>
              <a:srgbClr val="FFFFFF"/>
            </a:solidFill>
            <a:ln w="17463">
              <a:solidFill>
                <a:srgbClr val="000000"/>
              </a:solidFill>
              <a:miter lim="800000"/>
              <a:headEnd/>
              <a:tailEnd/>
            </a:ln>
          </p:spPr>
          <p:txBody>
            <a:bodyPr/>
            <a:lstStyle/>
            <a:p>
              <a:pPr fontAlgn="base">
                <a:spcBef>
                  <a:spcPct val="0"/>
                </a:spcBef>
                <a:spcAft>
                  <a:spcPct val="0"/>
                </a:spcAft>
              </a:pPr>
              <a:endParaRPr kumimoji="1" lang="zh-CN" altLang="en-US" sz="2000" b="1">
                <a:solidFill>
                  <a:srgbClr val="000000"/>
                </a:solidFill>
              </a:endParaRPr>
            </a:p>
          </p:txBody>
        </p:sp>
        <p:sp>
          <p:nvSpPr>
            <p:cNvPr id="289801" name="Rectangle 9"/>
            <p:cNvSpPr>
              <a:spLocks noChangeArrowheads="1"/>
            </p:cNvSpPr>
            <p:nvPr/>
          </p:nvSpPr>
          <p:spPr bwMode="auto">
            <a:xfrm>
              <a:off x="644526" y="4624388"/>
              <a:ext cx="76944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pPr>
              <a:r>
                <a:rPr lang="zh-CN" altLang="en-US" sz="2000" b="1" dirty="0">
                  <a:solidFill>
                    <a:srgbClr val="000000"/>
                  </a:solidFill>
                  <a:latin typeface="宋体" panose="02010600030101010101" pitchFamily="2" charset="-122"/>
                </a:rPr>
                <a:t>网络层</a:t>
              </a:r>
              <a:endParaRPr lang="zh-CN" altLang="en-US" sz="2000" b="1" dirty="0">
                <a:solidFill>
                  <a:srgbClr val="CCCCFF"/>
                </a:solidFill>
                <a:latin typeface="楷体_GB2312" pitchFamily="49" charset="-122"/>
                <a:ea typeface="楷体_GB2312" pitchFamily="49" charset="-122"/>
              </a:endParaRPr>
            </a:p>
          </p:txBody>
        </p:sp>
        <p:sp>
          <p:nvSpPr>
            <p:cNvPr id="289802" name="Rectangle 10"/>
            <p:cNvSpPr>
              <a:spLocks noChangeArrowheads="1"/>
            </p:cNvSpPr>
            <p:nvPr/>
          </p:nvSpPr>
          <p:spPr bwMode="auto">
            <a:xfrm>
              <a:off x="225425" y="4017963"/>
              <a:ext cx="1562100" cy="482600"/>
            </a:xfrm>
            <a:prstGeom prst="rect">
              <a:avLst/>
            </a:prstGeom>
            <a:solidFill>
              <a:srgbClr val="CCFF99"/>
            </a:solidFill>
            <a:ln w="17463">
              <a:solidFill>
                <a:srgbClr val="000000"/>
              </a:solidFill>
              <a:miter lim="800000"/>
              <a:headEnd/>
              <a:tailEnd/>
            </a:ln>
          </p:spPr>
          <p:txBody>
            <a:bodyPr/>
            <a:lstStyle/>
            <a:p>
              <a:pPr fontAlgn="base">
                <a:spcBef>
                  <a:spcPct val="0"/>
                </a:spcBef>
                <a:spcAft>
                  <a:spcPct val="0"/>
                </a:spcAft>
              </a:pPr>
              <a:endParaRPr kumimoji="1" lang="zh-CN" altLang="en-US" sz="2000" b="1">
                <a:solidFill>
                  <a:srgbClr val="000000"/>
                </a:solidFill>
              </a:endParaRPr>
            </a:p>
          </p:txBody>
        </p:sp>
        <p:sp>
          <p:nvSpPr>
            <p:cNvPr id="289803" name="Rectangle 11"/>
            <p:cNvSpPr>
              <a:spLocks noChangeArrowheads="1"/>
            </p:cNvSpPr>
            <p:nvPr/>
          </p:nvSpPr>
          <p:spPr bwMode="auto">
            <a:xfrm>
              <a:off x="644526" y="4137025"/>
              <a:ext cx="76944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pPr>
              <a:r>
                <a:rPr lang="zh-CN" altLang="en-US" sz="2000" b="1">
                  <a:solidFill>
                    <a:srgbClr val="000000"/>
                  </a:solidFill>
                  <a:latin typeface="宋体" panose="02010600030101010101" pitchFamily="2" charset="-122"/>
                </a:rPr>
                <a:t>传输层</a:t>
              </a:r>
              <a:endParaRPr lang="zh-CN" altLang="en-US" sz="2000" b="1">
                <a:solidFill>
                  <a:srgbClr val="CCCCFF"/>
                </a:solidFill>
                <a:latin typeface="楷体_GB2312" pitchFamily="49" charset="-122"/>
                <a:ea typeface="楷体_GB2312" pitchFamily="49" charset="-122"/>
              </a:endParaRPr>
            </a:p>
          </p:txBody>
        </p:sp>
        <p:sp>
          <p:nvSpPr>
            <p:cNvPr id="289804" name="Rectangle 12"/>
            <p:cNvSpPr>
              <a:spLocks noChangeArrowheads="1"/>
            </p:cNvSpPr>
            <p:nvPr/>
          </p:nvSpPr>
          <p:spPr bwMode="auto">
            <a:xfrm>
              <a:off x="2892425" y="3787775"/>
              <a:ext cx="758825" cy="1011040"/>
            </a:xfrm>
            <a:prstGeom prst="rect">
              <a:avLst/>
            </a:prstGeom>
            <a:solidFill>
              <a:srgbClr val="CCFF99"/>
            </a:solidFill>
            <a:ln w="17463">
              <a:solidFill>
                <a:srgbClr val="000000"/>
              </a:solidFill>
              <a:miter lim="800000"/>
              <a:headEnd/>
              <a:tailEnd/>
            </a:ln>
          </p:spPr>
          <p:txBody>
            <a:bodyPr/>
            <a:lstStyle/>
            <a:p>
              <a:pPr fontAlgn="base">
                <a:spcBef>
                  <a:spcPct val="0"/>
                </a:spcBef>
                <a:spcAft>
                  <a:spcPct val="0"/>
                </a:spcAft>
              </a:pPr>
              <a:r>
                <a:rPr kumimoji="1" lang="en-US" altLang="zh-CN" sz="2000" b="1" dirty="0" smtClean="0">
                  <a:solidFill>
                    <a:srgbClr val="000000"/>
                  </a:solidFill>
                </a:rPr>
                <a:t>TCP</a:t>
              </a:r>
            </a:p>
            <a:p>
              <a:pPr fontAlgn="base">
                <a:spcBef>
                  <a:spcPct val="0"/>
                </a:spcBef>
                <a:spcAft>
                  <a:spcPct val="0"/>
                </a:spcAft>
              </a:pPr>
              <a:endParaRPr kumimoji="1" lang="en-US" altLang="zh-CN" sz="2000" b="1" dirty="0" smtClean="0">
                <a:solidFill>
                  <a:srgbClr val="000000"/>
                </a:solidFill>
              </a:endParaRPr>
            </a:p>
            <a:p>
              <a:pPr fontAlgn="base">
                <a:spcBef>
                  <a:spcPct val="0"/>
                </a:spcBef>
                <a:spcAft>
                  <a:spcPct val="0"/>
                </a:spcAft>
              </a:pPr>
              <a:r>
                <a:rPr kumimoji="1" lang="en-US" altLang="zh-CN" sz="2000" b="1" dirty="0" smtClean="0">
                  <a:solidFill>
                    <a:srgbClr val="000000"/>
                  </a:solidFill>
                </a:rPr>
                <a:t>UDP</a:t>
              </a:r>
              <a:endParaRPr kumimoji="1" lang="en-US" altLang="zh-CN" sz="2000" b="1" dirty="0">
                <a:solidFill>
                  <a:srgbClr val="000000"/>
                </a:solidFill>
              </a:endParaRPr>
            </a:p>
            <a:p>
              <a:pPr fontAlgn="base">
                <a:spcBef>
                  <a:spcPct val="0"/>
                </a:spcBef>
                <a:spcAft>
                  <a:spcPct val="0"/>
                </a:spcAft>
              </a:pPr>
              <a:endParaRPr kumimoji="1" lang="en-US" altLang="zh-CN" sz="2000" b="1" dirty="0">
                <a:solidFill>
                  <a:srgbClr val="000000"/>
                </a:solidFill>
              </a:endParaRPr>
            </a:p>
            <a:p>
              <a:pPr fontAlgn="base">
                <a:spcBef>
                  <a:spcPct val="0"/>
                </a:spcBef>
                <a:spcAft>
                  <a:spcPct val="0"/>
                </a:spcAft>
              </a:pPr>
              <a:r>
                <a:rPr kumimoji="1" lang="en-US" altLang="zh-CN" sz="2000" b="1" dirty="0">
                  <a:solidFill>
                    <a:srgbClr val="000000"/>
                  </a:solidFill>
                </a:rPr>
                <a:t>  </a:t>
              </a:r>
            </a:p>
          </p:txBody>
        </p:sp>
      </p:grpSp>
      <p:sp>
        <p:nvSpPr>
          <p:cNvPr id="289809" name="Text Box 17"/>
          <p:cNvSpPr txBox="1">
            <a:spLocks noChangeArrowheads="1"/>
          </p:cNvSpPr>
          <p:nvPr/>
        </p:nvSpPr>
        <p:spPr bwMode="auto">
          <a:xfrm>
            <a:off x="4029076" y="2038350"/>
            <a:ext cx="8000999"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fontAlgn="base">
              <a:spcBef>
                <a:spcPct val="0"/>
              </a:spcBef>
              <a:spcAft>
                <a:spcPct val="0"/>
              </a:spcAft>
              <a:buFont typeface="Wingdings" panose="05000000000000000000" pitchFamily="2" charset="2"/>
              <a:buChar char="n"/>
            </a:pPr>
            <a:r>
              <a:rPr kumimoji="1" lang="zh-CN" altLang="en-US" sz="2400"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主要功能</a:t>
            </a:r>
            <a:r>
              <a:rPr kumimoji="1" lang="zh-CN" altLang="en-US" sz="2400" b="1" dirty="0" smtClean="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a:t>
            </a:r>
            <a:endParaRPr kumimoji="1" lang="zh-CN" altLang="en-US" sz="2400"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endParaRPr>
          </a:p>
          <a:p>
            <a:pPr marL="285750" indent="-285750" fontAlgn="base">
              <a:spcBef>
                <a:spcPct val="0"/>
              </a:spcBef>
              <a:spcAft>
                <a:spcPct val="0"/>
              </a:spcAft>
              <a:buFont typeface="Arial" panose="020B0604020202020204" pitchFamily="34" charset="0"/>
              <a:buChar char="•"/>
            </a:pPr>
            <a:r>
              <a:rPr kumimoji="1" lang="en-US" altLang="zh-CN" sz="2400" b="1" dirty="0" smtClean="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 </a:t>
            </a:r>
            <a:r>
              <a:rPr kumimoji="1" lang="zh-CN" altLang="en-US" sz="2400"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流量控制：由滑动窗口实现流量控制</a:t>
            </a:r>
            <a:r>
              <a:rPr kumimoji="1" lang="zh-CN" altLang="en-US" sz="2400" b="1" dirty="0" smtClean="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a:t>
            </a:r>
            <a:endParaRPr kumimoji="1" lang="zh-CN" altLang="en-US" sz="2400"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endParaRPr>
          </a:p>
          <a:p>
            <a:pPr marL="285750" indent="-285750" fontAlgn="base">
              <a:spcBef>
                <a:spcPct val="0"/>
              </a:spcBef>
              <a:spcAft>
                <a:spcPct val="0"/>
              </a:spcAft>
              <a:buFont typeface="Arial" panose="020B0604020202020204" pitchFamily="34" charset="0"/>
              <a:buChar char="•"/>
            </a:pPr>
            <a:r>
              <a:rPr kumimoji="1" lang="zh-CN" altLang="en-US" sz="2400" b="1" dirty="0" smtClean="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可靠</a:t>
            </a:r>
            <a:r>
              <a:rPr kumimoji="1" lang="zh-CN" altLang="en-US" sz="2400"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通信：由序列号和确认机制实现</a:t>
            </a:r>
            <a:r>
              <a:rPr kumimoji="1" lang="zh-CN" altLang="en-US" sz="2400" b="1" dirty="0" smtClean="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端到</a:t>
            </a:r>
            <a:r>
              <a:rPr kumimoji="1" lang="zh-CN" altLang="en-US" sz="2400"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端的可靠通信。</a:t>
            </a:r>
          </a:p>
        </p:txBody>
      </p:sp>
      <p:sp>
        <p:nvSpPr>
          <p:cNvPr id="289810" name="Text Box 18"/>
          <p:cNvSpPr txBox="1">
            <a:spLocks noChangeArrowheads="1"/>
          </p:cNvSpPr>
          <p:nvPr/>
        </p:nvSpPr>
        <p:spPr bwMode="auto">
          <a:xfrm>
            <a:off x="3990976" y="3879087"/>
            <a:ext cx="8145978"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fontAlgn="base">
              <a:spcBef>
                <a:spcPct val="0"/>
              </a:spcBef>
              <a:spcAft>
                <a:spcPct val="0"/>
              </a:spcAft>
              <a:buFont typeface="Wingdings" panose="05000000000000000000" pitchFamily="2" charset="2"/>
              <a:buChar char="n"/>
            </a:pPr>
            <a:r>
              <a:rPr kumimoji="1" lang="zh-CN" altLang="en-US" sz="2400"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两种协议</a:t>
            </a:r>
            <a:r>
              <a:rPr kumimoji="1" lang="zh-CN" altLang="en-US" sz="2400" b="1" dirty="0" smtClean="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a:t>
            </a:r>
            <a:endParaRPr kumimoji="1" lang="zh-CN" altLang="en-US" sz="2400"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endParaRPr>
          </a:p>
          <a:p>
            <a:pPr marL="285750" indent="-285750" fontAlgn="base">
              <a:spcBef>
                <a:spcPct val="0"/>
              </a:spcBef>
              <a:spcAft>
                <a:spcPct val="0"/>
              </a:spcAft>
              <a:buFont typeface="Arial" panose="020B0604020202020204" pitchFamily="34" charset="0"/>
              <a:buChar char="•"/>
            </a:pPr>
            <a:r>
              <a:rPr kumimoji="1" lang="en-US" altLang="zh-CN" sz="2400" b="1" dirty="0" smtClean="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TCP </a:t>
            </a:r>
            <a:r>
              <a:rPr kumimoji="1" lang="zh-CN" altLang="en-US" sz="2400" b="1" dirty="0" smtClean="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kumimoji="1" lang="zh-CN" altLang="en-US"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 </a:t>
            </a:r>
            <a:r>
              <a:rPr kumimoji="1" lang="en-US" altLang="zh-CN"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Transmission Control Protocol</a:t>
            </a:r>
            <a:r>
              <a:rPr kumimoji="1" lang="zh-CN" altLang="en-US"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p>
          <a:p>
            <a:pPr fontAlgn="base">
              <a:spcBef>
                <a:spcPct val="0"/>
              </a:spcBef>
              <a:spcAft>
                <a:spcPct val="0"/>
              </a:spcAft>
            </a:pPr>
            <a:r>
              <a:rPr kumimoji="1" lang="zh-CN" altLang="en-US" sz="2400" b="1" dirty="0" smtClean="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    面向</a:t>
            </a:r>
            <a:r>
              <a:rPr kumimoji="1" lang="zh-CN" altLang="en-US" sz="2400"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连接的可靠传输协议，为</a:t>
            </a:r>
            <a:r>
              <a:rPr kumimoji="1" lang="zh-CN" altLang="en-US" sz="2400" b="1" dirty="0" smtClean="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用户应用</a:t>
            </a:r>
            <a:r>
              <a:rPr kumimoji="1" lang="zh-CN" altLang="en-US" sz="2400"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端之间提供一个虚拟电路。</a:t>
            </a:r>
          </a:p>
          <a:p>
            <a:pPr marL="285750" indent="-285750" fontAlgn="base">
              <a:spcBef>
                <a:spcPct val="0"/>
              </a:spcBef>
              <a:spcAft>
                <a:spcPct val="0"/>
              </a:spcAft>
              <a:buFont typeface="Arial" panose="020B0604020202020204" pitchFamily="34" charset="0"/>
              <a:buChar char="•"/>
            </a:pPr>
            <a:r>
              <a:rPr kumimoji="1" lang="en-US" altLang="zh-CN" sz="2400" b="1" dirty="0" smtClean="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UDP </a:t>
            </a:r>
            <a:r>
              <a:rPr kumimoji="1" lang="zh-CN" altLang="en-US" sz="2400"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a:t>
            </a:r>
            <a:r>
              <a:rPr kumimoji="1" lang="zh-CN" altLang="en-US" sz="2400"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 </a:t>
            </a:r>
            <a:r>
              <a:rPr kumimoji="1" lang="en-US" altLang="zh-CN" sz="2400"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User Datagram Protocol</a:t>
            </a:r>
            <a:r>
              <a:rPr kumimoji="1" lang="zh-CN" altLang="en-US" sz="2400" b="1" dirty="0" smtClean="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a:t>
            </a:r>
            <a:endParaRPr kumimoji="1" lang="en-US" altLang="zh-CN" sz="2400"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endParaRPr>
          </a:p>
          <a:p>
            <a:pPr fontAlgn="base">
              <a:spcBef>
                <a:spcPct val="0"/>
              </a:spcBef>
              <a:spcAft>
                <a:spcPct val="0"/>
              </a:spcAft>
            </a:pPr>
            <a:r>
              <a:rPr kumimoji="1" lang="en-US" altLang="zh-CN" sz="2400" b="1" dirty="0" smtClean="0">
                <a:solidFill>
                  <a:srgbClr val="002060"/>
                </a:solidFill>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    </a:t>
            </a:r>
            <a:r>
              <a:rPr kumimoji="1" lang="zh-CN" altLang="en-US" sz="2400" b="1" dirty="0" smtClean="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无</a:t>
            </a:r>
            <a:r>
              <a:rPr kumimoji="1" lang="zh-CN" altLang="en-US" sz="2400"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连接的非可靠传输协议</a:t>
            </a:r>
          </a:p>
        </p:txBody>
      </p:sp>
      <p:sp>
        <p:nvSpPr>
          <p:cNvPr id="4" name="标题 3"/>
          <p:cNvSpPr>
            <a:spLocks noGrp="1"/>
          </p:cNvSpPr>
          <p:nvPr>
            <p:ph type="title"/>
          </p:nvPr>
        </p:nvSpPr>
        <p:spPr>
          <a:xfrm>
            <a:off x="1787525" y="200025"/>
            <a:ext cx="10058400" cy="858837"/>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r>
              <a:rPr lang="en-US" altLang="zh-CN" dirty="0">
                <a:solidFill>
                  <a:schemeClr val="tx1"/>
                </a:solidFill>
                <a:latin typeface="Times New Roman" panose="02020603050405020304" pitchFamily="18" charset="0"/>
                <a:cs typeface="Times New Roman" panose="02020603050405020304" pitchFamily="18" charset="0"/>
              </a:rPr>
              <a:t/>
            </a:r>
            <a:br>
              <a:rPr lang="en-US" altLang="zh-CN" dirty="0">
                <a:solidFill>
                  <a:schemeClr val="tx1"/>
                </a:solidFill>
                <a:latin typeface="Times New Roman" panose="02020603050405020304" pitchFamily="18" charset="0"/>
                <a:cs typeface="Times New Roman" panose="02020603050405020304" pitchFamily="18" charset="0"/>
              </a:rPr>
            </a:br>
            <a:r>
              <a:rPr lang="en-US" altLang="zh-CN" dirty="0">
                <a:solidFill>
                  <a:schemeClr val="tx1"/>
                </a:solidFill>
                <a:latin typeface="Times New Roman" panose="02020603050405020304" pitchFamily="18" charset="0"/>
                <a:cs typeface="Times New Roman" panose="02020603050405020304" pitchFamily="18" charset="0"/>
              </a:rPr>
              <a:t/>
            </a:r>
            <a:br>
              <a:rPr lang="en-US" altLang="zh-CN" dirty="0">
                <a:solidFill>
                  <a:schemeClr val="tx1"/>
                </a:solidFill>
                <a:latin typeface="Times New Roman" panose="02020603050405020304" pitchFamily="18" charset="0"/>
                <a:cs typeface="Times New Roman" panose="02020603050405020304" pitchFamily="18" charset="0"/>
              </a:rPr>
            </a:br>
            <a:r>
              <a:rPr lang="en-US" altLang="zh-CN" dirty="0">
                <a:solidFill>
                  <a:schemeClr val="tx1"/>
                </a:solidFill>
                <a:latin typeface="Times New Roman" panose="02020603050405020304" pitchFamily="18" charset="0"/>
                <a:cs typeface="Times New Roman" panose="02020603050405020304" pitchFamily="18" charset="0"/>
              </a:rPr>
              <a:t/>
            </a:r>
            <a:br>
              <a:rPr lang="en-US" altLang="zh-CN" dirty="0">
                <a:solidFill>
                  <a:schemeClr val="tx1"/>
                </a:solidFill>
                <a:latin typeface="Times New Roman" panose="02020603050405020304" pitchFamily="18" charset="0"/>
                <a:cs typeface="Times New Roman" panose="02020603050405020304" pitchFamily="18" charset="0"/>
              </a:rPr>
            </a:br>
            <a:r>
              <a:rPr lang="en-US" altLang="zh-CN" dirty="0">
                <a:solidFill>
                  <a:schemeClr val="tx1"/>
                </a:solidFill>
                <a:latin typeface="Times New Roman" panose="02020603050405020304" pitchFamily="18" charset="0"/>
                <a:cs typeface="Times New Roman" panose="02020603050405020304" pitchFamily="18" charset="0"/>
              </a:rPr>
              <a:t>TCP/IP</a:t>
            </a:r>
            <a:r>
              <a:rPr lang="zh-CN" altLang="en-US" dirty="0">
                <a:solidFill>
                  <a:schemeClr val="tx1"/>
                </a:solidFill>
                <a:latin typeface="Times New Roman" panose="02020603050405020304" pitchFamily="18" charset="0"/>
                <a:cs typeface="Times New Roman" panose="02020603050405020304" pitchFamily="18" charset="0"/>
              </a:rPr>
              <a:t>传输层</a:t>
            </a:r>
          </a:p>
        </p:txBody>
      </p:sp>
    </p:spTree>
    <p:extLst>
      <p:ext uri="{BB962C8B-B14F-4D97-AF65-F5344CB8AC3E}">
        <p14:creationId xmlns:p14="http://schemas.microsoft.com/office/powerpoint/2010/main" val="305484910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Line 2"/>
          <p:cNvSpPr>
            <a:spLocks noChangeShapeType="1"/>
          </p:cNvSpPr>
          <p:nvPr/>
        </p:nvSpPr>
        <p:spPr bwMode="auto">
          <a:xfrm>
            <a:off x="1520825" y="4745037"/>
            <a:ext cx="1593850" cy="38100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zh-CN" altLang="en-US" sz="2000" b="1">
              <a:solidFill>
                <a:srgbClr val="000000"/>
              </a:solidFill>
            </a:endParaRPr>
          </a:p>
        </p:txBody>
      </p:sp>
      <p:sp>
        <p:nvSpPr>
          <p:cNvPr id="297987" name="Line 3"/>
          <p:cNvSpPr>
            <a:spLocks noChangeShapeType="1"/>
          </p:cNvSpPr>
          <p:nvPr/>
        </p:nvSpPr>
        <p:spPr bwMode="auto">
          <a:xfrm flipV="1">
            <a:off x="1520825" y="3983037"/>
            <a:ext cx="1670050" cy="38100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zh-CN" altLang="en-US" sz="2000" b="1">
              <a:solidFill>
                <a:srgbClr val="000000"/>
              </a:solidFill>
            </a:endParaRPr>
          </a:p>
        </p:txBody>
      </p:sp>
      <p:sp>
        <p:nvSpPr>
          <p:cNvPr id="297989" name="Rectangle 5"/>
          <p:cNvSpPr>
            <a:spLocks noChangeArrowheads="1"/>
          </p:cNvSpPr>
          <p:nvPr/>
        </p:nvSpPr>
        <p:spPr bwMode="auto">
          <a:xfrm>
            <a:off x="378817" y="1897161"/>
            <a:ext cx="153888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pPr>
            <a:r>
              <a:rPr lang="en-US" altLang="zh-CN" sz="2000" b="1" dirty="0">
                <a:solidFill>
                  <a:srgbClr val="000000"/>
                </a:solidFill>
                <a:latin typeface="宋体" panose="02010600030101010101" pitchFamily="2" charset="-122"/>
              </a:rPr>
              <a:t>TCP/IP</a:t>
            </a:r>
            <a:r>
              <a:rPr lang="zh-CN" altLang="en-US" sz="2000" b="1" dirty="0">
                <a:solidFill>
                  <a:srgbClr val="000000"/>
                </a:solidFill>
                <a:latin typeface="宋体" panose="02010600030101010101" pitchFamily="2" charset="-122"/>
              </a:rPr>
              <a:t>协议栈</a:t>
            </a:r>
            <a:endParaRPr lang="zh-CN" altLang="en-US" sz="2000" b="1" dirty="0">
              <a:solidFill>
                <a:srgbClr val="000000"/>
              </a:solidFill>
              <a:latin typeface="楷体_GB2312" pitchFamily="49" charset="-122"/>
              <a:ea typeface="楷体_GB2312" pitchFamily="49" charset="-122"/>
            </a:endParaRPr>
          </a:p>
        </p:txBody>
      </p:sp>
      <p:sp>
        <p:nvSpPr>
          <p:cNvPr id="297990" name="Rectangle 6"/>
          <p:cNvSpPr>
            <a:spLocks noChangeArrowheads="1"/>
          </p:cNvSpPr>
          <p:nvPr/>
        </p:nvSpPr>
        <p:spPr bwMode="auto">
          <a:xfrm>
            <a:off x="339725" y="2354262"/>
            <a:ext cx="1562100" cy="1455738"/>
          </a:xfrm>
          <a:prstGeom prst="rect">
            <a:avLst/>
          </a:prstGeom>
          <a:noFill/>
          <a:ln w="17463">
            <a:solidFill>
              <a:srgbClr val="000000"/>
            </a:solidFill>
            <a:miter lim="800000"/>
            <a:headEnd/>
            <a:tailEnd/>
          </a:ln>
          <a:extLst>
            <a:ext uri="{909E8E84-426E-40DD-AFC4-6F175D3DCCD1}">
              <a14:hiddenFill xmlns:a14="http://schemas.microsoft.com/office/drawing/2010/main">
                <a:solidFill>
                  <a:srgbClr val="CCFF99"/>
                </a:solidFill>
              </a14:hiddenFill>
            </a:ext>
          </a:extLst>
        </p:spPr>
        <p:txBody>
          <a:bodyPr/>
          <a:lstStyle/>
          <a:p>
            <a:pPr fontAlgn="base">
              <a:spcBef>
                <a:spcPct val="0"/>
              </a:spcBef>
              <a:spcAft>
                <a:spcPct val="0"/>
              </a:spcAft>
            </a:pPr>
            <a:endParaRPr kumimoji="1" lang="zh-CN" altLang="en-US" sz="2000" b="1">
              <a:solidFill>
                <a:srgbClr val="000000"/>
              </a:solidFill>
            </a:endParaRPr>
          </a:p>
        </p:txBody>
      </p:sp>
      <p:sp>
        <p:nvSpPr>
          <p:cNvPr id="297991" name="Rectangle 7"/>
          <p:cNvSpPr>
            <a:spLocks noChangeArrowheads="1"/>
          </p:cNvSpPr>
          <p:nvPr/>
        </p:nvSpPr>
        <p:spPr bwMode="auto">
          <a:xfrm>
            <a:off x="758826" y="2960687"/>
            <a:ext cx="76944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pPr>
            <a:r>
              <a:rPr lang="zh-CN" altLang="en-US" sz="2000" b="1">
                <a:solidFill>
                  <a:srgbClr val="000000"/>
                </a:solidFill>
                <a:latin typeface="宋体" panose="02010600030101010101" pitchFamily="2" charset="-122"/>
              </a:rPr>
              <a:t>应用层</a:t>
            </a:r>
            <a:endParaRPr lang="zh-CN" altLang="en-US" sz="2000" b="1">
              <a:solidFill>
                <a:srgbClr val="CCCCFF"/>
              </a:solidFill>
              <a:latin typeface="楷体_GB2312" pitchFamily="49" charset="-122"/>
              <a:ea typeface="楷体_GB2312" pitchFamily="49" charset="-122"/>
            </a:endParaRPr>
          </a:p>
        </p:txBody>
      </p:sp>
      <p:sp>
        <p:nvSpPr>
          <p:cNvPr id="297992" name="Rectangle 8"/>
          <p:cNvSpPr>
            <a:spLocks noChangeArrowheads="1"/>
          </p:cNvSpPr>
          <p:nvPr/>
        </p:nvSpPr>
        <p:spPr bwMode="auto">
          <a:xfrm>
            <a:off x="339725" y="4767263"/>
            <a:ext cx="1562100" cy="968375"/>
          </a:xfrm>
          <a:prstGeom prst="rect">
            <a:avLst/>
          </a:prstGeom>
          <a:solidFill>
            <a:srgbClr val="FFFFFF"/>
          </a:solidFill>
          <a:ln w="17463">
            <a:solidFill>
              <a:srgbClr val="000000"/>
            </a:solidFill>
            <a:miter lim="800000"/>
            <a:headEnd/>
            <a:tailEnd/>
          </a:ln>
        </p:spPr>
        <p:txBody>
          <a:bodyPr/>
          <a:lstStyle/>
          <a:p>
            <a:pPr fontAlgn="base">
              <a:spcBef>
                <a:spcPct val="0"/>
              </a:spcBef>
              <a:spcAft>
                <a:spcPct val="0"/>
              </a:spcAft>
            </a:pPr>
            <a:endParaRPr kumimoji="1" lang="zh-CN" altLang="en-US" sz="2000" b="1">
              <a:solidFill>
                <a:srgbClr val="000000"/>
              </a:solidFill>
            </a:endParaRPr>
          </a:p>
        </p:txBody>
      </p:sp>
      <p:sp>
        <p:nvSpPr>
          <p:cNvPr id="297993" name="Rectangle 9"/>
          <p:cNvSpPr>
            <a:spLocks noChangeArrowheads="1"/>
          </p:cNvSpPr>
          <p:nvPr/>
        </p:nvSpPr>
        <p:spPr bwMode="auto">
          <a:xfrm>
            <a:off x="517525" y="5143500"/>
            <a:ext cx="128240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pPr>
            <a:r>
              <a:rPr lang="zh-CN" altLang="en-US" sz="2000" b="1">
                <a:solidFill>
                  <a:srgbClr val="000000"/>
                </a:solidFill>
                <a:latin typeface="宋体" panose="02010600030101010101" pitchFamily="2" charset="-122"/>
              </a:rPr>
              <a:t>网络接口层</a:t>
            </a:r>
            <a:endParaRPr lang="zh-CN" altLang="en-US" sz="2000" b="1">
              <a:solidFill>
                <a:srgbClr val="CCCCFF"/>
              </a:solidFill>
              <a:latin typeface="楷体_GB2312" pitchFamily="49" charset="-122"/>
              <a:ea typeface="楷体_GB2312" pitchFamily="49" charset="-122"/>
            </a:endParaRPr>
          </a:p>
        </p:txBody>
      </p:sp>
      <p:sp>
        <p:nvSpPr>
          <p:cNvPr id="297994" name="Rectangle 10"/>
          <p:cNvSpPr>
            <a:spLocks noChangeArrowheads="1"/>
          </p:cNvSpPr>
          <p:nvPr/>
        </p:nvSpPr>
        <p:spPr bwMode="auto">
          <a:xfrm>
            <a:off x="339725" y="4292600"/>
            <a:ext cx="1562100" cy="487362"/>
          </a:xfrm>
          <a:prstGeom prst="rect">
            <a:avLst/>
          </a:prstGeom>
          <a:solidFill>
            <a:srgbClr val="CCFF99"/>
          </a:solidFill>
          <a:ln w="17463">
            <a:solidFill>
              <a:srgbClr val="000000"/>
            </a:solidFill>
            <a:miter lim="800000"/>
            <a:headEnd/>
            <a:tailEnd/>
          </a:ln>
        </p:spPr>
        <p:txBody>
          <a:bodyPr/>
          <a:lstStyle/>
          <a:p>
            <a:pPr fontAlgn="base">
              <a:spcBef>
                <a:spcPct val="0"/>
              </a:spcBef>
              <a:spcAft>
                <a:spcPct val="0"/>
              </a:spcAft>
            </a:pPr>
            <a:endParaRPr kumimoji="1" lang="zh-CN" altLang="en-US" sz="2000" b="1">
              <a:solidFill>
                <a:srgbClr val="000000"/>
              </a:solidFill>
            </a:endParaRPr>
          </a:p>
        </p:txBody>
      </p:sp>
      <p:sp>
        <p:nvSpPr>
          <p:cNvPr id="297995" name="Rectangle 11"/>
          <p:cNvSpPr>
            <a:spLocks noChangeArrowheads="1"/>
          </p:cNvSpPr>
          <p:nvPr/>
        </p:nvSpPr>
        <p:spPr bwMode="auto">
          <a:xfrm>
            <a:off x="758826" y="4416425"/>
            <a:ext cx="76944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pPr>
            <a:r>
              <a:rPr lang="zh-CN" altLang="en-US" sz="2000" b="1">
                <a:solidFill>
                  <a:srgbClr val="000000"/>
                </a:solidFill>
                <a:latin typeface="宋体" panose="02010600030101010101" pitchFamily="2" charset="-122"/>
              </a:rPr>
              <a:t>网络层</a:t>
            </a:r>
            <a:endParaRPr lang="zh-CN" altLang="en-US" sz="2000" b="1">
              <a:solidFill>
                <a:srgbClr val="CCCCFF"/>
              </a:solidFill>
              <a:latin typeface="楷体_GB2312" pitchFamily="49" charset="-122"/>
              <a:ea typeface="楷体_GB2312" pitchFamily="49" charset="-122"/>
            </a:endParaRPr>
          </a:p>
        </p:txBody>
      </p:sp>
      <p:sp>
        <p:nvSpPr>
          <p:cNvPr id="297996" name="Rectangle 12"/>
          <p:cNvSpPr>
            <a:spLocks noChangeArrowheads="1"/>
          </p:cNvSpPr>
          <p:nvPr/>
        </p:nvSpPr>
        <p:spPr bwMode="auto">
          <a:xfrm>
            <a:off x="339725" y="3810000"/>
            <a:ext cx="1562100" cy="482600"/>
          </a:xfrm>
          <a:prstGeom prst="rect">
            <a:avLst/>
          </a:prstGeom>
          <a:noFill/>
          <a:ln w="17463">
            <a:solidFill>
              <a:srgbClr val="000000"/>
            </a:solidFill>
            <a:miter lim="800000"/>
            <a:headEnd/>
            <a:tailEnd/>
          </a:ln>
          <a:extLst>
            <a:ext uri="{909E8E84-426E-40DD-AFC4-6F175D3DCCD1}">
              <a14:hiddenFill xmlns:a14="http://schemas.microsoft.com/office/drawing/2010/main">
                <a:solidFill>
                  <a:srgbClr val="CCFF99"/>
                </a:solidFill>
              </a14:hiddenFill>
            </a:ext>
          </a:extLst>
        </p:spPr>
        <p:txBody>
          <a:bodyPr/>
          <a:lstStyle/>
          <a:p>
            <a:pPr fontAlgn="base">
              <a:spcBef>
                <a:spcPct val="0"/>
              </a:spcBef>
              <a:spcAft>
                <a:spcPct val="0"/>
              </a:spcAft>
            </a:pPr>
            <a:endParaRPr kumimoji="1" lang="zh-CN" altLang="en-US" sz="2000" b="1">
              <a:solidFill>
                <a:srgbClr val="000000"/>
              </a:solidFill>
            </a:endParaRPr>
          </a:p>
        </p:txBody>
      </p:sp>
      <p:sp>
        <p:nvSpPr>
          <p:cNvPr id="297997" name="Rectangle 13"/>
          <p:cNvSpPr>
            <a:spLocks noChangeArrowheads="1"/>
          </p:cNvSpPr>
          <p:nvPr/>
        </p:nvSpPr>
        <p:spPr bwMode="auto">
          <a:xfrm>
            <a:off x="758826" y="3929062"/>
            <a:ext cx="76944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pPr>
            <a:r>
              <a:rPr lang="zh-CN" altLang="en-US" sz="2000" b="1">
                <a:solidFill>
                  <a:srgbClr val="000000"/>
                </a:solidFill>
                <a:latin typeface="宋体" panose="02010600030101010101" pitchFamily="2" charset="-122"/>
              </a:rPr>
              <a:t>传输层</a:t>
            </a:r>
            <a:endParaRPr lang="zh-CN" altLang="en-US" sz="2000" b="1">
              <a:solidFill>
                <a:srgbClr val="CCCCFF"/>
              </a:solidFill>
              <a:latin typeface="楷体_GB2312" pitchFamily="49" charset="-122"/>
              <a:ea typeface="楷体_GB2312" pitchFamily="49" charset="-122"/>
            </a:endParaRPr>
          </a:p>
        </p:txBody>
      </p:sp>
      <p:sp>
        <p:nvSpPr>
          <p:cNvPr id="297998" name="Rectangle 14"/>
          <p:cNvSpPr>
            <a:spLocks noChangeArrowheads="1"/>
          </p:cNvSpPr>
          <p:nvPr/>
        </p:nvSpPr>
        <p:spPr bwMode="auto">
          <a:xfrm>
            <a:off x="3000375" y="3983036"/>
            <a:ext cx="1028700" cy="1331913"/>
          </a:xfrm>
          <a:prstGeom prst="rect">
            <a:avLst/>
          </a:prstGeom>
          <a:solidFill>
            <a:srgbClr val="CCFF99"/>
          </a:solidFill>
          <a:ln w="17463">
            <a:solidFill>
              <a:srgbClr val="000000"/>
            </a:solidFill>
            <a:miter lim="800000"/>
            <a:headEnd/>
            <a:tailEnd/>
          </a:ln>
        </p:spPr>
        <p:txBody>
          <a:bodyPr/>
          <a:lstStyle/>
          <a:p>
            <a:pPr fontAlgn="base">
              <a:spcBef>
                <a:spcPct val="0"/>
              </a:spcBef>
              <a:spcAft>
                <a:spcPct val="0"/>
              </a:spcAft>
            </a:pPr>
            <a:r>
              <a:rPr kumimoji="1" lang="en-US" altLang="zh-CN" sz="2000" b="1" dirty="0">
                <a:solidFill>
                  <a:srgbClr val="000000"/>
                </a:solidFill>
              </a:rPr>
              <a:t>  IP</a:t>
            </a:r>
          </a:p>
          <a:p>
            <a:pPr fontAlgn="base">
              <a:spcBef>
                <a:spcPct val="0"/>
              </a:spcBef>
              <a:spcAft>
                <a:spcPct val="0"/>
              </a:spcAft>
            </a:pPr>
            <a:r>
              <a:rPr kumimoji="1" lang="en-US" altLang="zh-CN" sz="2000" b="1" dirty="0">
                <a:solidFill>
                  <a:srgbClr val="000000"/>
                </a:solidFill>
              </a:rPr>
              <a:t>ICMP</a:t>
            </a:r>
          </a:p>
          <a:p>
            <a:pPr fontAlgn="base">
              <a:spcBef>
                <a:spcPct val="0"/>
              </a:spcBef>
              <a:spcAft>
                <a:spcPct val="0"/>
              </a:spcAft>
            </a:pPr>
            <a:r>
              <a:rPr kumimoji="1" lang="en-US" altLang="zh-CN" sz="2000" b="1" dirty="0">
                <a:solidFill>
                  <a:srgbClr val="000000"/>
                </a:solidFill>
              </a:rPr>
              <a:t>ARP</a:t>
            </a:r>
          </a:p>
          <a:p>
            <a:pPr fontAlgn="base">
              <a:spcBef>
                <a:spcPct val="0"/>
              </a:spcBef>
              <a:spcAft>
                <a:spcPct val="0"/>
              </a:spcAft>
            </a:pPr>
            <a:r>
              <a:rPr kumimoji="1" lang="en-US" altLang="zh-CN" sz="2000" b="1" dirty="0">
                <a:solidFill>
                  <a:srgbClr val="000000"/>
                </a:solidFill>
              </a:rPr>
              <a:t>RARP</a:t>
            </a:r>
          </a:p>
        </p:txBody>
      </p:sp>
      <p:sp>
        <p:nvSpPr>
          <p:cNvPr id="297999" name="Text Box 15"/>
          <p:cNvSpPr txBox="1">
            <a:spLocks noChangeArrowheads="1"/>
          </p:cNvSpPr>
          <p:nvPr/>
        </p:nvSpPr>
        <p:spPr bwMode="auto">
          <a:xfrm>
            <a:off x="4371975" y="1732508"/>
            <a:ext cx="7219950"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fontAlgn="base">
              <a:spcBef>
                <a:spcPct val="0"/>
              </a:spcBef>
              <a:spcAft>
                <a:spcPct val="0"/>
              </a:spcAft>
              <a:buFont typeface="Arial" panose="020B0604020202020204" pitchFamily="34" charset="0"/>
              <a:buChar char="•"/>
            </a:pPr>
            <a:r>
              <a:rPr kumimoji="1" lang="en-US" altLang="zh-CN" sz="2400" b="1" dirty="0" smtClean="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IP</a:t>
            </a:r>
            <a:r>
              <a:rPr kumimoji="1" lang="zh-CN" altLang="en-US"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：对数据分组进行无连接的</a:t>
            </a:r>
            <a:r>
              <a:rPr kumimoji="1" lang="zh-CN" altLang="en-US" sz="2400" b="1" dirty="0" smtClean="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最佳传送路由选择</a:t>
            </a:r>
            <a:r>
              <a:rPr kumimoji="1" lang="zh-CN" altLang="en-US"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（即提供全网范围</a:t>
            </a:r>
            <a:r>
              <a:rPr kumimoji="1" lang="zh-CN" altLang="en-US" sz="2400" b="1" dirty="0" smtClean="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的寻址</a:t>
            </a:r>
            <a:r>
              <a:rPr kumimoji="1" lang="zh-CN" altLang="en-US" sz="24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功能）；</a:t>
            </a:r>
          </a:p>
          <a:p>
            <a:pPr marL="285750" indent="-285750" fontAlgn="base">
              <a:spcBef>
                <a:spcPct val="0"/>
              </a:spcBef>
              <a:spcAft>
                <a:spcPct val="0"/>
              </a:spcAft>
              <a:buFont typeface="Arial" panose="020B0604020202020204" pitchFamily="34" charset="0"/>
              <a:buChar char="•"/>
            </a:pPr>
            <a:endParaRPr kumimoji="1" lang="zh-CN" altLang="en-US" sz="2400"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endParaRPr>
          </a:p>
          <a:p>
            <a:pPr marL="285750" indent="-285750" fontAlgn="base">
              <a:spcBef>
                <a:spcPct val="0"/>
              </a:spcBef>
              <a:spcAft>
                <a:spcPct val="0"/>
              </a:spcAft>
              <a:buFont typeface="Arial" panose="020B0604020202020204" pitchFamily="34" charset="0"/>
              <a:buChar char="•"/>
            </a:pPr>
            <a:r>
              <a:rPr kumimoji="1" lang="en-US" altLang="zh-CN" sz="2400" b="1" dirty="0" smtClean="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ICMP</a:t>
            </a:r>
            <a:r>
              <a:rPr kumimoji="1" lang="zh-CN" altLang="en-US" sz="2400"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a:t>
            </a:r>
            <a:r>
              <a:rPr kumimoji="1" lang="en-US" altLang="zh-CN" sz="2400"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Internet Control </a:t>
            </a:r>
            <a:r>
              <a:rPr kumimoji="1" lang="en-US" altLang="zh-CN" sz="2400" b="1" dirty="0" err="1" smtClean="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MessageProtocol</a:t>
            </a:r>
            <a:r>
              <a:rPr kumimoji="1" lang="en-US" altLang="zh-CN" sz="2400"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a:t>
            </a:r>
            <a:r>
              <a:rPr kumimoji="1" lang="zh-CN" altLang="en-US" sz="2400"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 提供控制和传递消息</a:t>
            </a:r>
            <a:r>
              <a:rPr kumimoji="1" lang="zh-CN" altLang="en-US" sz="2400" b="1" dirty="0" smtClean="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的功能</a:t>
            </a:r>
            <a:r>
              <a:rPr kumimoji="1" lang="zh-CN" altLang="en-US" sz="2400"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（但通信时需用</a:t>
            </a:r>
            <a:r>
              <a:rPr kumimoji="1" lang="en-US" altLang="zh-CN" sz="2400"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IP</a:t>
            </a:r>
            <a:r>
              <a:rPr kumimoji="1" lang="zh-CN" altLang="en-US" sz="2400"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封装）；</a:t>
            </a:r>
          </a:p>
          <a:p>
            <a:pPr marL="285750" indent="-285750" fontAlgn="base">
              <a:spcBef>
                <a:spcPct val="0"/>
              </a:spcBef>
              <a:spcAft>
                <a:spcPct val="0"/>
              </a:spcAft>
              <a:buFont typeface="Arial" panose="020B0604020202020204" pitchFamily="34" charset="0"/>
              <a:buChar char="•"/>
            </a:pPr>
            <a:endParaRPr kumimoji="1" lang="zh-CN" altLang="en-US" sz="2400"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endParaRPr>
          </a:p>
          <a:p>
            <a:pPr marL="285750" indent="-285750" fontAlgn="base">
              <a:spcBef>
                <a:spcPct val="0"/>
              </a:spcBef>
              <a:spcAft>
                <a:spcPct val="0"/>
              </a:spcAft>
              <a:buFont typeface="Arial" panose="020B0604020202020204" pitchFamily="34" charset="0"/>
              <a:buChar char="•"/>
            </a:pPr>
            <a:r>
              <a:rPr kumimoji="1" lang="en-US" altLang="zh-CN" sz="2400" b="1" dirty="0" smtClean="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ARP</a:t>
            </a:r>
            <a:r>
              <a:rPr kumimoji="1" lang="zh-CN" altLang="en-US" sz="2400"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a:t>
            </a:r>
            <a:r>
              <a:rPr kumimoji="1" lang="en-US" altLang="zh-CN" sz="2400"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Address Resolution Protocol)</a:t>
            </a:r>
            <a:r>
              <a:rPr kumimoji="1" lang="zh-CN" altLang="en-US" sz="2400" b="1" dirty="0" smtClean="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：为</a:t>
            </a:r>
            <a:r>
              <a:rPr kumimoji="1" lang="zh-CN" altLang="en-US" sz="2400"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已知的</a:t>
            </a:r>
            <a:r>
              <a:rPr kumimoji="1" lang="en-US" altLang="zh-CN" sz="2400"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IP</a:t>
            </a:r>
            <a:r>
              <a:rPr kumimoji="1" lang="zh-CN" altLang="en-US" sz="2400"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地址确定网络接口层</a:t>
            </a:r>
            <a:r>
              <a:rPr kumimoji="1" lang="zh-CN" altLang="en-US" sz="2400" b="1" dirty="0" smtClean="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的</a:t>
            </a:r>
            <a:r>
              <a:rPr kumimoji="1" lang="en-US" altLang="zh-CN" sz="2400" b="1" dirty="0" smtClean="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MAC</a:t>
            </a:r>
            <a:r>
              <a:rPr kumimoji="1" lang="zh-CN" altLang="en-US" sz="2400"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地址；</a:t>
            </a:r>
          </a:p>
          <a:p>
            <a:pPr marL="285750" indent="-285750" fontAlgn="base">
              <a:spcBef>
                <a:spcPct val="0"/>
              </a:spcBef>
              <a:spcAft>
                <a:spcPct val="0"/>
              </a:spcAft>
              <a:buFont typeface="Arial" panose="020B0604020202020204" pitchFamily="34" charset="0"/>
              <a:buChar char="•"/>
            </a:pPr>
            <a:endParaRPr kumimoji="1" lang="zh-CN" altLang="en-US" sz="2400"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endParaRPr>
          </a:p>
          <a:p>
            <a:pPr marL="285750" indent="-285750" fontAlgn="base">
              <a:spcBef>
                <a:spcPct val="0"/>
              </a:spcBef>
              <a:spcAft>
                <a:spcPct val="0"/>
              </a:spcAft>
              <a:buFont typeface="Arial" panose="020B0604020202020204" pitchFamily="34" charset="0"/>
              <a:buChar char="•"/>
            </a:pPr>
            <a:r>
              <a:rPr kumimoji="1" lang="en-US" altLang="zh-CN" sz="2400" b="1" dirty="0" smtClean="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RARP</a:t>
            </a:r>
            <a:r>
              <a:rPr kumimoji="1" lang="zh-CN" altLang="en-US" sz="2400"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a:t>
            </a:r>
            <a:r>
              <a:rPr kumimoji="1" lang="en-US" altLang="zh-CN" sz="2400"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Reverse Address </a:t>
            </a:r>
            <a:r>
              <a:rPr kumimoji="1" lang="en-US" altLang="zh-CN" sz="2400" b="1" dirty="0" smtClean="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Resolution Protocol</a:t>
            </a:r>
            <a:r>
              <a:rPr kumimoji="1" lang="en-US" altLang="zh-CN" sz="2400"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 </a:t>
            </a:r>
            <a:r>
              <a:rPr kumimoji="1" lang="zh-CN" altLang="en-US" sz="2400"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：为已知的网络接口层</a:t>
            </a:r>
            <a:r>
              <a:rPr kumimoji="1" lang="en-US" altLang="zh-CN" sz="2400" b="1" dirty="0" smtClean="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MAC</a:t>
            </a:r>
            <a:r>
              <a:rPr kumimoji="1" lang="zh-CN" altLang="en-US" sz="2400" b="1" dirty="0" smtClean="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地址</a:t>
            </a:r>
            <a:r>
              <a:rPr kumimoji="1" lang="zh-CN" altLang="en-US" sz="2400"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确定对应的</a:t>
            </a:r>
            <a:r>
              <a:rPr kumimoji="1" lang="en-US" altLang="zh-CN" sz="2400"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IP</a:t>
            </a:r>
            <a:r>
              <a:rPr kumimoji="1" lang="zh-CN" altLang="en-US" sz="2400"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地址。</a:t>
            </a:r>
          </a:p>
        </p:txBody>
      </p:sp>
      <p:sp>
        <p:nvSpPr>
          <p:cNvPr id="2" name="标题 1"/>
          <p:cNvSpPr>
            <a:spLocks noGrp="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r>
              <a:rPr lang="en-US" altLang="zh-CN" dirty="0">
                <a:solidFill>
                  <a:schemeClr val="tx1"/>
                </a:solidFill>
                <a:latin typeface="Times New Roman" panose="02020603050405020304" pitchFamily="18" charset="0"/>
                <a:cs typeface="Times New Roman" panose="02020603050405020304" pitchFamily="18" charset="0"/>
              </a:rPr>
              <a:t>TCP/IP</a:t>
            </a:r>
            <a:r>
              <a:rPr lang="zh-CN" altLang="en-US" dirty="0">
                <a:solidFill>
                  <a:schemeClr val="tx1"/>
                </a:solidFill>
                <a:latin typeface="Times New Roman" panose="02020603050405020304" pitchFamily="18" charset="0"/>
                <a:cs typeface="Times New Roman" panose="02020603050405020304" pitchFamily="18" charset="0"/>
              </a:rPr>
              <a:t>网络层</a:t>
            </a:r>
          </a:p>
        </p:txBody>
      </p:sp>
    </p:spTree>
    <p:extLst>
      <p:ext uri="{BB962C8B-B14F-4D97-AF65-F5344CB8AC3E}">
        <p14:creationId xmlns:p14="http://schemas.microsoft.com/office/powerpoint/2010/main" val="226962655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69558" y="3008562"/>
            <a:ext cx="10058400" cy="858837"/>
          </a:xfrm>
        </p:spPr>
        <p:txBody>
          <a:bodyPr>
            <a:normAutofit/>
          </a:bodyPr>
          <a:lstStyle/>
          <a:p>
            <a:pPr algn="ctr"/>
            <a:r>
              <a:rPr lang="zh-CN" altLang="en-US" sz="4000" b="1" dirty="0" smtClean="0">
                <a:solidFill>
                  <a:srgbClr val="002060"/>
                </a:solidFill>
                <a:latin typeface="楷体" panose="02010609060101010101" pitchFamily="49" charset="-122"/>
                <a:ea typeface="楷体" panose="02010609060101010101" pitchFamily="49" charset="-122"/>
              </a:rPr>
              <a:t>网络数据与封装</a:t>
            </a:r>
            <a:endParaRPr lang="zh-CN" altLang="en-US" sz="4000" b="1" dirty="0">
              <a:solidFill>
                <a:srgbClr val="002060"/>
              </a:solidFill>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31889323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53828" y="1287869"/>
            <a:ext cx="5162258" cy="3586280"/>
          </a:xfrm>
          <a:prstGeom prst="rect">
            <a:avLst/>
          </a:prstGeom>
        </p:spPr>
      </p:pic>
      <p:sp>
        <p:nvSpPr>
          <p:cNvPr id="2" name="标题 1"/>
          <p:cNvSpPr>
            <a:spLocks noGrp="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r>
              <a:rPr lang="zh-CN" altLang="en-US" dirty="0" smtClean="0">
                <a:cs typeface="Times New Roman" panose="02020603050405020304" pitchFamily="18" charset="0"/>
              </a:rPr>
              <a:t>通信机制</a:t>
            </a:r>
            <a:endParaRPr lang="zh-CN" altLang="en-US" dirty="0">
              <a:cs typeface="Times New Roman" panose="02020603050405020304" pitchFamily="18" charset="0"/>
            </a:endParaRPr>
          </a:p>
        </p:txBody>
      </p:sp>
      <p:sp>
        <p:nvSpPr>
          <p:cNvPr id="3" name="内容占位符 2"/>
          <p:cNvSpPr>
            <a:spLocks noGrp="1"/>
          </p:cNvSpPr>
          <p:nvPr>
            <p:ph idx="4294967295"/>
          </p:nvPr>
        </p:nvSpPr>
        <p:spPr>
          <a:xfrm>
            <a:off x="166977" y="1372497"/>
            <a:ext cx="10515600" cy="1776412"/>
          </a:xfrm>
        </p:spPr>
        <p:txBody>
          <a:bodyPr/>
          <a:lstStyle/>
          <a:p>
            <a:pPr marL="458787" lvl="1" indent="-342900" fontAlgn="base">
              <a:lnSpc>
                <a:spcPct val="150000"/>
              </a:lnSpc>
              <a:spcBef>
                <a:spcPct val="20000"/>
              </a:spcBef>
              <a:spcAft>
                <a:spcPct val="0"/>
              </a:spcAft>
              <a:buClr>
                <a:srgbClr val="000054"/>
              </a:buClr>
              <a:buSzPct val="70000"/>
              <a:buFont typeface="Wingdings" panose="05000000000000000000" pitchFamily="2" charset="2"/>
              <a:buChar char="n"/>
            </a:pPr>
            <a:r>
              <a:rPr lang="zh-CN" altLang="en-US" sz="2400" b="1" dirty="0" smtClean="0">
                <a:solidFill>
                  <a:srgbClr val="000054"/>
                </a:solidFill>
                <a:effectLst/>
                <a:latin typeface="Times New Roman" panose="02020603050405020304" pitchFamily="18" charset="0"/>
                <a:ea typeface="楷体" panose="02010609060101010101" pitchFamily="49" charset="-122"/>
                <a:cs typeface="Times New Roman" panose="02020603050405020304" pitchFamily="18" charset="0"/>
              </a:rPr>
              <a:t>全新的设计思想与技术进步</a:t>
            </a:r>
            <a:endParaRPr lang="en-US" altLang="zh-CN" sz="2400" b="1" dirty="0" smtClean="0">
              <a:solidFill>
                <a:srgbClr val="000054"/>
              </a:solidFill>
              <a:effectLst/>
              <a:latin typeface="Times New Roman" panose="02020603050405020304" pitchFamily="18" charset="0"/>
              <a:ea typeface="楷体" panose="02010609060101010101" pitchFamily="49" charset="-122"/>
              <a:cs typeface="Times New Roman" panose="02020603050405020304" pitchFamily="18" charset="0"/>
            </a:endParaRPr>
          </a:p>
          <a:p>
            <a:pPr lvl="1" fontAlgn="base">
              <a:lnSpc>
                <a:spcPct val="100000"/>
              </a:lnSpc>
              <a:spcBef>
                <a:spcPct val="20000"/>
              </a:spcBef>
              <a:spcAft>
                <a:spcPct val="0"/>
              </a:spcAft>
              <a:buClr>
                <a:srgbClr val="000054"/>
              </a:buClr>
              <a:buSzPct val="70000"/>
              <a:buFont typeface="Arial" panose="020B0604020202020204" pitchFamily="34" charset="0"/>
              <a:buChar char="•"/>
            </a:pPr>
            <a:r>
              <a:rPr lang="zh-CN" altLang="en-US" sz="2400" b="1" dirty="0">
                <a:solidFill>
                  <a:srgbClr val="000054"/>
                </a:solidFill>
                <a:effectLst/>
                <a:latin typeface="Times New Roman" panose="02020603050405020304" pitchFamily="18" charset="0"/>
                <a:ea typeface="楷体" panose="02010609060101010101" pitchFamily="49" charset="-122"/>
                <a:cs typeface="Times New Roman" panose="02020603050405020304" pitchFamily="18" charset="0"/>
              </a:rPr>
              <a:t>分组交换（</a:t>
            </a:r>
            <a:r>
              <a:rPr lang="en-US" altLang="zh-CN" sz="2400" b="1" dirty="0">
                <a:solidFill>
                  <a:srgbClr val="000054"/>
                </a:solidFill>
                <a:effectLst/>
                <a:latin typeface="Times New Roman" panose="02020603050405020304" pitchFamily="18" charset="0"/>
                <a:ea typeface="楷体" panose="02010609060101010101" pitchFamily="49" charset="-122"/>
                <a:cs typeface="Times New Roman" panose="02020603050405020304" pitchFamily="18" charset="0"/>
              </a:rPr>
              <a:t>packet switching</a:t>
            </a:r>
            <a:r>
              <a:rPr lang="zh-CN" altLang="en-US" sz="2400" b="1" dirty="0">
                <a:solidFill>
                  <a:srgbClr val="000054"/>
                </a:solidFill>
                <a:effectLst/>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b="1" dirty="0">
              <a:solidFill>
                <a:srgbClr val="000054"/>
              </a:solidFill>
              <a:effectLst/>
              <a:latin typeface="Times New Roman" panose="02020603050405020304" pitchFamily="18" charset="0"/>
              <a:ea typeface="楷体" panose="02010609060101010101" pitchFamily="49" charset="-122"/>
              <a:cs typeface="Times New Roman" panose="02020603050405020304" pitchFamily="18" charset="0"/>
            </a:endParaRPr>
          </a:p>
          <a:p>
            <a:pPr lvl="1" fontAlgn="base">
              <a:lnSpc>
                <a:spcPct val="100000"/>
              </a:lnSpc>
              <a:spcBef>
                <a:spcPct val="20000"/>
              </a:spcBef>
              <a:spcAft>
                <a:spcPct val="0"/>
              </a:spcAft>
              <a:buClr>
                <a:srgbClr val="000054"/>
              </a:buClr>
              <a:buSzPct val="70000"/>
              <a:buFont typeface="Arial" panose="020B0604020202020204" pitchFamily="34" charset="0"/>
              <a:buChar char="•"/>
            </a:pPr>
            <a:r>
              <a:rPr lang="zh-CN" altLang="en-US" sz="2400" b="1" dirty="0">
                <a:solidFill>
                  <a:srgbClr val="000054"/>
                </a:solidFill>
                <a:effectLst/>
                <a:latin typeface="Times New Roman" panose="02020603050405020304" pitchFamily="18" charset="0"/>
                <a:ea typeface="楷体" panose="02010609060101010101" pitchFamily="49" charset="-122"/>
                <a:cs typeface="Times New Roman" panose="02020603050405020304" pitchFamily="18" charset="0"/>
              </a:rPr>
              <a:t>存储转发（</a:t>
            </a:r>
            <a:r>
              <a:rPr lang="en-US" altLang="zh-CN" sz="2400" b="1" dirty="0">
                <a:solidFill>
                  <a:srgbClr val="000054"/>
                </a:solidFill>
                <a:effectLst/>
                <a:latin typeface="Times New Roman" panose="02020603050405020304" pitchFamily="18" charset="0"/>
                <a:ea typeface="楷体" panose="02010609060101010101" pitchFamily="49" charset="-122"/>
                <a:cs typeface="Times New Roman" panose="02020603050405020304" pitchFamily="18" charset="0"/>
              </a:rPr>
              <a:t>store and forward</a:t>
            </a:r>
            <a:r>
              <a:rPr lang="zh-CN" altLang="en-US" sz="2400" b="1" dirty="0" smtClean="0">
                <a:solidFill>
                  <a:srgbClr val="000054"/>
                </a:solidFill>
                <a:effectLst/>
                <a:latin typeface="Times New Roman" panose="02020603050405020304" pitchFamily="18" charset="0"/>
                <a:ea typeface="楷体" panose="02010609060101010101" pitchFamily="49" charset="-122"/>
                <a:cs typeface="Times New Roman" panose="02020603050405020304" pitchFamily="18" charset="0"/>
              </a:rPr>
              <a:t>）</a:t>
            </a:r>
            <a:endParaRPr lang="zh-CN" altLang="en-US" sz="2400" b="1" dirty="0">
              <a:solidFill>
                <a:srgbClr val="000054"/>
              </a:solidFill>
              <a:effectLst/>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5077" y="3751779"/>
            <a:ext cx="6691820" cy="2823948"/>
          </a:xfrm>
          <a:prstGeom prst="rect">
            <a:avLst/>
          </a:prstGeom>
        </p:spPr>
      </p:pic>
    </p:spTree>
    <p:extLst>
      <p:ext uri="{BB962C8B-B14F-4D97-AF65-F5344CB8AC3E}">
        <p14:creationId xmlns:p14="http://schemas.microsoft.com/office/powerpoint/2010/main" val="92269918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6" name="Rectangle 4"/>
          <p:cNvSpPr>
            <a:spLocks noChangeArrowheads="1"/>
          </p:cNvSpPr>
          <p:nvPr/>
        </p:nvSpPr>
        <p:spPr bwMode="auto">
          <a:xfrm>
            <a:off x="1524000" y="3933826"/>
            <a:ext cx="9144000" cy="2924175"/>
          </a:xfrm>
          <a:prstGeom prst="rect">
            <a:avLst/>
          </a:prstGeom>
          <a:solidFill>
            <a:srgbClr val="00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zh-CN" altLang="en-US" sz="2400">
              <a:solidFill>
                <a:srgbClr val="000000"/>
              </a:solidFill>
            </a:endParaRPr>
          </a:p>
        </p:txBody>
      </p:sp>
      <p:grpSp>
        <p:nvGrpSpPr>
          <p:cNvPr id="38917" name="Group 5"/>
          <p:cNvGrpSpPr>
            <a:grpSpLocks/>
          </p:cNvGrpSpPr>
          <p:nvPr/>
        </p:nvGrpSpPr>
        <p:grpSpPr bwMode="auto">
          <a:xfrm>
            <a:off x="2528888" y="5170488"/>
            <a:ext cx="2305050" cy="1314450"/>
            <a:chOff x="633" y="3257"/>
            <a:chExt cx="1452" cy="828"/>
          </a:xfrm>
        </p:grpSpPr>
        <p:grpSp>
          <p:nvGrpSpPr>
            <p:cNvPr id="38918" name="Group 6"/>
            <p:cNvGrpSpPr>
              <a:grpSpLocks/>
            </p:cNvGrpSpPr>
            <p:nvPr/>
          </p:nvGrpSpPr>
          <p:grpSpPr bwMode="auto">
            <a:xfrm>
              <a:off x="633" y="3257"/>
              <a:ext cx="1447" cy="552"/>
              <a:chOff x="633" y="3257"/>
              <a:chExt cx="1447" cy="552"/>
            </a:xfrm>
          </p:grpSpPr>
          <p:sp>
            <p:nvSpPr>
              <p:cNvPr id="38919" name="AutoShape 7"/>
              <p:cNvSpPr>
                <a:spLocks noChangeArrowheads="1"/>
              </p:cNvSpPr>
              <p:nvPr/>
            </p:nvSpPr>
            <p:spPr bwMode="auto">
              <a:xfrm rot="-1546647">
                <a:off x="1383" y="3430"/>
                <a:ext cx="96" cy="288"/>
              </a:xfrm>
              <a:prstGeom prst="downArrow">
                <a:avLst>
                  <a:gd name="adj1" fmla="val 50000"/>
                  <a:gd name="adj2" fmla="val 75000"/>
                </a:avLst>
              </a:prstGeom>
              <a:solidFill>
                <a:srgbClr val="FF33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fontAlgn="base">
                  <a:spcBef>
                    <a:spcPct val="0"/>
                  </a:spcBef>
                  <a:spcAft>
                    <a:spcPct val="0"/>
                  </a:spcAft>
                </a:pPr>
                <a:endParaRPr kumimoji="1" lang="zh-CN" altLang="en-US" sz="2400">
                  <a:solidFill>
                    <a:srgbClr val="000000"/>
                  </a:solidFill>
                </a:endParaRPr>
              </a:p>
            </p:txBody>
          </p:sp>
          <p:sp>
            <p:nvSpPr>
              <p:cNvPr id="38920" name="Line 8"/>
              <p:cNvSpPr>
                <a:spLocks noChangeShapeType="1"/>
              </p:cNvSpPr>
              <p:nvPr/>
            </p:nvSpPr>
            <p:spPr bwMode="auto">
              <a:xfrm>
                <a:off x="633" y="3270"/>
                <a:ext cx="364" cy="534"/>
              </a:xfrm>
              <a:prstGeom prst="line">
                <a:avLst/>
              </a:prstGeom>
              <a:noFill/>
              <a:ln w="9525">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fontAlgn="base">
                  <a:spcBef>
                    <a:spcPct val="0"/>
                  </a:spcBef>
                  <a:spcAft>
                    <a:spcPct val="0"/>
                  </a:spcAft>
                </a:pPr>
                <a:endParaRPr kumimoji="1" lang="zh-CN" altLang="en-US" sz="2400">
                  <a:solidFill>
                    <a:srgbClr val="000000"/>
                  </a:solidFill>
                </a:endParaRPr>
              </a:p>
            </p:txBody>
          </p:sp>
          <p:sp>
            <p:nvSpPr>
              <p:cNvPr id="38921" name="Line 9"/>
              <p:cNvSpPr>
                <a:spLocks noChangeShapeType="1"/>
              </p:cNvSpPr>
              <p:nvPr/>
            </p:nvSpPr>
            <p:spPr bwMode="auto">
              <a:xfrm>
                <a:off x="1744" y="3257"/>
                <a:ext cx="336" cy="552"/>
              </a:xfrm>
              <a:prstGeom prst="line">
                <a:avLst/>
              </a:prstGeom>
              <a:noFill/>
              <a:ln w="9525">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fontAlgn="base">
                  <a:spcBef>
                    <a:spcPct val="0"/>
                  </a:spcBef>
                  <a:spcAft>
                    <a:spcPct val="0"/>
                  </a:spcAft>
                </a:pPr>
                <a:endParaRPr kumimoji="1" lang="zh-CN" altLang="en-US" sz="2400">
                  <a:solidFill>
                    <a:srgbClr val="000000"/>
                  </a:solidFill>
                </a:endParaRPr>
              </a:p>
            </p:txBody>
          </p:sp>
        </p:grpSp>
        <p:sp>
          <p:nvSpPr>
            <p:cNvPr id="38922" name="Rectangle 10"/>
            <p:cNvSpPr>
              <a:spLocks noChangeArrowheads="1"/>
            </p:cNvSpPr>
            <p:nvPr/>
          </p:nvSpPr>
          <p:spPr bwMode="auto">
            <a:xfrm>
              <a:off x="975" y="3797"/>
              <a:ext cx="1110" cy="288"/>
            </a:xfrm>
            <a:prstGeom prst="rect">
              <a:avLst/>
            </a:prstGeom>
            <a:solidFill>
              <a:srgbClr val="FFCCCC"/>
            </a:solidFill>
            <a:ln w="19050">
              <a:solidFill>
                <a:srgbClr val="000000"/>
              </a:solidFill>
              <a:miter lim="800000"/>
              <a:headEnd/>
              <a:tailEnd/>
            </a:ln>
            <a:effectLst>
              <a:outerShdw dist="17961" dir="2700000" algn="ctr" rotWithShape="0">
                <a:schemeClr val="tx1"/>
              </a:outerShdw>
            </a:effectLst>
          </p:spPr>
          <p:txBody>
            <a:bodyPr wrap="none" anchor="ctr"/>
            <a:lstStyle/>
            <a:p>
              <a:pPr algn="ctr" fontAlgn="base">
                <a:spcBef>
                  <a:spcPct val="0"/>
                </a:spcBef>
                <a:spcAft>
                  <a:spcPct val="0"/>
                </a:spcAft>
              </a:pPr>
              <a:r>
                <a:rPr kumimoji="1" lang="zh-CN" altLang="en-US">
                  <a:solidFill>
                    <a:srgbClr val="040000"/>
                  </a:solidFill>
                  <a:ea typeface="黑体" panose="02010609060101010101" pitchFamily="49" charset="-122"/>
                </a:rPr>
                <a:t>数    据</a:t>
              </a:r>
            </a:p>
          </p:txBody>
        </p:sp>
      </p:grpSp>
      <p:grpSp>
        <p:nvGrpSpPr>
          <p:cNvPr id="38923" name="Group 11"/>
          <p:cNvGrpSpPr>
            <a:grpSpLocks/>
          </p:cNvGrpSpPr>
          <p:nvPr/>
        </p:nvGrpSpPr>
        <p:grpSpPr bwMode="auto">
          <a:xfrm>
            <a:off x="4819650" y="5195888"/>
            <a:ext cx="2141538" cy="1289050"/>
            <a:chOff x="2076" y="3273"/>
            <a:chExt cx="1349" cy="812"/>
          </a:xfrm>
        </p:grpSpPr>
        <p:sp>
          <p:nvSpPr>
            <p:cNvPr id="38924" name="AutoShape 12"/>
            <p:cNvSpPr>
              <a:spLocks noChangeArrowheads="1"/>
            </p:cNvSpPr>
            <p:nvPr/>
          </p:nvSpPr>
          <p:spPr bwMode="auto">
            <a:xfrm rot="1356105">
              <a:off x="2744" y="3385"/>
              <a:ext cx="96" cy="288"/>
            </a:xfrm>
            <a:prstGeom prst="downArrow">
              <a:avLst>
                <a:gd name="adj1" fmla="val 50000"/>
                <a:gd name="adj2" fmla="val 75000"/>
              </a:avLst>
            </a:prstGeom>
            <a:solidFill>
              <a:srgbClr val="FF33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fontAlgn="base">
                <a:spcBef>
                  <a:spcPct val="0"/>
                </a:spcBef>
                <a:spcAft>
                  <a:spcPct val="0"/>
                </a:spcAft>
              </a:pPr>
              <a:endParaRPr kumimoji="1" lang="zh-CN" altLang="en-US" sz="2400">
                <a:solidFill>
                  <a:srgbClr val="000000"/>
                </a:solidFill>
              </a:endParaRPr>
            </a:p>
          </p:txBody>
        </p:sp>
        <p:sp>
          <p:nvSpPr>
            <p:cNvPr id="38925" name="Line 13"/>
            <p:cNvSpPr>
              <a:spLocks noChangeShapeType="1"/>
            </p:cNvSpPr>
            <p:nvPr/>
          </p:nvSpPr>
          <p:spPr bwMode="auto">
            <a:xfrm flipH="1">
              <a:off x="2076" y="3273"/>
              <a:ext cx="240" cy="528"/>
            </a:xfrm>
            <a:prstGeom prst="line">
              <a:avLst/>
            </a:prstGeom>
            <a:noFill/>
            <a:ln w="9525">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fontAlgn="base">
                <a:spcBef>
                  <a:spcPct val="0"/>
                </a:spcBef>
                <a:spcAft>
                  <a:spcPct val="0"/>
                </a:spcAft>
              </a:pPr>
              <a:endParaRPr kumimoji="1" lang="zh-CN" altLang="en-US" sz="2400">
                <a:solidFill>
                  <a:srgbClr val="000000"/>
                </a:solidFill>
              </a:endParaRPr>
            </a:p>
          </p:txBody>
        </p:sp>
        <p:sp>
          <p:nvSpPr>
            <p:cNvPr id="38926" name="Line 14"/>
            <p:cNvSpPr>
              <a:spLocks noChangeShapeType="1"/>
            </p:cNvSpPr>
            <p:nvPr/>
          </p:nvSpPr>
          <p:spPr bwMode="auto">
            <a:xfrm flipH="1">
              <a:off x="3185" y="3273"/>
              <a:ext cx="240" cy="528"/>
            </a:xfrm>
            <a:prstGeom prst="line">
              <a:avLst/>
            </a:prstGeom>
            <a:noFill/>
            <a:ln w="9525">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fontAlgn="base">
                <a:spcBef>
                  <a:spcPct val="0"/>
                </a:spcBef>
                <a:spcAft>
                  <a:spcPct val="0"/>
                </a:spcAft>
              </a:pPr>
              <a:endParaRPr kumimoji="1" lang="zh-CN" altLang="en-US" sz="2400">
                <a:solidFill>
                  <a:srgbClr val="000000"/>
                </a:solidFill>
              </a:endParaRPr>
            </a:p>
          </p:txBody>
        </p:sp>
        <p:sp>
          <p:nvSpPr>
            <p:cNvPr id="38927" name="Rectangle 15"/>
            <p:cNvSpPr>
              <a:spLocks noChangeArrowheads="1"/>
            </p:cNvSpPr>
            <p:nvPr/>
          </p:nvSpPr>
          <p:spPr bwMode="auto">
            <a:xfrm>
              <a:off x="2086" y="3797"/>
              <a:ext cx="1110" cy="288"/>
            </a:xfrm>
            <a:prstGeom prst="rect">
              <a:avLst/>
            </a:prstGeom>
            <a:solidFill>
              <a:srgbClr val="FFCCCC"/>
            </a:solidFill>
            <a:ln w="19050">
              <a:solidFill>
                <a:srgbClr val="000000"/>
              </a:solidFill>
              <a:miter lim="800000"/>
              <a:headEnd/>
              <a:tailEnd/>
            </a:ln>
            <a:effectLst>
              <a:outerShdw dist="17961" dir="2700000" algn="ctr" rotWithShape="0">
                <a:schemeClr val="tx1"/>
              </a:outerShdw>
            </a:effectLst>
          </p:spPr>
          <p:txBody>
            <a:bodyPr wrap="none" anchor="ctr"/>
            <a:lstStyle/>
            <a:p>
              <a:pPr algn="ctr" fontAlgn="base">
                <a:spcBef>
                  <a:spcPct val="0"/>
                </a:spcBef>
                <a:spcAft>
                  <a:spcPct val="0"/>
                </a:spcAft>
              </a:pPr>
              <a:r>
                <a:rPr kumimoji="1" lang="zh-CN" altLang="en-US">
                  <a:solidFill>
                    <a:srgbClr val="040000"/>
                  </a:solidFill>
                  <a:ea typeface="黑体" panose="02010609060101010101" pitchFamily="49" charset="-122"/>
                </a:rPr>
                <a:t>数    据</a:t>
              </a:r>
            </a:p>
          </p:txBody>
        </p:sp>
      </p:grpSp>
      <p:grpSp>
        <p:nvGrpSpPr>
          <p:cNvPr id="38928" name="Group 16"/>
          <p:cNvGrpSpPr>
            <a:grpSpLocks/>
          </p:cNvGrpSpPr>
          <p:nvPr/>
        </p:nvGrpSpPr>
        <p:grpSpPr bwMode="auto">
          <a:xfrm>
            <a:off x="6588126" y="5186364"/>
            <a:ext cx="2968625" cy="1298575"/>
            <a:chOff x="3190" y="3267"/>
            <a:chExt cx="1870" cy="818"/>
          </a:xfrm>
        </p:grpSpPr>
        <p:sp>
          <p:nvSpPr>
            <p:cNvPr id="38929" name="AutoShape 17"/>
            <p:cNvSpPr>
              <a:spLocks noChangeArrowheads="1"/>
            </p:cNvSpPr>
            <p:nvPr/>
          </p:nvSpPr>
          <p:spPr bwMode="auto">
            <a:xfrm rot="3331918">
              <a:off x="4019" y="3379"/>
              <a:ext cx="96" cy="288"/>
            </a:xfrm>
            <a:prstGeom prst="downArrow">
              <a:avLst>
                <a:gd name="adj1" fmla="val 50000"/>
                <a:gd name="adj2" fmla="val 75000"/>
              </a:avLst>
            </a:prstGeom>
            <a:solidFill>
              <a:srgbClr val="FF33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fontAlgn="base">
                <a:spcBef>
                  <a:spcPct val="0"/>
                </a:spcBef>
                <a:spcAft>
                  <a:spcPct val="0"/>
                </a:spcAft>
              </a:pPr>
              <a:endParaRPr kumimoji="1" lang="zh-CN" altLang="en-US" sz="2400">
                <a:solidFill>
                  <a:srgbClr val="000000"/>
                </a:solidFill>
              </a:endParaRPr>
            </a:p>
          </p:txBody>
        </p:sp>
        <p:sp>
          <p:nvSpPr>
            <p:cNvPr id="38930" name="Line 18"/>
            <p:cNvSpPr>
              <a:spLocks noChangeShapeType="1"/>
            </p:cNvSpPr>
            <p:nvPr/>
          </p:nvSpPr>
          <p:spPr bwMode="auto">
            <a:xfrm flipH="1">
              <a:off x="3190" y="3267"/>
              <a:ext cx="768" cy="528"/>
            </a:xfrm>
            <a:prstGeom prst="line">
              <a:avLst/>
            </a:prstGeom>
            <a:noFill/>
            <a:ln w="9525">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fontAlgn="base">
                <a:spcBef>
                  <a:spcPct val="0"/>
                </a:spcBef>
                <a:spcAft>
                  <a:spcPct val="0"/>
                </a:spcAft>
              </a:pPr>
              <a:endParaRPr kumimoji="1" lang="zh-CN" altLang="en-US" sz="2400">
                <a:solidFill>
                  <a:srgbClr val="000000"/>
                </a:solidFill>
              </a:endParaRPr>
            </a:p>
          </p:txBody>
        </p:sp>
        <p:sp>
          <p:nvSpPr>
            <p:cNvPr id="38931" name="Line 19"/>
            <p:cNvSpPr>
              <a:spLocks noChangeShapeType="1"/>
            </p:cNvSpPr>
            <p:nvPr/>
          </p:nvSpPr>
          <p:spPr bwMode="auto">
            <a:xfrm flipH="1">
              <a:off x="4302" y="3272"/>
              <a:ext cx="758" cy="531"/>
            </a:xfrm>
            <a:prstGeom prst="line">
              <a:avLst/>
            </a:prstGeom>
            <a:noFill/>
            <a:ln w="9525">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fontAlgn="base">
                <a:spcBef>
                  <a:spcPct val="0"/>
                </a:spcBef>
                <a:spcAft>
                  <a:spcPct val="0"/>
                </a:spcAft>
              </a:pPr>
              <a:endParaRPr kumimoji="1" lang="zh-CN" altLang="en-US" sz="2400">
                <a:solidFill>
                  <a:srgbClr val="000000"/>
                </a:solidFill>
              </a:endParaRPr>
            </a:p>
          </p:txBody>
        </p:sp>
        <p:sp>
          <p:nvSpPr>
            <p:cNvPr id="38932" name="Rectangle 20"/>
            <p:cNvSpPr>
              <a:spLocks noChangeArrowheads="1"/>
            </p:cNvSpPr>
            <p:nvPr/>
          </p:nvSpPr>
          <p:spPr bwMode="auto">
            <a:xfrm>
              <a:off x="3198" y="3797"/>
              <a:ext cx="1110" cy="288"/>
            </a:xfrm>
            <a:prstGeom prst="rect">
              <a:avLst/>
            </a:prstGeom>
            <a:solidFill>
              <a:srgbClr val="FFCCCC"/>
            </a:solidFill>
            <a:ln w="19050">
              <a:solidFill>
                <a:srgbClr val="000000"/>
              </a:solidFill>
              <a:miter lim="800000"/>
              <a:headEnd/>
              <a:tailEnd/>
            </a:ln>
            <a:effectLst>
              <a:outerShdw dist="17961" dir="2700000" algn="ctr" rotWithShape="0">
                <a:schemeClr val="tx1"/>
              </a:outerShdw>
            </a:effectLst>
          </p:spPr>
          <p:txBody>
            <a:bodyPr wrap="none" anchor="ctr"/>
            <a:lstStyle/>
            <a:p>
              <a:pPr algn="ctr" fontAlgn="base">
                <a:spcBef>
                  <a:spcPct val="0"/>
                </a:spcBef>
                <a:spcAft>
                  <a:spcPct val="0"/>
                </a:spcAft>
              </a:pPr>
              <a:r>
                <a:rPr kumimoji="1" lang="zh-CN" altLang="en-US">
                  <a:solidFill>
                    <a:srgbClr val="040000"/>
                  </a:solidFill>
                  <a:ea typeface="黑体" panose="02010609060101010101" pitchFamily="49" charset="-122"/>
                </a:rPr>
                <a:t>数    据</a:t>
              </a:r>
            </a:p>
          </p:txBody>
        </p:sp>
      </p:grpSp>
      <p:sp>
        <p:nvSpPr>
          <p:cNvPr id="38933" name="Rectangle 21"/>
          <p:cNvSpPr>
            <a:spLocks noChangeArrowheads="1"/>
          </p:cNvSpPr>
          <p:nvPr/>
        </p:nvSpPr>
        <p:spPr bwMode="auto">
          <a:xfrm>
            <a:off x="1600200" y="0"/>
            <a:ext cx="2438400" cy="1066800"/>
          </a:xfrm>
          <a:prstGeom prst="rect">
            <a:avLst/>
          </a:prstGeom>
          <a:gradFill rotWithShape="0">
            <a:gsLst>
              <a:gs pos="0">
                <a:srgbClr val="0099FF"/>
              </a:gs>
              <a:gs pos="100000">
                <a:srgbClr val="0099FF">
                  <a:gamma/>
                  <a:shade val="46275"/>
                  <a:invGamma/>
                </a:srgbClr>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r>
              <a:rPr kumimoji="1" lang="zh-CN" altLang="en-US" sz="4400">
                <a:solidFill>
                  <a:srgbClr val="FFFF00"/>
                </a:solidFill>
                <a:effectLst>
                  <a:outerShdw blurRad="38100" dist="38100" dir="2700000" algn="tl">
                    <a:srgbClr val="000000"/>
                  </a:outerShdw>
                </a:effectLst>
                <a:ea typeface="黑体" panose="02010609060101010101" pitchFamily="49" charset="-122"/>
              </a:rPr>
              <a:t>分组交换</a:t>
            </a:r>
          </a:p>
        </p:txBody>
      </p:sp>
      <p:sp>
        <p:nvSpPr>
          <p:cNvPr id="38934" name="Rectangle 22"/>
          <p:cNvSpPr>
            <a:spLocks noChangeArrowheads="1"/>
          </p:cNvSpPr>
          <p:nvPr/>
        </p:nvSpPr>
        <p:spPr bwMode="auto">
          <a:xfrm>
            <a:off x="5410200" y="1"/>
            <a:ext cx="5257800" cy="1235075"/>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zh-CN" altLang="en-US" sz="2400">
              <a:solidFill>
                <a:srgbClr val="000000"/>
              </a:solidFill>
            </a:endParaRPr>
          </a:p>
        </p:txBody>
      </p:sp>
      <p:sp>
        <p:nvSpPr>
          <p:cNvPr id="38935" name="Text Box 23"/>
          <p:cNvSpPr txBox="1">
            <a:spLocks noChangeArrowheads="1"/>
          </p:cNvSpPr>
          <p:nvPr/>
        </p:nvSpPr>
        <p:spPr bwMode="auto">
          <a:xfrm>
            <a:off x="5159376" y="1"/>
            <a:ext cx="5508625" cy="1190625"/>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buFont typeface="Wingdings" panose="05000000000000000000" pitchFamily="2" charset="2"/>
              <a:buChar char="F"/>
            </a:pPr>
            <a:r>
              <a:rPr kumimoji="1" lang="en-US" altLang="zh-CN">
                <a:solidFill>
                  <a:srgbClr val="040000"/>
                </a:solidFill>
                <a:ea typeface="黑体" panose="02010609060101010101" pitchFamily="49" charset="-122"/>
              </a:rPr>
              <a:t>  </a:t>
            </a:r>
            <a:r>
              <a:rPr kumimoji="1" lang="zh-CN" altLang="en-US">
                <a:solidFill>
                  <a:srgbClr val="040000"/>
                </a:solidFill>
                <a:ea typeface="黑体" panose="02010609060101010101" pitchFamily="49" charset="-122"/>
              </a:rPr>
              <a:t>在发送端</a:t>
            </a:r>
            <a:r>
              <a:rPr kumimoji="1" lang="zh-CN" altLang="en-US">
                <a:solidFill>
                  <a:srgbClr val="040000"/>
                </a:solidFill>
                <a:latin typeface="黑体" panose="02010609060101010101" pitchFamily="49" charset="-122"/>
                <a:ea typeface="黑体" panose="02010609060101010101" pitchFamily="49" charset="-122"/>
              </a:rPr>
              <a:t>把要发送的报文分隔为较短的数据块</a:t>
            </a:r>
          </a:p>
          <a:p>
            <a:pPr fontAlgn="base">
              <a:spcBef>
                <a:spcPct val="0"/>
              </a:spcBef>
              <a:spcAft>
                <a:spcPct val="0"/>
              </a:spcAft>
              <a:buFont typeface="Wingdings" panose="05000000000000000000" pitchFamily="2" charset="2"/>
              <a:buChar char="F"/>
            </a:pPr>
            <a:r>
              <a:rPr kumimoji="1" lang="zh-CN" altLang="en-US">
                <a:solidFill>
                  <a:srgbClr val="040000"/>
                </a:solidFill>
                <a:latin typeface="黑体" panose="02010609060101010101" pitchFamily="49" charset="-122"/>
                <a:ea typeface="黑体" panose="02010609060101010101" pitchFamily="49" charset="-122"/>
              </a:rPr>
              <a:t> 每个块增加带有控制信息的首部构成分组（包）</a:t>
            </a:r>
          </a:p>
          <a:p>
            <a:pPr fontAlgn="base">
              <a:spcBef>
                <a:spcPct val="0"/>
              </a:spcBef>
              <a:spcAft>
                <a:spcPct val="0"/>
              </a:spcAft>
              <a:buFont typeface="Wingdings" panose="05000000000000000000" pitchFamily="2" charset="2"/>
              <a:buChar char="F"/>
            </a:pPr>
            <a:r>
              <a:rPr kumimoji="1" lang="zh-CN" altLang="en-US">
                <a:solidFill>
                  <a:srgbClr val="040000"/>
                </a:solidFill>
                <a:latin typeface="黑体" panose="02010609060101010101" pitchFamily="49" charset="-122"/>
                <a:ea typeface="黑体" panose="02010609060101010101" pitchFamily="49" charset="-122"/>
              </a:rPr>
              <a:t> 依次把各分组发送到接收端</a:t>
            </a:r>
          </a:p>
          <a:p>
            <a:pPr fontAlgn="base">
              <a:spcBef>
                <a:spcPct val="0"/>
              </a:spcBef>
              <a:spcAft>
                <a:spcPct val="0"/>
              </a:spcAft>
              <a:buFont typeface="Wingdings" panose="05000000000000000000" pitchFamily="2" charset="2"/>
              <a:buChar char="F"/>
            </a:pPr>
            <a:r>
              <a:rPr kumimoji="1" lang="zh-CN" altLang="en-US">
                <a:solidFill>
                  <a:srgbClr val="040000"/>
                </a:solidFill>
                <a:latin typeface="黑体" panose="02010609060101010101" pitchFamily="49" charset="-122"/>
                <a:ea typeface="黑体" panose="02010609060101010101" pitchFamily="49" charset="-122"/>
              </a:rPr>
              <a:t> 接收端剥去首部，抽出数据部分，还原成报文</a:t>
            </a:r>
          </a:p>
        </p:txBody>
      </p:sp>
      <p:grpSp>
        <p:nvGrpSpPr>
          <p:cNvPr id="38936" name="Group 24"/>
          <p:cNvGrpSpPr>
            <a:grpSpLocks/>
          </p:cNvGrpSpPr>
          <p:nvPr/>
        </p:nvGrpSpPr>
        <p:grpSpPr bwMode="auto">
          <a:xfrm>
            <a:off x="2533650" y="2060576"/>
            <a:ext cx="2279650" cy="1223963"/>
            <a:chOff x="636" y="1298"/>
            <a:chExt cx="1436" cy="771"/>
          </a:xfrm>
        </p:grpSpPr>
        <p:sp>
          <p:nvSpPr>
            <p:cNvPr id="38937" name="Line 25"/>
            <p:cNvSpPr>
              <a:spLocks noChangeShapeType="1"/>
            </p:cNvSpPr>
            <p:nvPr/>
          </p:nvSpPr>
          <p:spPr bwMode="auto">
            <a:xfrm flipH="1">
              <a:off x="648" y="1298"/>
              <a:ext cx="327" cy="478"/>
            </a:xfrm>
            <a:prstGeom prst="line">
              <a:avLst/>
            </a:prstGeom>
            <a:noFill/>
            <a:ln w="9525">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zh-CN" altLang="en-US" sz="2400">
                <a:solidFill>
                  <a:srgbClr val="000000"/>
                </a:solidFill>
              </a:endParaRPr>
            </a:p>
          </p:txBody>
        </p:sp>
        <p:sp>
          <p:nvSpPr>
            <p:cNvPr id="38938" name="Line 26"/>
            <p:cNvSpPr>
              <a:spLocks noChangeShapeType="1"/>
            </p:cNvSpPr>
            <p:nvPr/>
          </p:nvSpPr>
          <p:spPr bwMode="auto">
            <a:xfrm flipH="1">
              <a:off x="1752" y="1328"/>
              <a:ext cx="320" cy="440"/>
            </a:xfrm>
            <a:prstGeom prst="line">
              <a:avLst/>
            </a:prstGeom>
            <a:noFill/>
            <a:ln w="9525">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zh-CN" altLang="en-US" sz="2400">
                <a:solidFill>
                  <a:srgbClr val="000000"/>
                </a:solidFill>
              </a:endParaRPr>
            </a:p>
          </p:txBody>
        </p:sp>
        <p:sp>
          <p:nvSpPr>
            <p:cNvPr id="38939" name="AutoShape 27"/>
            <p:cNvSpPr>
              <a:spLocks noChangeArrowheads="1"/>
            </p:cNvSpPr>
            <p:nvPr/>
          </p:nvSpPr>
          <p:spPr bwMode="auto">
            <a:xfrm rot="2051630">
              <a:off x="1293" y="1389"/>
              <a:ext cx="96" cy="288"/>
            </a:xfrm>
            <a:prstGeom prst="downArrow">
              <a:avLst>
                <a:gd name="adj1" fmla="val 50000"/>
                <a:gd name="adj2" fmla="val 75000"/>
              </a:avLst>
            </a:prstGeom>
            <a:solidFill>
              <a:schemeClr val="hlink"/>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fontAlgn="base">
                <a:spcBef>
                  <a:spcPct val="0"/>
                </a:spcBef>
                <a:spcAft>
                  <a:spcPct val="0"/>
                </a:spcAft>
              </a:pPr>
              <a:endParaRPr kumimoji="1" lang="zh-CN" altLang="en-US" sz="2400">
                <a:solidFill>
                  <a:srgbClr val="000000"/>
                </a:solidFill>
              </a:endParaRPr>
            </a:p>
          </p:txBody>
        </p:sp>
        <p:sp>
          <p:nvSpPr>
            <p:cNvPr id="38940" name="Rectangle 28"/>
            <p:cNvSpPr>
              <a:spLocks noChangeArrowheads="1"/>
            </p:cNvSpPr>
            <p:nvPr/>
          </p:nvSpPr>
          <p:spPr bwMode="auto">
            <a:xfrm>
              <a:off x="636" y="1781"/>
              <a:ext cx="1110" cy="288"/>
            </a:xfrm>
            <a:prstGeom prst="rect">
              <a:avLst/>
            </a:prstGeom>
            <a:solidFill>
              <a:srgbClr val="FFCCCC"/>
            </a:solidFill>
            <a:ln w="19050">
              <a:solidFill>
                <a:srgbClr val="000000"/>
              </a:solidFill>
              <a:miter lim="800000"/>
              <a:headEnd/>
              <a:tailEnd/>
            </a:ln>
            <a:effectLst>
              <a:outerShdw dist="17961" dir="2700000" algn="ctr" rotWithShape="0">
                <a:schemeClr val="tx1"/>
              </a:outerShdw>
            </a:effectLst>
          </p:spPr>
          <p:txBody>
            <a:bodyPr wrap="none" anchor="ctr"/>
            <a:lstStyle/>
            <a:p>
              <a:pPr algn="ctr" fontAlgn="base">
                <a:spcBef>
                  <a:spcPct val="0"/>
                </a:spcBef>
                <a:spcAft>
                  <a:spcPct val="0"/>
                </a:spcAft>
              </a:pPr>
              <a:r>
                <a:rPr kumimoji="1" lang="zh-CN" altLang="en-US">
                  <a:solidFill>
                    <a:srgbClr val="040000"/>
                  </a:solidFill>
                  <a:ea typeface="黑体" panose="02010609060101010101" pitchFamily="49" charset="-122"/>
                </a:rPr>
                <a:t>数    据</a:t>
              </a:r>
            </a:p>
          </p:txBody>
        </p:sp>
      </p:grpSp>
      <p:grpSp>
        <p:nvGrpSpPr>
          <p:cNvPr id="38941" name="Group 29"/>
          <p:cNvGrpSpPr>
            <a:grpSpLocks/>
          </p:cNvGrpSpPr>
          <p:nvPr/>
        </p:nvGrpSpPr>
        <p:grpSpPr bwMode="auto">
          <a:xfrm>
            <a:off x="2519363" y="3359151"/>
            <a:ext cx="2362200" cy="366713"/>
            <a:chOff x="627" y="2116"/>
            <a:chExt cx="1488" cy="231"/>
          </a:xfrm>
        </p:grpSpPr>
        <p:sp>
          <p:nvSpPr>
            <p:cNvPr id="38942" name="Line 30"/>
            <p:cNvSpPr>
              <a:spLocks noChangeShapeType="1"/>
            </p:cNvSpPr>
            <p:nvPr/>
          </p:nvSpPr>
          <p:spPr bwMode="auto">
            <a:xfrm>
              <a:off x="627" y="2223"/>
              <a:ext cx="1488" cy="0"/>
            </a:xfrm>
            <a:prstGeom prst="line">
              <a:avLst/>
            </a:prstGeom>
            <a:noFill/>
            <a:ln w="9525">
              <a:solidFill>
                <a:srgbClr val="0000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zh-CN" altLang="en-US" sz="2400">
                <a:solidFill>
                  <a:srgbClr val="000000"/>
                </a:solidFill>
              </a:endParaRPr>
            </a:p>
          </p:txBody>
        </p:sp>
        <p:sp>
          <p:nvSpPr>
            <p:cNvPr id="38943" name="Text Box 31"/>
            <p:cNvSpPr txBox="1">
              <a:spLocks noChangeArrowheads="1"/>
            </p:cNvSpPr>
            <p:nvPr/>
          </p:nvSpPr>
          <p:spPr bwMode="auto">
            <a:xfrm>
              <a:off x="1066" y="2116"/>
              <a:ext cx="404" cy="231"/>
            </a:xfrm>
            <a:prstGeom prst="rect">
              <a:avLst/>
            </a:prstGeom>
            <a:solidFill>
              <a:srgbClr val="CCE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a:solidFill>
                    <a:srgbClr val="040000"/>
                  </a:solidFill>
                  <a:ea typeface="黑体" panose="02010609060101010101" pitchFamily="49" charset="-122"/>
                </a:rPr>
                <a:t>分组</a:t>
              </a:r>
            </a:p>
          </p:txBody>
        </p:sp>
      </p:grpSp>
      <p:grpSp>
        <p:nvGrpSpPr>
          <p:cNvPr id="38944" name="Group 32"/>
          <p:cNvGrpSpPr>
            <a:grpSpLocks/>
          </p:cNvGrpSpPr>
          <p:nvPr/>
        </p:nvGrpSpPr>
        <p:grpSpPr bwMode="auto">
          <a:xfrm>
            <a:off x="1524001" y="1258888"/>
            <a:ext cx="6805613" cy="1331912"/>
            <a:chOff x="0" y="793"/>
            <a:chExt cx="4287" cy="839"/>
          </a:xfrm>
        </p:grpSpPr>
        <p:sp>
          <p:nvSpPr>
            <p:cNvPr id="38945" name="Line 33"/>
            <p:cNvSpPr>
              <a:spLocks noChangeShapeType="1"/>
            </p:cNvSpPr>
            <p:nvPr/>
          </p:nvSpPr>
          <p:spPr bwMode="auto">
            <a:xfrm>
              <a:off x="973" y="910"/>
              <a:ext cx="3312" cy="0"/>
            </a:xfrm>
            <a:prstGeom prst="line">
              <a:avLst/>
            </a:prstGeom>
            <a:noFill/>
            <a:ln w="9525">
              <a:solidFill>
                <a:srgbClr val="0000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zh-CN" altLang="en-US" sz="2400">
                <a:solidFill>
                  <a:srgbClr val="000000"/>
                </a:solidFill>
              </a:endParaRPr>
            </a:p>
          </p:txBody>
        </p:sp>
        <p:sp>
          <p:nvSpPr>
            <p:cNvPr id="38946" name="Rectangle 34"/>
            <p:cNvSpPr>
              <a:spLocks noChangeArrowheads="1"/>
            </p:cNvSpPr>
            <p:nvPr/>
          </p:nvSpPr>
          <p:spPr bwMode="auto">
            <a:xfrm>
              <a:off x="975" y="1026"/>
              <a:ext cx="3312" cy="288"/>
            </a:xfrm>
            <a:prstGeom prst="rect">
              <a:avLst/>
            </a:prstGeom>
            <a:solidFill>
              <a:srgbClr val="FFCCCC"/>
            </a:solidFill>
            <a:ln w="19050">
              <a:solidFill>
                <a:srgbClr val="000000"/>
              </a:solidFill>
              <a:miter lim="800000"/>
              <a:headEnd/>
              <a:tailEnd/>
            </a:ln>
            <a:effectLst>
              <a:outerShdw dist="17961" dir="2700000" algn="ctr" rotWithShape="0">
                <a:schemeClr val="tx1"/>
              </a:outerShdw>
            </a:effectLst>
          </p:spPr>
          <p:txBody>
            <a:bodyPr wrap="none" anchor="ctr"/>
            <a:lstStyle/>
            <a:p>
              <a:pPr algn="ctr" fontAlgn="base">
                <a:spcBef>
                  <a:spcPct val="0"/>
                </a:spcBef>
                <a:spcAft>
                  <a:spcPct val="0"/>
                </a:spcAft>
              </a:pPr>
              <a:r>
                <a:rPr kumimoji="1" lang="en-US" altLang="zh-CN" sz="2000">
                  <a:solidFill>
                    <a:srgbClr val="000000"/>
                  </a:solidFill>
                  <a:effectLst>
                    <a:outerShdw blurRad="38100" dist="38100" dir="2700000" algn="tl">
                      <a:srgbClr val="FFFFFF"/>
                    </a:outerShdw>
                  </a:effectLst>
                  <a:latin typeface="Tahoma" panose="020B0604030504040204" pitchFamily="34" charset="0"/>
                  <a:ea typeface="黑体" panose="02010609060101010101" pitchFamily="49" charset="-122"/>
                </a:rPr>
                <a:t>11010011101 •</a:t>
              </a:r>
              <a:r>
                <a:rPr kumimoji="1" lang="en-US" altLang="zh-CN" sz="800">
                  <a:solidFill>
                    <a:srgbClr val="000000"/>
                  </a:solidFill>
                  <a:effectLst>
                    <a:outerShdw blurRad="38100" dist="38100" dir="2700000" algn="tl">
                      <a:srgbClr val="FFFFFF"/>
                    </a:outerShdw>
                  </a:effectLst>
                  <a:latin typeface="Tahoma" panose="020B0604030504040204" pitchFamily="34" charset="0"/>
                  <a:ea typeface="黑体" panose="02010609060101010101" pitchFamily="49" charset="-122"/>
                </a:rPr>
                <a:t> </a:t>
              </a:r>
              <a:r>
                <a:rPr kumimoji="1" lang="en-US" altLang="zh-CN" sz="2000">
                  <a:solidFill>
                    <a:srgbClr val="000000"/>
                  </a:solidFill>
                  <a:effectLst>
                    <a:outerShdw blurRad="38100" dist="38100" dir="2700000" algn="tl">
                      <a:srgbClr val="FFFFFF"/>
                    </a:outerShdw>
                  </a:effectLst>
                  <a:latin typeface="Tahoma" panose="020B0604030504040204" pitchFamily="34" charset="0"/>
                  <a:ea typeface="黑体" panose="02010609060101010101" pitchFamily="49" charset="-122"/>
                </a:rPr>
                <a:t> • • • • • • •   00101001110</a:t>
              </a:r>
            </a:p>
          </p:txBody>
        </p:sp>
        <p:sp>
          <p:nvSpPr>
            <p:cNvPr id="38947" name="Line 35"/>
            <p:cNvSpPr>
              <a:spLocks noChangeShapeType="1"/>
            </p:cNvSpPr>
            <p:nvPr/>
          </p:nvSpPr>
          <p:spPr bwMode="auto">
            <a:xfrm>
              <a:off x="2079" y="1026"/>
              <a:ext cx="0" cy="28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zh-CN" altLang="en-US" sz="2400">
                <a:solidFill>
                  <a:srgbClr val="000000"/>
                </a:solidFill>
              </a:endParaRPr>
            </a:p>
          </p:txBody>
        </p:sp>
        <p:sp>
          <p:nvSpPr>
            <p:cNvPr id="38948" name="Line 36"/>
            <p:cNvSpPr>
              <a:spLocks noChangeShapeType="1"/>
            </p:cNvSpPr>
            <p:nvPr/>
          </p:nvSpPr>
          <p:spPr bwMode="auto">
            <a:xfrm>
              <a:off x="3183" y="1026"/>
              <a:ext cx="0" cy="28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zh-CN" altLang="en-US" sz="2400">
                <a:solidFill>
                  <a:srgbClr val="000000"/>
                </a:solidFill>
              </a:endParaRPr>
            </a:p>
          </p:txBody>
        </p:sp>
        <p:sp>
          <p:nvSpPr>
            <p:cNvPr id="38949" name="Text Box 37"/>
            <p:cNvSpPr txBox="1">
              <a:spLocks noChangeArrowheads="1"/>
            </p:cNvSpPr>
            <p:nvPr/>
          </p:nvSpPr>
          <p:spPr bwMode="auto">
            <a:xfrm>
              <a:off x="2393" y="793"/>
              <a:ext cx="404" cy="231"/>
            </a:xfrm>
            <a:prstGeom prst="rect">
              <a:avLst/>
            </a:prstGeom>
            <a:solidFill>
              <a:srgbClr val="CCE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a:solidFill>
                    <a:srgbClr val="040000"/>
                  </a:solidFill>
                  <a:ea typeface="黑体" panose="02010609060101010101" pitchFamily="49" charset="-122"/>
                </a:rPr>
                <a:t>报文</a:t>
              </a:r>
            </a:p>
          </p:txBody>
        </p:sp>
        <p:sp>
          <p:nvSpPr>
            <p:cNvPr id="38950" name="Text Box 38"/>
            <p:cNvSpPr txBox="1">
              <a:spLocks noChangeArrowheads="1"/>
            </p:cNvSpPr>
            <p:nvPr/>
          </p:nvSpPr>
          <p:spPr bwMode="auto">
            <a:xfrm>
              <a:off x="0" y="1344"/>
              <a:ext cx="6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400">
                  <a:solidFill>
                    <a:srgbClr val="040000"/>
                  </a:solidFill>
                  <a:ea typeface="黑体" panose="02010609060101010101" pitchFamily="49" charset="-122"/>
                </a:rPr>
                <a:t>发送端</a:t>
              </a:r>
            </a:p>
          </p:txBody>
        </p:sp>
      </p:grpSp>
      <p:sp>
        <p:nvSpPr>
          <p:cNvPr id="38951" name="Rectangle 39"/>
          <p:cNvSpPr>
            <a:spLocks noChangeArrowheads="1"/>
          </p:cNvSpPr>
          <p:nvPr/>
        </p:nvSpPr>
        <p:spPr bwMode="auto">
          <a:xfrm>
            <a:off x="4295775" y="2827338"/>
            <a:ext cx="609600" cy="457200"/>
          </a:xfrm>
          <a:prstGeom prst="rect">
            <a:avLst/>
          </a:prstGeom>
          <a:solidFill>
            <a:srgbClr val="FFFF99"/>
          </a:solidFill>
          <a:ln w="19050">
            <a:solidFill>
              <a:srgbClr val="000000"/>
            </a:solidFill>
            <a:miter lim="800000"/>
            <a:headEnd/>
            <a:tailEnd/>
          </a:ln>
          <a:effectLst>
            <a:outerShdw dist="17961" dir="2700000" algn="ctr" rotWithShape="0">
              <a:schemeClr val="tx1"/>
            </a:outerShdw>
          </a:effectLst>
        </p:spPr>
        <p:txBody>
          <a:bodyPr wrap="none" anchor="ctr"/>
          <a:lstStyle/>
          <a:p>
            <a:pPr algn="ctr" fontAlgn="base">
              <a:spcBef>
                <a:spcPct val="0"/>
              </a:spcBef>
              <a:spcAft>
                <a:spcPct val="0"/>
              </a:spcAft>
            </a:pPr>
            <a:r>
              <a:rPr kumimoji="1" lang="zh-CN" altLang="en-US">
                <a:solidFill>
                  <a:srgbClr val="040000"/>
                </a:solidFill>
                <a:ea typeface="黑体" panose="02010609060101010101" pitchFamily="49" charset="-122"/>
              </a:rPr>
              <a:t>首部</a:t>
            </a:r>
          </a:p>
        </p:txBody>
      </p:sp>
      <p:grpSp>
        <p:nvGrpSpPr>
          <p:cNvPr id="38952" name="Group 40"/>
          <p:cNvGrpSpPr>
            <a:grpSpLocks/>
          </p:cNvGrpSpPr>
          <p:nvPr/>
        </p:nvGrpSpPr>
        <p:grpSpPr bwMode="auto">
          <a:xfrm>
            <a:off x="5197475" y="3357563"/>
            <a:ext cx="2344738" cy="366712"/>
            <a:chOff x="2314" y="2115"/>
            <a:chExt cx="1477" cy="231"/>
          </a:xfrm>
        </p:grpSpPr>
        <p:sp>
          <p:nvSpPr>
            <p:cNvPr id="38953" name="Line 41"/>
            <p:cNvSpPr>
              <a:spLocks noChangeShapeType="1"/>
            </p:cNvSpPr>
            <p:nvPr/>
          </p:nvSpPr>
          <p:spPr bwMode="auto">
            <a:xfrm>
              <a:off x="2314" y="2228"/>
              <a:ext cx="1477" cy="3"/>
            </a:xfrm>
            <a:prstGeom prst="line">
              <a:avLst/>
            </a:prstGeom>
            <a:noFill/>
            <a:ln w="9525">
              <a:solidFill>
                <a:srgbClr val="0000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zh-CN" altLang="en-US" sz="2400">
                <a:solidFill>
                  <a:srgbClr val="000000"/>
                </a:solidFill>
              </a:endParaRPr>
            </a:p>
          </p:txBody>
        </p:sp>
        <p:sp>
          <p:nvSpPr>
            <p:cNvPr id="38954" name="Text Box 42"/>
            <p:cNvSpPr txBox="1">
              <a:spLocks noChangeArrowheads="1"/>
            </p:cNvSpPr>
            <p:nvPr/>
          </p:nvSpPr>
          <p:spPr bwMode="auto">
            <a:xfrm>
              <a:off x="2839" y="2115"/>
              <a:ext cx="404" cy="231"/>
            </a:xfrm>
            <a:prstGeom prst="rect">
              <a:avLst/>
            </a:prstGeom>
            <a:solidFill>
              <a:srgbClr val="CCE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a:solidFill>
                    <a:srgbClr val="040000"/>
                  </a:solidFill>
                  <a:ea typeface="黑体" panose="02010609060101010101" pitchFamily="49" charset="-122"/>
                </a:rPr>
                <a:t>分组</a:t>
              </a:r>
            </a:p>
          </p:txBody>
        </p:sp>
      </p:grpSp>
      <p:grpSp>
        <p:nvGrpSpPr>
          <p:cNvPr id="38955" name="Group 43"/>
          <p:cNvGrpSpPr>
            <a:grpSpLocks/>
          </p:cNvGrpSpPr>
          <p:nvPr/>
        </p:nvGrpSpPr>
        <p:grpSpPr bwMode="auto">
          <a:xfrm>
            <a:off x="4813300" y="2087564"/>
            <a:ext cx="2146300" cy="1196975"/>
            <a:chOff x="2072" y="1315"/>
            <a:chExt cx="1352" cy="754"/>
          </a:xfrm>
        </p:grpSpPr>
        <p:sp>
          <p:nvSpPr>
            <p:cNvPr id="38956" name="Line 44"/>
            <p:cNvSpPr>
              <a:spLocks noChangeShapeType="1"/>
            </p:cNvSpPr>
            <p:nvPr/>
          </p:nvSpPr>
          <p:spPr bwMode="auto">
            <a:xfrm>
              <a:off x="2072" y="1319"/>
              <a:ext cx="244" cy="446"/>
            </a:xfrm>
            <a:prstGeom prst="line">
              <a:avLst/>
            </a:prstGeom>
            <a:noFill/>
            <a:ln w="9525">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zh-CN" altLang="en-US" sz="2400">
                <a:solidFill>
                  <a:srgbClr val="000000"/>
                </a:solidFill>
              </a:endParaRPr>
            </a:p>
          </p:txBody>
        </p:sp>
        <p:sp>
          <p:nvSpPr>
            <p:cNvPr id="38957" name="Line 45"/>
            <p:cNvSpPr>
              <a:spLocks noChangeShapeType="1"/>
            </p:cNvSpPr>
            <p:nvPr/>
          </p:nvSpPr>
          <p:spPr bwMode="auto">
            <a:xfrm>
              <a:off x="3181" y="1315"/>
              <a:ext cx="234" cy="466"/>
            </a:xfrm>
            <a:prstGeom prst="line">
              <a:avLst/>
            </a:prstGeom>
            <a:noFill/>
            <a:ln w="9525">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zh-CN" altLang="en-US" sz="2400">
                <a:solidFill>
                  <a:srgbClr val="000000"/>
                </a:solidFill>
              </a:endParaRPr>
            </a:p>
          </p:txBody>
        </p:sp>
        <p:sp>
          <p:nvSpPr>
            <p:cNvPr id="38958" name="AutoShape 46"/>
            <p:cNvSpPr>
              <a:spLocks noChangeArrowheads="1"/>
            </p:cNvSpPr>
            <p:nvPr/>
          </p:nvSpPr>
          <p:spPr bwMode="auto">
            <a:xfrm rot="-1323792">
              <a:off x="2701" y="1395"/>
              <a:ext cx="96" cy="288"/>
            </a:xfrm>
            <a:prstGeom prst="downArrow">
              <a:avLst>
                <a:gd name="adj1" fmla="val 50000"/>
                <a:gd name="adj2" fmla="val 75000"/>
              </a:avLst>
            </a:prstGeom>
            <a:solidFill>
              <a:schemeClr val="hlink"/>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fontAlgn="base">
                <a:spcBef>
                  <a:spcPct val="0"/>
                </a:spcBef>
                <a:spcAft>
                  <a:spcPct val="0"/>
                </a:spcAft>
              </a:pPr>
              <a:endParaRPr kumimoji="1" lang="zh-CN" altLang="en-US" sz="2400">
                <a:solidFill>
                  <a:srgbClr val="000000"/>
                </a:solidFill>
              </a:endParaRPr>
            </a:p>
          </p:txBody>
        </p:sp>
        <p:sp>
          <p:nvSpPr>
            <p:cNvPr id="38959" name="Rectangle 47"/>
            <p:cNvSpPr>
              <a:spLocks noChangeArrowheads="1"/>
            </p:cNvSpPr>
            <p:nvPr/>
          </p:nvSpPr>
          <p:spPr bwMode="auto">
            <a:xfrm>
              <a:off x="2314" y="1781"/>
              <a:ext cx="1110" cy="288"/>
            </a:xfrm>
            <a:prstGeom prst="rect">
              <a:avLst/>
            </a:prstGeom>
            <a:solidFill>
              <a:srgbClr val="FFCCCC"/>
            </a:solidFill>
            <a:ln w="19050">
              <a:solidFill>
                <a:srgbClr val="000000"/>
              </a:solidFill>
              <a:miter lim="800000"/>
              <a:headEnd/>
              <a:tailEnd/>
            </a:ln>
            <a:effectLst>
              <a:outerShdw dist="17961" dir="2700000" algn="ctr" rotWithShape="0">
                <a:schemeClr val="tx1"/>
              </a:outerShdw>
            </a:effectLst>
          </p:spPr>
          <p:txBody>
            <a:bodyPr wrap="none" anchor="ctr"/>
            <a:lstStyle/>
            <a:p>
              <a:pPr algn="ctr" fontAlgn="base">
                <a:spcBef>
                  <a:spcPct val="0"/>
                </a:spcBef>
                <a:spcAft>
                  <a:spcPct val="0"/>
                </a:spcAft>
              </a:pPr>
              <a:r>
                <a:rPr kumimoji="1" lang="zh-CN" altLang="en-US">
                  <a:solidFill>
                    <a:srgbClr val="040000"/>
                  </a:solidFill>
                  <a:ea typeface="黑体" panose="02010609060101010101" pitchFamily="49" charset="-122"/>
                </a:rPr>
                <a:t>数    据</a:t>
              </a:r>
            </a:p>
          </p:txBody>
        </p:sp>
      </p:grpSp>
      <p:sp>
        <p:nvSpPr>
          <p:cNvPr id="38960" name="Rectangle 48"/>
          <p:cNvSpPr>
            <a:spLocks noChangeArrowheads="1"/>
          </p:cNvSpPr>
          <p:nvPr/>
        </p:nvSpPr>
        <p:spPr bwMode="auto">
          <a:xfrm>
            <a:off x="6959600" y="2827338"/>
            <a:ext cx="609600" cy="457200"/>
          </a:xfrm>
          <a:prstGeom prst="rect">
            <a:avLst/>
          </a:prstGeom>
          <a:solidFill>
            <a:srgbClr val="FFFF99"/>
          </a:solidFill>
          <a:ln w="19050">
            <a:solidFill>
              <a:srgbClr val="000000"/>
            </a:solidFill>
            <a:miter lim="800000"/>
            <a:headEnd/>
            <a:tailEnd/>
          </a:ln>
          <a:effectLst>
            <a:outerShdw dist="17961" dir="2700000" algn="ctr" rotWithShape="0">
              <a:schemeClr val="tx1"/>
            </a:outerShdw>
          </a:effectLst>
        </p:spPr>
        <p:txBody>
          <a:bodyPr wrap="none" anchor="ctr"/>
          <a:lstStyle/>
          <a:p>
            <a:pPr algn="ctr" fontAlgn="base">
              <a:spcBef>
                <a:spcPct val="0"/>
              </a:spcBef>
              <a:spcAft>
                <a:spcPct val="0"/>
              </a:spcAft>
            </a:pPr>
            <a:r>
              <a:rPr kumimoji="1" lang="zh-CN" altLang="en-US">
                <a:solidFill>
                  <a:srgbClr val="040000"/>
                </a:solidFill>
                <a:ea typeface="黑体" panose="02010609060101010101" pitchFamily="49" charset="-122"/>
              </a:rPr>
              <a:t>首部</a:t>
            </a:r>
          </a:p>
        </p:txBody>
      </p:sp>
      <p:grpSp>
        <p:nvGrpSpPr>
          <p:cNvPr id="38961" name="Group 49"/>
          <p:cNvGrpSpPr>
            <a:grpSpLocks/>
          </p:cNvGrpSpPr>
          <p:nvPr/>
        </p:nvGrpSpPr>
        <p:grpSpPr bwMode="auto">
          <a:xfrm>
            <a:off x="7766050" y="3362326"/>
            <a:ext cx="2362200" cy="366713"/>
            <a:chOff x="3932" y="2118"/>
            <a:chExt cx="1488" cy="231"/>
          </a:xfrm>
        </p:grpSpPr>
        <p:sp>
          <p:nvSpPr>
            <p:cNvPr id="38962" name="Line 50"/>
            <p:cNvSpPr>
              <a:spLocks noChangeShapeType="1"/>
            </p:cNvSpPr>
            <p:nvPr/>
          </p:nvSpPr>
          <p:spPr bwMode="auto">
            <a:xfrm>
              <a:off x="3932" y="2231"/>
              <a:ext cx="1488" cy="0"/>
            </a:xfrm>
            <a:prstGeom prst="line">
              <a:avLst/>
            </a:prstGeom>
            <a:noFill/>
            <a:ln w="9525">
              <a:solidFill>
                <a:srgbClr val="0000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zh-CN" altLang="en-US" sz="2400">
                <a:solidFill>
                  <a:srgbClr val="000000"/>
                </a:solidFill>
              </a:endParaRPr>
            </a:p>
          </p:txBody>
        </p:sp>
        <p:sp>
          <p:nvSpPr>
            <p:cNvPr id="38963" name="Text Box 51"/>
            <p:cNvSpPr txBox="1">
              <a:spLocks noChangeArrowheads="1"/>
            </p:cNvSpPr>
            <p:nvPr/>
          </p:nvSpPr>
          <p:spPr bwMode="auto">
            <a:xfrm>
              <a:off x="4468" y="2118"/>
              <a:ext cx="404" cy="231"/>
            </a:xfrm>
            <a:prstGeom prst="rect">
              <a:avLst/>
            </a:prstGeom>
            <a:solidFill>
              <a:srgbClr val="CCE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a:solidFill>
                    <a:srgbClr val="040000"/>
                  </a:solidFill>
                  <a:ea typeface="黑体" panose="02010609060101010101" pitchFamily="49" charset="-122"/>
                </a:rPr>
                <a:t>分组</a:t>
              </a:r>
            </a:p>
          </p:txBody>
        </p:sp>
      </p:grpSp>
      <p:sp>
        <p:nvSpPr>
          <p:cNvPr id="38964" name="Rectangle 52"/>
          <p:cNvSpPr>
            <a:spLocks noChangeArrowheads="1"/>
          </p:cNvSpPr>
          <p:nvPr/>
        </p:nvSpPr>
        <p:spPr bwMode="auto">
          <a:xfrm>
            <a:off x="9551988" y="2827338"/>
            <a:ext cx="609600" cy="457200"/>
          </a:xfrm>
          <a:prstGeom prst="rect">
            <a:avLst/>
          </a:prstGeom>
          <a:solidFill>
            <a:srgbClr val="FFFF99"/>
          </a:solidFill>
          <a:ln w="19050">
            <a:solidFill>
              <a:srgbClr val="000000"/>
            </a:solidFill>
            <a:miter lim="800000"/>
            <a:headEnd/>
            <a:tailEnd/>
          </a:ln>
          <a:effectLst>
            <a:outerShdw dist="17961" dir="2700000" algn="ctr" rotWithShape="0">
              <a:schemeClr val="tx1"/>
            </a:outerShdw>
          </a:effectLst>
        </p:spPr>
        <p:txBody>
          <a:bodyPr wrap="none" anchor="ctr"/>
          <a:lstStyle/>
          <a:p>
            <a:pPr algn="ctr" fontAlgn="base">
              <a:spcBef>
                <a:spcPct val="0"/>
              </a:spcBef>
              <a:spcAft>
                <a:spcPct val="0"/>
              </a:spcAft>
            </a:pPr>
            <a:r>
              <a:rPr kumimoji="1" lang="zh-CN" altLang="en-US">
                <a:solidFill>
                  <a:srgbClr val="040000"/>
                </a:solidFill>
                <a:ea typeface="黑体" panose="02010609060101010101" pitchFamily="49" charset="-122"/>
              </a:rPr>
              <a:t>首部</a:t>
            </a:r>
          </a:p>
        </p:txBody>
      </p:sp>
      <p:grpSp>
        <p:nvGrpSpPr>
          <p:cNvPr id="38965" name="Group 53"/>
          <p:cNvGrpSpPr>
            <a:grpSpLocks/>
          </p:cNvGrpSpPr>
          <p:nvPr/>
        </p:nvGrpSpPr>
        <p:grpSpPr bwMode="auto">
          <a:xfrm>
            <a:off x="6573838" y="2079626"/>
            <a:ext cx="2978150" cy="1204913"/>
            <a:chOff x="3181" y="1310"/>
            <a:chExt cx="1876" cy="759"/>
          </a:xfrm>
        </p:grpSpPr>
        <p:sp>
          <p:nvSpPr>
            <p:cNvPr id="38966" name="Line 54"/>
            <p:cNvSpPr>
              <a:spLocks noChangeShapeType="1"/>
            </p:cNvSpPr>
            <p:nvPr/>
          </p:nvSpPr>
          <p:spPr bwMode="auto">
            <a:xfrm>
              <a:off x="3181" y="1316"/>
              <a:ext cx="762" cy="466"/>
            </a:xfrm>
            <a:prstGeom prst="line">
              <a:avLst/>
            </a:prstGeom>
            <a:noFill/>
            <a:ln w="9525">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zh-CN" altLang="en-US" sz="2400">
                <a:solidFill>
                  <a:srgbClr val="000000"/>
                </a:solidFill>
              </a:endParaRPr>
            </a:p>
          </p:txBody>
        </p:sp>
        <p:sp>
          <p:nvSpPr>
            <p:cNvPr id="38967" name="AutoShape 55"/>
            <p:cNvSpPr>
              <a:spLocks noChangeArrowheads="1"/>
            </p:cNvSpPr>
            <p:nvPr/>
          </p:nvSpPr>
          <p:spPr bwMode="auto">
            <a:xfrm rot="-3420168">
              <a:off x="4045" y="1375"/>
              <a:ext cx="96" cy="288"/>
            </a:xfrm>
            <a:prstGeom prst="downArrow">
              <a:avLst>
                <a:gd name="adj1" fmla="val 50000"/>
                <a:gd name="adj2" fmla="val 75000"/>
              </a:avLst>
            </a:prstGeom>
            <a:solidFill>
              <a:schemeClr val="hlink"/>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fontAlgn="base">
                <a:spcBef>
                  <a:spcPct val="0"/>
                </a:spcBef>
                <a:spcAft>
                  <a:spcPct val="0"/>
                </a:spcAft>
              </a:pPr>
              <a:endParaRPr kumimoji="1" lang="zh-CN" altLang="en-US" sz="2400">
                <a:solidFill>
                  <a:srgbClr val="000000"/>
                </a:solidFill>
              </a:endParaRPr>
            </a:p>
          </p:txBody>
        </p:sp>
        <p:sp>
          <p:nvSpPr>
            <p:cNvPr id="38968" name="Rectangle 56"/>
            <p:cNvSpPr>
              <a:spLocks noChangeArrowheads="1"/>
            </p:cNvSpPr>
            <p:nvPr/>
          </p:nvSpPr>
          <p:spPr bwMode="auto">
            <a:xfrm>
              <a:off x="3947" y="1781"/>
              <a:ext cx="1110" cy="288"/>
            </a:xfrm>
            <a:prstGeom prst="rect">
              <a:avLst/>
            </a:prstGeom>
            <a:solidFill>
              <a:srgbClr val="FFCCCC"/>
            </a:solidFill>
            <a:ln w="19050">
              <a:solidFill>
                <a:srgbClr val="000000"/>
              </a:solidFill>
              <a:miter lim="800000"/>
              <a:headEnd/>
              <a:tailEnd/>
            </a:ln>
            <a:effectLst>
              <a:outerShdw dist="17961" dir="2700000" algn="ctr" rotWithShape="0">
                <a:schemeClr val="tx1"/>
              </a:outerShdw>
            </a:effectLst>
          </p:spPr>
          <p:txBody>
            <a:bodyPr wrap="none" anchor="ctr"/>
            <a:lstStyle/>
            <a:p>
              <a:pPr algn="ctr" fontAlgn="base">
                <a:spcBef>
                  <a:spcPct val="0"/>
                </a:spcBef>
                <a:spcAft>
                  <a:spcPct val="0"/>
                </a:spcAft>
              </a:pPr>
              <a:r>
                <a:rPr kumimoji="1" lang="zh-CN" altLang="en-US">
                  <a:solidFill>
                    <a:srgbClr val="040000"/>
                  </a:solidFill>
                  <a:ea typeface="黑体" panose="02010609060101010101" pitchFamily="49" charset="-122"/>
                </a:rPr>
                <a:t>数    据</a:t>
              </a:r>
            </a:p>
          </p:txBody>
        </p:sp>
        <p:sp>
          <p:nvSpPr>
            <p:cNvPr id="38969" name="Line 57"/>
            <p:cNvSpPr>
              <a:spLocks noChangeShapeType="1"/>
            </p:cNvSpPr>
            <p:nvPr/>
          </p:nvSpPr>
          <p:spPr bwMode="auto">
            <a:xfrm>
              <a:off x="4293" y="1310"/>
              <a:ext cx="751" cy="472"/>
            </a:xfrm>
            <a:prstGeom prst="line">
              <a:avLst/>
            </a:prstGeom>
            <a:noFill/>
            <a:ln w="9525">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zh-CN" altLang="en-US" sz="2400">
                <a:solidFill>
                  <a:srgbClr val="000000"/>
                </a:solidFill>
              </a:endParaRPr>
            </a:p>
          </p:txBody>
        </p:sp>
      </p:grpSp>
      <p:sp>
        <p:nvSpPr>
          <p:cNvPr id="38970" name="AutoShape 58"/>
          <p:cNvSpPr>
            <a:spLocks noChangeArrowheads="1"/>
          </p:cNvSpPr>
          <p:nvPr/>
        </p:nvSpPr>
        <p:spPr bwMode="auto">
          <a:xfrm>
            <a:off x="3198813" y="3716338"/>
            <a:ext cx="762000" cy="838200"/>
          </a:xfrm>
          <a:prstGeom prst="downArrow">
            <a:avLst>
              <a:gd name="adj1" fmla="val 50000"/>
              <a:gd name="adj2" fmla="val 27500"/>
            </a:avLst>
          </a:prstGeom>
          <a:solidFill>
            <a:srgbClr val="3399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r>
              <a:rPr kumimoji="1" lang="zh-CN" altLang="en-US" sz="2400">
                <a:solidFill>
                  <a:srgbClr val="000000"/>
                </a:solidFill>
                <a:ea typeface="黑体" panose="02010609060101010101" pitchFamily="49" charset="-122"/>
              </a:rPr>
              <a:t>发</a:t>
            </a:r>
          </a:p>
          <a:p>
            <a:pPr algn="ctr" fontAlgn="base">
              <a:spcBef>
                <a:spcPct val="0"/>
              </a:spcBef>
              <a:spcAft>
                <a:spcPct val="0"/>
              </a:spcAft>
            </a:pPr>
            <a:r>
              <a:rPr kumimoji="1" lang="zh-CN" altLang="en-US" sz="2400">
                <a:solidFill>
                  <a:srgbClr val="000000"/>
                </a:solidFill>
                <a:ea typeface="黑体" panose="02010609060101010101" pitchFamily="49" charset="-122"/>
              </a:rPr>
              <a:t>送</a:t>
            </a:r>
          </a:p>
        </p:txBody>
      </p:sp>
      <p:sp>
        <p:nvSpPr>
          <p:cNvPr id="38971" name="AutoShape 59"/>
          <p:cNvSpPr>
            <a:spLocks noChangeArrowheads="1"/>
          </p:cNvSpPr>
          <p:nvPr/>
        </p:nvSpPr>
        <p:spPr bwMode="auto">
          <a:xfrm>
            <a:off x="5981700" y="3716338"/>
            <a:ext cx="762000" cy="838200"/>
          </a:xfrm>
          <a:prstGeom prst="downArrow">
            <a:avLst>
              <a:gd name="adj1" fmla="val 50000"/>
              <a:gd name="adj2" fmla="val 27500"/>
            </a:avLst>
          </a:prstGeom>
          <a:solidFill>
            <a:srgbClr val="3399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r>
              <a:rPr kumimoji="1" lang="zh-CN" altLang="en-US" sz="2400">
                <a:solidFill>
                  <a:srgbClr val="000000"/>
                </a:solidFill>
                <a:ea typeface="黑体" panose="02010609060101010101" pitchFamily="49" charset="-122"/>
              </a:rPr>
              <a:t>发</a:t>
            </a:r>
          </a:p>
          <a:p>
            <a:pPr algn="ctr" fontAlgn="base">
              <a:spcBef>
                <a:spcPct val="0"/>
              </a:spcBef>
              <a:spcAft>
                <a:spcPct val="0"/>
              </a:spcAft>
            </a:pPr>
            <a:r>
              <a:rPr kumimoji="1" lang="zh-CN" altLang="en-US" sz="2400">
                <a:solidFill>
                  <a:srgbClr val="000000"/>
                </a:solidFill>
                <a:ea typeface="黑体" panose="02010609060101010101" pitchFamily="49" charset="-122"/>
              </a:rPr>
              <a:t>送</a:t>
            </a:r>
          </a:p>
        </p:txBody>
      </p:sp>
      <p:grpSp>
        <p:nvGrpSpPr>
          <p:cNvPr id="38972" name="Group 60"/>
          <p:cNvGrpSpPr>
            <a:grpSpLocks/>
          </p:cNvGrpSpPr>
          <p:nvPr/>
        </p:nvGrpSpPr>
        <p:grpSpPr bwMode="auto">
          <a:xfrm>
            <a:off x="8574089" y="3335339"/>
            <a:ext cx="2058987" cy="1246187"/>
            <a:chOff x="4441" y="2101"/>
            <a:chExt cx="1297" cy="785"/>
          </a:xfrm>
        </p:grpSpPr>
        <p:grpSp>
          <p:nvGrpSpPr>
            <p:cNvPr id="38973" name="Group 61"/>
            <p:cNvGrpSpPr>
              <a:grpSpLocks/>
            </p:cNvGrpSpPr>
            <p:nvPr/>
          </p:nvGrpSpPr>
          <p:grpSpPr bwMode="auto">
            <a:xfrm>
              <a:off x="5239" y="2101"/>
              <a:ext cx="499" cy="532"/>
              <a:chOff x="5239" y="2101"/>
              <a:chExt cx="499" cy="532"/>
            </a:xfrm>
          </p:grpSpPr>
          <p:sp>
            <p:nvSpPr>
              <p:cNvPr id="38974" name="Line 62"/>
              <p:cNvSpPr>
                <a:spLocks noChangeShapeType="1"/>
              </p:cNvSpPr>
              <p:nvPr/>
            </p:nvSpPr>
            <p:spPr bwMode="auto">
              <a:xfrm flipV="1">
                <a:off x="5443" y="2101"/>
                <a:ext cx="0" cy="192"/>
              </a:xfrm>
              <a:prstGeom prst="line">
                <a:avLst/>
              </a:prstGeom>
              <a:noFill/>
              <a:ln w="9525">
                <a:solidFill>
                  <a:srgbClr val="00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zh-CN" altLang="en-US" sz="2400">
                  <a:solidFill>
                    <a:srgbClr val="000000"/>
                  </a:solidFill>
                </a:endParaRPr>
              </a:p>
            </p:txBody>
          </p:sp>
          <p:sp>
            <p:nvSpPr>
              <p:cNvPr id="38975" name="Text Box 63"/>
              <p:cNvSpPr txBox="1">
                <a:spLocks noChangeArrowheads="1"/>
              </p:cNvSpPr>
              <p:nvPr/>
            </p:nvSpPr>
            <p:spPr bwMode="auto">
              <a:xfrm>
                <a:off x="5239" y="2296"/>
                <a:ext cx="499" cy="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80000"/>
                  </a:lnSpc>
                  <a:spcBef>
                    <a:spcPct val="0"/>
                  </a:spcBef>
                  <a:spcAft>
                    <a:spcPct val="0"/>
                  </a:spcAft>
                </a:pPr>
                <a:r>
                  <a:rPr kumimoji="1" lang="zh-CN" altLang="en-US">
                    <a:solidFill>
                      <a:srgbClr val="040000"/>
                    </a:solidFill>
                    <a:ea typeface="黑体" panose="02010609060101010101" pitchFamily="49" charset="-122"/>
                  </a:rPr>
                  <a:t>发送</a:t>
                </a:r>
              </a:p>
              <a:p>
                <a:pPr fontAlgn="base">
                  <a:lnSpc>
                    <a:spcPct val="80000"/>
                  </a:lnSpc>
                  <a:spcBef>
                    <a:spcPct val="0"/>
                  </a:spcBef>
                  <a:spcAft>
                    <a:spcPct val="0"/>
                  </a:spcAft>
                </a:pPr>
                <a:r>
                  <a:rPr kumimoji="1" lang="zh-CN" altLang="en-US">
                    <a:solidFill>
                      <a:srgbClr val="040000"/>
                    </a:solidFill>
                    <a:ea typeface="黑体" panose="02010609060101010101" pitchFamily="49" charset="-122"/>
                  </a:rPr>
                  <a:t>在前</a:t>
                </a:r>
              </a:p>
            </p:txBody>
          </p:sp>
        </p:grpSp>
        <p:sp>
          <p:nvSpPr>
            <p:cNvPr id="38976" name="AutoShape 64"/>
            <p:cNvSpPr>
              <a:spLocks noChangeArrowheads="1"/>
            </p:cNvSpPr>
            <p:nvPr/>
          </p:nvSpPr>
          <p:spPr bwMode="auto">
            <a:xfrm>
              <a:off x="4441" y="2358"/>
              <a:ext cx="480" cy="528"/>
            </a:xfrm>
            <a:prstGeom prst="downArrow">
              <a:avLst>
                <a:gd name="adj1" fmla="val 50000"/>
                <a:gd name="adj2" fmla="val 27500"/>
              </a:avLst>
            </a:prstGeom>
            <a:solidFill>
              <a:srgbClr val="3399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r>
                <a:rPr kumimoji="1" lang="zh-CN" altLang="en-US" sz="2400">
                  <a:solidFill>
                    <a:srgbClr val="000000"/>
                  </a:solidFill>
                  <a:ea typeface="黑体" panose="02010609060101010101" pitchFamily="49" charset="-122"/>
                </a:rPr>
                <a:t>发</a:t>
              </a:r>
            </a:p>
            <a:p>
              <a:pPr algn="ctr" fontAlgn="base">
                <a:spcBef>
                  <a:spcPct val="0"/>
                </a:spcBef>
                <a:spcAft>
                  <a:spcPct val="0"/>
                </a:spcAft>
              </a:pPr>
              <a:r>
                <a:rPr kumimoji="1" lang="zh-CN" altLang="en-US" sz="2400">
                  <a:solidFill>
                    <a:srgbClr val="000000"/>
                  </a:solidFill>
                  <a:ea typeface="黑体" panose="02010609060101010101" pitchFamily="49" charset="-122"/>
                </a:rPr>
                <a:t>送</a:t>
              </a:r>
            </a:p>
          </p:txBody>
        </p:sp>
      </p:grpSp>
      <p:sp>
        <p:nvSpPr>
          <p:cNvPr id="38977" name="Text Box 65"/>
          <p:cNvSpPr txBox="1">
            <a:spLocks noChangeArrowheads="1"/>
          </p:cNvSpPr>
          <p:nvPr/>
        </p:nvSpPr>
        <p:spPr bwMode="auto">
          <a:xfrm>
            <a:off x="1524000" y="5373688"/>
            <a:ext cx="1098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400">
                <a:solidFill>
                  <a:srgbClr val="040000"/>
                </a:solidFill>
                <a:ea typeface="黑体" panose="02010609060101010101" pitchFamily="49" charset="-122"/>
              </a:rPr>
              <a:t>接收端</a:t>
            </a:r>
          </a:p>
        </p:txBody>
      </p:sp>
      <p:sp>
        <p:nvSpPr>
          <p:cNvPr id="38978" name="Rectangle 66"/>
          <p:cNvSpPr>
            <a:spLocks noChangeArrowheads="1"/>
          </p:cNvSpPr>
          <p:nvPr/>
        </p:nvSpPr>
        <p:spPr bwMode="auto">
          <a:xfrm>
            <a:off x="2533651" y="4729163"/>
            <a:ext cx="1762125" cy="457200"/>
          </a:xfrm>
          <a:prstGeom prst="rect">
            <a:avLst/>
          </a:prstGeom>
          <a:solidFill>
            <a:srgbClr val="FFCCCC"/>
          </a:solidFill>
          <a:ln w="19050">
            <a:solidFill>
              <a:srgbClr val="000000"/>
            </a:solidFill>
            <a:miter lim="800000"/>
            <a:headEnd/>
            <a:tailEnd/>
          </a:ln>
          <a:effectLst>
            <a:outerShdw dist="17961" dir="2700000" algn="ctr" rotWithShape="0">
              <a:schemeClr val="tx1"/>
            </a:outerShdw>
          </a:effectLst>
        </p:spPr>
        <p:txBody>
          <a:bodyPr wrap="none" anchor="ctr"/>
          <a:lstStyle/>
          <a:p>
            <a:pPr algn="ctr" fontAlgn="base">
              <a:spcBef>
                <a:spcPct val="0"/>
              </a:spcBef>
              <a:spcAft>
                <a:spcPct val="0"/>
              </a:spcAft>
            </a:pPr>
            <a:r>
              <a:rPr kumimoji="1" lang="zh-CN" altLang="en-US">
                <a:solidFill>
                  <a:srgbClr val="040000"/>
                </a:solidFill>
                <a:ea typeface="黑体" panose="02010609060101010101" pitchFamily="49" charset="-122"/>
              </a:rPr>
              <a:t>数    据</a:t>
            </a:r>
          </a:p>
        </p:txBody>
      </p:sp>
      <p:sp>
        <p:nvSpPr>
          <p:cNvPr id="38979" name="Rectangle 67"/>
          <p:cNvSpPr>
            <a:spLocks noChangeArrowheads="1"/>
          </p:cNvSpPr>
          <p:nvPr/>
        </p:nvSpPr>
        <p:spPr bwMode="auto">
          <a:xfrm>
            <a:off x="4295775" y="4729163"/>
            <a:ext cx="609600" cy="457200"/>
          </a:xfrm>
          <a:prstGeom prst="rect">
            <a:avLst/>
          </a:prstGeom>
          <a:solidFill>
            <a:srgbClr val="FFFF99"/>
          </a:solidFill>
          <a:ln w="19050">
            <a:solidFill>
              <a:srgbClr val="000000"/>
            </a:solidFill>
            <a:miter lim="800000"/>
            <a:headEnd/>
            <a:tailEnd/>
          </a:ln>
          <a:effectLst>
            <a:outerShdw dist="17961" dir="2700000" algn="ctr" rotWithShape="0">
              <a:schemeClr val="tx1"/>
            </a:outerShdw>
          </a:effectLst>
        </p:spPr>
        <p:txBody>
          <a:bodyPr wrap="none" anchor="ctr"/>
          <a:lstStyle/>
          <a:p>
            <a:pPr algn="ctr" fontAlgn="base">
              <a:spcBef>
                <a:spcPct val="0"/>
              </a:spcBef>
              <a:spcAft>
                <a:spcPct val="0"/>
              </a:spcAft>
            </a:pPr>
            <a:r>
              <a:rPr kumimoji="1" lang="zh-CN" altLang="en-US">
                <a:solidFill>
                  <a:srgbClr val="040000"/>
                </a:solidFill>
                <a:ea typeface="黑体" panose="02010609060101010101" pitchFamily="49" charset="-122"/>
              </a:rPr>
              <a:t>首部</a:t>
            </a:r>
          </a:p>
        </p:txBody>
      </p:sp>
      <p:sp>
        <p:nvSpPr>
          <p:cNvPr id="38980" name="Rectangle 68"/>
          <p:cNvSpPr>
            <a:spLocks noChangeArrowheads="1"/>
          </p:cNvSpPr>
          <p:nvPr/>
        </p:nvSpPr>
        <p:spPr bwMode="auto">
          <a:xfrm>
            <a:off x="5197476" y="4729163"/>
            <a:ext cx="1762125" cy="457200"/>
          </a:xfrm>
          <a:prstGeom prst="rect">
            <a:avLst/>
          </a:prstGeom>
          <a:solidFill>
            <a:srgbClr val="FFCCCC"/>
          </a:solidFill>
          <a:ln w="19050">
            <a:solidFill>
              <a:srgbClr val="000000"/>
            </a:solidFill>
            <a:miter lim="800000"/>
            <a:headEnd/>
            <a:tailEnd/>
          </a:ln>
          <a:effectLst>
            <a:outerShdw dist="17961" dir="2700000" algn="ctr" rotWithShape="0">
              <a:schemeClr val="tx1"/>
            </a:outerShdw>
          </a:effectLst>
        </p:spPr>
        <p:txBody>
          <a:bodyPr wrap="none" anchor="ctr"/>
          <a:lstStyle/>
          <a:p>
            <a:pPr algn="ctr" fontAlgn="base">
              <a:spcBef>
                <a:spcPct val="0"/>
              </a:spcBef>
              <a:spcAft>
                <a:spcPct val="0"/>
              </a:spcAft>
            </a:pPr>
            <a:r>
              <a:rPr kumimoji="1" lang="zh-CN" altLang="en-US">
                <a:solidFill>
                  <a:srgbClr val="040000"/>
                </a:solidFill>
                <a:ea typeface="黑体" panose="02010609060101010101" pitchFamily="49" charset="-122"/>
              </a:rPr>
              <a:t>数    据</a:t>
            </a:r>
          </a:p>
        </p:txBody>
      </p:sp>
      <p:sp>
        <p:nvSpPr>
          <p:cNvPr id="38981" name="Rectangle 69"/>
          <p:cNvSpPr>
            <a:spLocks noChangeArrowheads="1"/>
          </p:cNvSpPr>
          <p:nvPr/>
        </p:nvSpPr>
        <p:spPr bwMode="auto">
          <a:xfrm>
            <a:off x="6959600" y="4729163"/>
            <a:ext cx="609600" cy="457200"/>
          </a:xfrm>
          <a:prstGeom prst="rect">
            <a:avLst/>
          </a:prstGeom>
          <a:solidFill>
            <a:srgbClr val="FFFF99"/>
          </a:solidFill>
          <a:ln w="19050">
            <a:solidFill>
              <a:srgbClr val="000000"/>
            </a:solidFill>
            <a:miter lim="800000"/>
            <a:headEnd/>
            <a:tailEnd/>
          </a:ln>
          <a:effectLst>
            <a:outerShdw dist="17961" dir="2700000" algn="ctr" rotWithShape="0">
              <a:schemeClr val="tx1"/>
            </a:outerShdw>
          </a:effectLst>
        </p:spPr>
        <p:txBody>
          <a:bodyPr wrap="none" anchor="ctr"/>
          <a:lstStyle/>
          <a:p>
            <a:pPr algn="ctr" fontAlgn="base">
              <a:spcBef>
                <a:spcPct val="0"/>
              </a:spcBef>
              <a:spcAft>
                <a:spcPct val="0"/>
              </a:spcAft>
            </a:pPr>
            <a:r>
              <a:rPr kumimoji="1" lang="zh-CN" altLang="en-US">
                <a:solidFill>
                  <a:srgbClr val="040000"/>
                </a:solidFill>
                <a:ea typeface="黑体" panose="02010609060101010101" pitchFamily="49" charset="-122"/>
              </a:rPr>
              <a:t>首部</a:t>
            </a:r>
          </a:p>
        </p:txBody>
      </p:sp>
      <p:sp>
        <p:nvSpPr>
          <p:cNvPr id="38982" name="Rectangle 70"/>
          <p:cNvSpPr>
            <a:spLocks noChangeArrowheads="1"/>
          </p:cNvSpPr>
          <p:nvPr/>
        </p:nvSpPr>
        <p:spPr bwMode="auto">
          <a:xfrm>
            <a:off x="7789864" y="4729163"/>
            <a:ext cx="1762125" cy="457200"/>
          </a:xfrm>
          <a:prstGeom prst="rect">
            <a:avLst/>
          </a:prstGeom>
          <a:solidFill>
            <a:srgbClr val="FFCCCC"/>
          </a:solidFill>
          <a:ln w="19050">
            <a:solidFill>
              <a:srgbClr val="000000"/>
            </a:solidFill>
            <a:miter lim="800000"/>
            <a:headEnd/>
            <a:tailEnd/>
          </a:ln>
          <a:effectLst>
            <a:outerShdw dist="17961" dir="2700000" algn="ctr" rotWithShape="0">
              <a:schemeClr val="tx1"/>
            </a:outerShdw>
          </a:effectLst>
        </p:spPr>
        <p:txBody>
          <a:bodyPr wrap="none" anchor="ctr"/>
          <a:lstStyle/>
          <a:p>
            <a:pPr algn="ctr" fontAlgn="base">
              <a:spcBef>
                <a:spcPct val="0"/>
              </a:spcBef>
              <a:spcAft>
                <a:spcPct val="0"/>
              </a:spcAft>
            </a:pPr>
            <a:r>
              <a:rPr kumimoji="1" lang="zh-CN" altLang="en-US">
                <a:solidFill>
                  <a:srgbClr val="040000"/>
                </a:solidFill>
                <a:ea typeface="黑体" panose="02010609060101010101" pitchFamily="49" charset="-122"/>
              </a:rPr>
              <a:t>数    据</a:t>
            </a:r>
          </a:p>
        </p:txBody>
      </p:sp>
      <p:sp>
        <p:nvSpPr>
          <p:cNvPr id="38983" name="Rectangle 71"/>
          <p:cNvSpPr>
            <a:spLocks noChangeArrowheads="1"/>
          </p:cNvSpPr>
          <p:nvPr/>
        </p:nvSpPr>
        <p:spPr bwMode="auto">
          <a:xfrm>
            <a:off x="9551988" y="4729163"/>
            <a:ext cx="609600" cy="457200"/>
          </a:xfrm>
          <a:prstGeom prst="rect">
            <a:avLst/>
          </a:prstGeom>
          <a:solidFill>
            <a:srgbClr val="FFFF99"/>
          </a:solidFill>
          <a:ln w="19050">
            <a:solidFill>
              <a:srgbClr val="000000"/>
            </a:solidFill>
            <a:miter lim="800000"/>
            <a:headEnd/>
            <a:tailEnd/>
          </a:ln>
          <a:effectLst>
            <a:outerShdw dist="17961" dir="2700000" algn="ctr" rotWithShape="0">
              <a:schemeClr val="tx1"/>
            </a:outerShdw>
          </a:effectLst>
        </p:spPr>
        <p:txBody>
          <a:bodyPr wrap="none" anchor="ctr"/>
          <a:lstStyle/>
          <a:p>
            <a:pPr algn="ctr" fontAlgn="base">
              <a:spcBef>
                <a:spcPct val="0"/>
              </a:spcBef>
              <a:spcAft>
                <a:spcPct val="0"/>
              </a:spcAft>
            </a:pPr>
            <a:r>
              <a:rPr kumimoji="1" lang="zh-CN" altLang="en-US">
                <a:solidFill>
                  <a:srgbClr val="040000"/>
                </a:solidFill>
                <a:ea typeface="黑体" panose="02010609060101010101" pitchFamily="49" charset="-122"/>
              </a:rPr>
              <a:t>首部</a:t>
            </a:r>
          </a:p>
        </p:txBody>
      </p:sp>
      <p:sp>
        <p:nvSpPr>
          <p:cNvPr id="38984" name="Rectangle 72"/>
          <p:cNvSpPr>
            <a:spLocks noChangeArrowheads="1"/>
          </p:cNvSpPr>
          <p:nvPr/>
        </p:nvSpPr>
        <p:spPr bwMode="auto">
          <a:xfrm>
            <a:off x="3071813" y="6021388"/>
            <a:ext cx="5294312" cy="457200"/>
          </a:xfrm>
          <a:prstGeom prst="rect">
            <a:avLst/>
          </a:prstGeom>
          <a:solidFill>
            <a:srgbClr val="FFCCCC"/>
          </a:solidFill>
          <a:ln w="19050">
            <a:solidFill>
              <a:srgbClr val="000000"/>
            </a:solidFill>
            <a:miter lim="800000"/>
            <a:headEnd/>
            <a:tailEnd/>
          </a:ln>
          <a:effectLst>
            <a:outerShdw dist="17961" dir="2700000" algn="ctr" rotWithShape="0">
              <a:schemeClr val="tx1"/>
            </a:outerShdw>
          </a:effectLst>
        </p:spPr>
        <p:txBody>
          <a:bodyPr wrap="none" anchor="ctr"/>
          <a:lstStyle/>
          <a:p>
            <a:pPr algn="ctr" fontAlgn="base">
              <a:spcBef>
                <a:spcPct val="0"/>
              </a:spcBef>
              <a:spcAft>
                <a:spcPct val="0"/>
              </a:spcAft>
            </a:pPr>
            <a:r>
              <a:rPr kumimoji="1" lang="en-US" altLang="zh-CN" sz="2000">
                <a:solidFill>
                  <a:srgbClr val="000000"/>
                </a:solidFill>
                <a:effectLst>
                  <a:outerShdw blurRad="38100" dist="38100" dir="2700000" algn="tl">
                    <a:srgbClr val="FFFFFF"/>
                  </a:outerShdw>
                </a:effectLst>
                <a:latin typeface="Tahoma" panose="020B0604030504040204" pitchFamily="34" charset="0"/>
                <a:ea typeface="黑体" panose="02010609060101010101" pitchFamily="49" charset="-122"/>
              </a:rPr>
              <a:t>11010011101 •</a:t>
            </a:r>
            <a:r>
              <a:rPr kumimoji="1" lang="en-US" altLang="zh-CN" sz="800">
                <a:solidFill>
                  <a:srgbClr val="000000"/>
                </a:solidFill>
                <a:effectLst>
                  <a:outerShdw blurRad="38100" dist="38100" dir="2700000" algn="tl">
                    <a:srgbClr val="FFFFFF"/>
                  </a:outerShdw>
                </a:effectLst>
                <a:latin typeface="Tahoma" panose="020B0604030504040204" pitchFamily="34" charset="0"/>
                <a:ea typeface="黑体" panose="02010609060101010101" pitchFamily="49" charset="-122"/>
              </a:rPr>
              <a:t> </a:t>
            </a:r>
            <a:r>
              <a:rPr kumimoji="1" lang="en-US" altLang="zh-CN" sz="2000">
                <a:solidFill>
                  <a:srgbClr val="000000"/>
                </a:solidFill>
                <a:effectLst>
                  <a:outerShdw blurRad="38100" dist="38100" dir="2700000" algn="tl">
                    <a:srgbClr val="FFFFFF"/>
                  </a:outerShdw>
                </a:effectLst>
                <a:latin typeface="Tahoma" panose="020B0604030504040204" pitchFamily="34" charset="0"/>
                <a:ea typeface="黑体" panose="02010609060101010101" pitchFamily="49" charset="-122"/>
              </a:rPr>
              <a:t> • • • • • • •   00101001110</a:t>
            </a:r>
          </a:p>
        </p:txBody>
      </p:sp>
    </p:spTree>
    <p:extLst>
      <p:ext uri="{BB962C8B-B14F-4D97-AF65-F5344CB8AC3E}">
        <p14:creationId xmlns:p14="http://schemas.microsoft.com/office/powerpoint/2010/main" val="402474083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8935">
                                            <p:txEl>
                                              <p:pRg st="0" end="0"/>
                                            </p:txEl>
                                          </p:spTgt>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nodeType="afterEffect">
                                  <p:stCondLst>
                                    <p:cond delay="0"/>
                                  </p:stCondLst>
                                  <p:childTnLst>
                                    <p:set>
                                      <p:cBhvr>
                                        <p:cTn id="9" dur="1" fill="hold">
                                          <p:stCondLst>
                                            <p:cond delay="0"/>
                                          </p:stCondLst>
                                        </p:cTn>
                                        <p:tgtEl>
                                          <p:spTgt spid="38944"/>
                                        </p:tgtEl>
                                        <p:attrNameLst>
                                          <p:attrName>style.visibility</p:attrName>
                                        </p:attrNameLst>
                                      </p:cBhvr>
                                      <p:to>
                                        <p:strVal val="visible"/>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nodeType="clickEffect">
                                  <p:stCondLst>
                                    <p:cond delay="0"/>
                                  </p:stCondLst>
                                  <p:childTnLst>
                                    <p:set>
                                      <p:cBhvr>
                                        <p:cTn id="13" dur="1" fill="hold">
                                          <p:stCondLst>
                                            <p:cond delay="0"/>
                                          </p:stCondLst>
                                        </p:cTn>
                                        <p:tgtEl>
                                          <p:spTgt spid="38935">
                                            <p:txEl>
                                              <p:pRg st="1" end="1"/>
                                            </p:txEl>
                                          </p:spTgt>
                                        </p:tgtEl>
                                        <p:attrNameLst>
                                          <p:attrName>style.visibility</p:attrName>
                                        </p:attrNameLst>
                                      </p:cBhvr>
                                      <p:to>
                                        <p:strVal val="visible"/>
                                      </p:to>
                                    </p:set>
                                  </p:childTnLst>
                                </p:cTn>
                              </p:par>
                            </p:childTnLst>
                          </p:cTn>
                        </p:par>
                        <p:par>
                          <p:cTn id="14" fill="hold" nodeType="afterGroup">
                            <p:stCondLst>
                              <p:cond delay="0"/>
                            </p:stCondLst>
                            <p:childTnLst>
                              <p:par>
                                <p:cTn id="15" presetID="22" presetClass="entr" presetSubtype="1" fill="hold" nodeType="afterEffect">
                                  <p:stCondLst>
                                    <p:cond delay="0"/>
                                  </p:stCondLst>
                                  <p:childTnLst>
                                    <p:set>
                                      <p:cBhvr>
                                        <p:cTn id="16" dur="1" fill="hold">
                                          <p:stCondLst>
                                            <p:cond delay="0"/>
                                          </p:stCondLst>
                                        </p:cTn>
                                        <p:tgtEl>
                                          <p:spTgt spid="38965"/>
                                        </p:tgtEl>
                                        <p:attrNameLst>
                                          <p:attrName>style.visibility</p:attrName>
                                        </p:attrNameLst>
                                      </p:cBhvr>
                                      <p:to>
                                        <p:strVal val="visible"/>
                                      </p:to>
                                    </p:set>
                                    <p:animEffect transition="in" filter="wipe(up)">
                                      <p:cBhvr>
                                        <p:cTn id="17" dur="1000"/>
                                        <p:tgtEl>
                                          <p:spTgt spid="38965"/>
                                        </p:tgtEl>
                                      </p:cBhvr>
                                    </p:animEffect>
                                  </p:childTnLst>
                                </p:cTn>
                              </p:par>
                            </p:childTnLst>
                          </p:cTn>
                        </p:par>
                        <p:par>
                          <p:cTn id="18" fill="hold" nodeType="afterGroup">
                            <p:stCondLst>
                              <p:cond delay="1000"/>
                            </p:stCondLst>
                            <p:childTnLst>
                              <p:par>
                                <p:cTn id="19" presetID="1" presetClass="entr" presetSubtype="0" fill="hold" grpId="0" nodeType="afterEffect">
                                  <p:stCondLst>
                                    <p:cond delay="1000"/>
                                  </p:stCondLst>
                                  <p:childTnLst>
                                    <p:set>
                                      <p:cBhvr>
                                        <p:cTn id="20" dur="1" fill="hold">
                                          <p:stCondLst>
                                            <p:cond delay="0"/>
                                          </p:stCondLst>
                                        </p:cTn>
                                        <p:tgtEl>
                                          <p:spTgt spid="38964"/>
                                        </p:tgtEl>
                                        <p:attrNameLst>
                                          <p:attrName>style.visibility</p:attrName>
                                        </p:attrNameLst>
                                      </p:cBhvr>
                                      <p:to>
                                        <p:strVal val="visible"/>
                                      </p:to>
                                    </p:set>
                                  </p:childTnLst>
                                </p:cTn>
                              </p:par>
                            </p:childTnLst>
                          </p:cTn>
                        </p:par>
                        <p:par>
                          <p:cTn id="21" fill="hold" nodeType="afterGroup">
                            <p:stCondLst>
                              <p:cond delay="2000"/>
                            </p:stCondLst>
                            <p:childTnLst>
                              <p:par>
                                <p:cTn id="22" presetID="1" presetClass="entr" presetSubtype="0" fill="hold" nodeType="afterEffect">
                                  <p:stCondLst>
                                    <p:cond delay="0"/>
                                  </p:stCondLst>
                                  <p:childTnLst>
                                    <p:set>
                                      <p:cBhvr>
                                        <p:cTn id="23" dur="1" fill="hold">
                                          <p:stCondLst>
                                            <p:cond delay="0"/>
                                          </p:stCondLst>
                                        </p:cTn>
                                        <p:tgtEl>
                                          <p:spTgt spid="38961"/>
                                        </p:tgtEl>
                                        <p:attrNameLst>
                                          <p:attrName>style.visibility</p:attrName>
                                        </p:attrNameLst>
                                      </p:cBhvr>
                                      <p:to>
                                        <p:strVal val="visible"/>
                                      </p:to>
                                    </p:set>
                                  </p:childTnLst>
                                </p:cTn>
                              </p:par>
                            </p:childTnLst>
                          </p:cTn>
                        </p:par>
                        <p:par>
                          <p:cTn id="24" fill="hold" nodeType="afterGroup">
                            <p:stCondLst>
                              <p:cond delay="2000"/>
                            </p:stCondLst>
                            <p:childTnLst>
                              <p:par>
                                <p:cTn id="25" presetID="22" presetClass="entr" presetSubtype="1" fill="hold" nodeType="afterEffect">
                                  <p:stCondLst>
                                    <p:cond delay="1000"/>
                                  </p:stCondLst>
                                  <p:childTnLst>
                                    <p:set>
                                      <p:cBhvr>
                                        <p:cTn id="26" dur="1" fill="hold">
                                          <p:stCondLst>
                                            <p:cond delay="0"/>
                                          </p:stCondLst>
                                        </p:cTn>
                                        <p:tgtEl>
                                          <p:spTgt spid="38955"/>
                                        </p:tgtEl>
                                        <p:attrNameLst>
                                          <p:attrName>style.visibility</p:attrName>
                                        </p:attrNameLst>
                                      </p:cBhvr>
                                      <p:to>
                                        <p:strVal val="visible"/>
                                      </p:to>
                                    </p:set>
                                    <p:animEffect transition="in" filter="wipe(up)">
                                      <p:cBhvr>
                                        <p:cTn id="27" dur="1000"/>
                                        <p:tgtEl>
                                          <p:spTgt spid="38955"/>
                                        </p:tgtEl>
                                      </p:cBhvr>
                                    </p:animEffect>
                                  </p:childTnLst>
                                </p:cTn>
                              </p:par>
                            </p:childTnLst>
                          </p:cTn>
                        </p:par>
                        <p:par>
                          <p:cTn id="28" fill="hold" nodeType="afterGroup">
                            <p:stCondLst>
                              <p:cond delay="4000"/>
                            </p:stCondLst>
                            <p:childTnLst>
                              <p:par>
                                <p:cTn id="29" presetID="1" presetClass="entr" presetSubtype="0" fill="hold" grpId="0" nodeType="afterEffect">
                                  <p:stCondLst>
                                    <p:cond delay="1000"/>
                                  </p:stCondLst>
                                  <p:childTnLst>
                                    <p:set>
                                      <p:cBhvr>
                                        <p:cTn id="30" dur="1" fill="hold">
                                          <p:stCondLst>
                                            <p:cond delay="0"/>
                                          </p:stCondLst>
                                        </p:cTn>
                                        <p:tgtEl>
                                          <p:spTgt spid="38960"/>
                                        </p:tgtEl>
                                        <p:attrNameLst>
                                          <p:attrName>style.visibility</p:attrName>
                                        </p:attrNameLst>
                                      </p:cBhvr>
                                      <p:to>
                                        <p:strVal val="visible"/>
                                      </p:to>
                                    </p:set>
                                  </p:childTnLst>
                                </p:cTn>
                              </p:par>
                            </p:childTnLst>
                          </p:cTn>
                        </p:par>
                        <p:par>
                          <p:cTn id="31" fill="hold" nodeType="afterGroup">
                            <p:stCondLst>
                              <p:cond delay="5000"/>
                            </p:stCondLst>
                            <p:childTnLst>
                              <p:par>
                                <p:cTn id="32" presetID="1" presetClass="entr" presetSubtype="0" fill="hold" nodeType="afterEffect">
                                  <p:stCondLst>
                                    <p:cond delay="0"/>
                                  </p:stCondLst>
                                  <p:childTnLst>
                                    <p:set>
                                      <p:cBhvr>
                                        <p:cTn id="33" dur="1" fill="hold">
                                          <p:stCondLst>
                                            <p:cond delay="0"/>
                                          </p:stCondLst>
                                        </p:cTn>
                                        <p:tgtEl>
                                          <p:spTgt spid="38952"/>
                                        </p:tgtEl>
                                        <p:attrNameLst>
                                          <p:attrName>style.visibility</p:attrName>
                                        </p:attrNameLst>
                                      </p:cBhvr>
                                      <p:to>
                                        <p:strVal val="visible"/>
                                      </p:to>
                                    </p:set>
                                  </p:childTnLst>
                                </p:cTn>
                              </p:par>
                            </p:childTnLst>
                          </p:cTn>
                        </p:par>
                        <p:par>
                          <p:cTn id="34" fill="hold" nodeType="afterGroup">
                            <p:stCondLst>
                              <p:cond delay="5000"/>
                            </p:stCondLst>
                            <p:childTnLst>
                              <p:par>
                                <p:cTn id="35" presetID="22" presetClass="entr" presetSubtype="1" fill="hold" nodeType="afterEffect">
                                  <p:stCondLst>
                                    <p:cond delay="1000"/>
                                  </p:stCondLst>
                                  <p:childTnLst>
                                    <p:set>
                                      <p:cBhvr>
                                        <p:cTn id="36" dur="1" fill="hold">
                                          <p:stCondLst>
                                            <p:cond delay="0"/>
                                          </p:stCondLst>
                                        </p:cTn>
                                        <p:tgtEl>
                                          <p:spTgt spid="38936"/>
                                        </p:tgtEl>
                                        <p:attrNameLst>
                                          <p:attrName>style.visibility</p:attrName>
                                        </p:attrNameLst>
                                      </p:cBhvr>
                                      <p:to>
                                        <p:strVal val="visible"/>
                                      </p:to>
                                    </p:set>
                                    <p:animEffect transition="in" filter="wipe(up)">
                                      <p:cBhvr>
                                        <p:cTn id="37" dur="1000"/>
                                        <p:tgtEl>
                                          <p:spTgt spid="38936"/>
                                        </p:tgtEl>
                                      </p:cBhvr>
                                    </p:animEffect>
                                  </p:childTnLst>
                                </p:cTn>
                              </p:par>
                            </p:childTnLst>
                          </p:cTn>
                        </p:par>
                        <p:par>
                          <p:cTn id="38" fill="hold" nodeType="afterGroup">
                            <p:stCondLst>
                              <p:cond delay="7000"/>
                            </p:stCondLst>
                            <p:childTnLst>
                              <p:par>
                                <p:cTn id="39" presetID="1" presetClass="entr" presetSubtype="0" fill="hold" grpId="0" nodeType="afterEffect">
                                  <p:stCondLst>
                                    <p:cond delay="1000"/>
                                  </p:stCondLst>
                                  <p:childTnLst>
                                    <p:set>
                                      <p:cBhvr>
                                        <p:cTn id="40" dur="1" fill="hold">
                                          <p:stCondLst>
                                            <p:cond delay="0"/>
                                          </p:stCondLst>
                                        </p:cTn>
                                        <p:tgtEl>
                                          <p:spTgt spid="38951"/>
                                        </p:tgtEl>
                                        <p:attrNameLst>
                                          <p:attrName>style.visibility</p:attrName>
                                        </p:attrNameLst>
                                      </p:cBhvr>
                                      <p:to>
                                        <p:strVal val="visible"/>
                                      </p:to>
                                    </p:set>
                                  </p:childTnLst>
                                </p:cTn>
                              </p:par>
                            </p:childTnLst>
                          </p:cTn>
                        </p:par>
                        <p:par>
                          <p:cTn id="41" fill="hold" nodeType="afterGroup">
                            <p:stCondLst>
                              <p:cond delay="8000"/>
                            </p:stCondLst>
                            <p:childTnLst>
                              <p:par>
                                <p:cTn id="42" presetID="1" presetClass="entr" presetSubtype="0" fill="hold" nodeType="afterEffect">
                                  <p:stCondLst>
                                    <p:cond delay="0"/>
                                  </p:stCondLst>
                                  <p:childTnLst>
                                    <p:set>
                                      <p:cBhvr>
                                        <p:cTn id="43" dur="1" fill="hold">
                                          <p:stCondLst>
                                            <p:cond delay="0"/>
                                          </p:stCondLst>
                                        </p:cTn>
                                        <p:tgtEl>
                                          <p:spTgt spid="38941"/>
                                        </p:tgtEl>
                                        <p:attrNameLst>
                                          <p:attrName>style.visibility</p:attrName>
                                        </p:attrNameLst>
                                      </p:cBhvr>
                                      <p:to>
                                        <p:strVal val="visible"/>
                                      </p:to>
                                    </p:set>
                                  </p:childTnLst>
                                </p:cTn>
                              </p:par>
                            </p:childTnLst>
                          </p:cTn>
                        </p:par>
                      </p:childTnLst>
                    </p:cTn>
                  </p:par>
                  <p:par>
                    <p:cTn id="44" fill="hold" nodeType="clickPar">
                      <p:stCondLst>
                        <p:cond delay="indefinite"/>
                      </p:stCondLst>
                      <p:childTnLst>
                        <p:par>
                          <p:cTn id="45" fill="hold" nodeType="withGroup">
                            <p:stCondLst>
                              <p:cond delay="0"/>
                            </p:stCondLst>
                            <p:childTnLst>
                              <p:par>
                                <p:cTn id="46" presetID="1" presetClass="entr" presetSubtype="0" fill="hold" nodeType="clickEffect">
                                  <p:stCondLst>
                                    <p:cond delay="0"/>
                                  </p:stCondLst>
                                  <p:childTnLst>
                                    <p:set>
                                      <p:cBhvr>
                                        <p:cTn id="47" dur="1" fill="hold">
                                          <p:stCondLst>
                                            <p:cond delay="0"/>
                                          </p:stCondLst>
                                        </p:cTn>
                                        <p:tgtEl>
                                          <p:spTgt spid="38935">
                                            <p:txEl>
                                              <p:pRg st="2" end="2"/>
                                            </p:txEl>
                                          </p:spTgt>
                                        </p:tgtEl>
                                        <p:attrNameLst>
                                          <p:attrName>style.visibility</p:attrName>
                                        </p:attrNameLst>
                                      </p:cBhvr>
                                      <p:to>
                                        <p:strVal val="visible"/>
                                      </p:to>
                                    </p:set>
                                  </p:childTnLst>
                                </p:cTn>
                              </p:par>
                            </p:childTnLst>
                          </p:cTn>
                        </p:par>
                        <p:par>
                          <p:cTn id="48" fill="hold" nodeType="afterGroup">
                            <p:stCondLst>
                              <p:cond delay="0"/>
                            </p:stCondLst>
                            <p:childTnLst>
                              <p:par>
                                <p:cTn id="49" presetID="22" presetClass="entr" presetSubtype="1" fill="hold" nodeType="afterEffect">
                                  <p:stCondLst>
                                    <p:cond delay="0"/>
                                  </p:stCondLst>
                                  <p:childTnLst>
                                    <p:set>
                                      <p:cBhvr>
                                        <p:cTn id="50" dur="1" fill="hold">
                                          <p:stCondLst>
                                            <p:cond delay="0"/>
                                          </p:stCondLst>
                                        </p:cTn>
                                        <p:tgtEl>
                                          <p:spTgt spid="38972"/>
                                        </p:tgtEl>
                                        <p:attrNameLst>
                                          <p:attrName>style.visibility</p:attrName>
                                        </p:attrNameLst>
                                      </p:cBhvr>
                                      <p:to>
                                        <p:strVal val="visible"/>
                                      </p:to>
                                    </p:set>
                                    <p:animEffect transition="in" filter="wipe(up)">
                                      <p:cBhvr>
                                        <p:cTn id="51" dur="2000"/>
                                        <p:tgtEl>
                                          <p:spTgt spid="38972"/>
                                        </p:tgtEl>
                                      </p:cBhvr>
                                    </p:animEffect>
                                  </p:childTnLst>
                                </p:cTn>
                              </p:par>
                            </p:childTnLst>
                          </p:cTn>
                        </p:par>
                        <p:par>
                          <p:cTn id="52" fill="hold" nodeType="afterGroup">
                            <p:stCondLst>
                              <p:cond delay="2000"/>
                            </p:stCondLst>
                            <p:childTnLst>
                              <p:par>
                                <p:cTn id="53" presetID="1" presetClass="entr" presetSubtype="0" fill="hold" grpId="0" nodeType="afterEffect">
                                  <p:stCondLst>
                                    <p:cond delay="0"/>
                                  </p:stCondLst>
                                  <p:childTnLst>
                                    <p:set>
                                      <p:cBhvr>
                                        <p:cTn id="54" dur="1" fill="hold">
                                          <p:stCondLst>
                                            <p:cond delay="0"/>
                                          </p:stCondLst>
                                        </p:cTn>
                                        <p:tgtEl>
                                          <p:spTgt spid="38977"/>
                                        </p:tgtEl>
                                        <p:attrNameLst>
                                          <p:attrName>style.visibility</p:attrName>
                                        </p:attrNameLst>
                                      </p:cBhvr>
                                      <p:to>
                                        <p:strVal val="visible"/>
                                      </p:to>
                                    </p:set>
                                  </p:childTnLst>
                                </p:cTn>
                              </p:par>
                            </p:childTnLst>
                          </p:cTn>
                        </p:par>
                        <p:par>
                          <p:cTn id="55" fill="hold" nodeType="afterGroup">
                            <p:stCondLst>
                              <p:cond delay="2000"/>
                            </p:stCondLst>
                            <p:childTnLst>
                              <p:par>
                                <p:cTn id="56" presetID="22" presetClass="entr" presetSubtype="2" fill="hold" grpId="0" nodeType="afterEffect">
                                  <p:stCondLst>
                                    <p:cond delay="0"/>
                                  </p:stCondLst>
                                  <p:childTnLst>
                                    <p:set>
                                      <p:cBhvr>
                                        <p:cTn id="57" dur="1" fill="hold">
                                          <p:stCondLst>
                                            <p:cond delay="0"/>
                                          </p:stCondLst>
                                        </p:cTn>
                                        <p:tgtEl>
                                          <p:spTgt spid="38983"/>
                                        </p:tgtEl>
                                        <p:attrNameLst>
                                          <p:attrName>style.visibility</p:attrName>
                                        </p:attrNameLst>
                                      </p:cBhvr>
                                      <p:to>
                                        <p:strVal val="visible"/>
                                      </p:to>
                                    </p:set>
                                    <p:animEffect transition="in" filter="wipe(right)">
                                      <p:cBhvr>
                                        <p:cTn id="58" dur="500"/>
                                        <p:tgtEl>
                                          <p:spTgt spid="38983"/>
                                        </p:tgtEl>
                                      </p:cBhvr>
                                    </p:animEffect>
                                  </p:childTnLst>
                                </p:cTn>
                              </p:par>
                            </p:childTnLst>
                          </p:cTn>
                        </p:par>
                        <p:par>
                          <p:cTn id="59" fill="hold" nodeType="afterGroup">
                            <p:stCondLst>
                              <p:cond delay="2500"/>
                            </p:stCondLst>
                            <p:childTnLst>
                              <p:par>
                                <p:cTn id="60" presetID="22" presetClass="entr" presetSubtype="2" fill="hold" grpId="0" nodeType="afterEffect">
                                  <p:stCondLst>
                                    <p:cond delay="0"/>
                                  </p:stCondLst>
                                  <p:childTnLst>
                                    <p:set>
                                      <p:cBhvr>
                                        <p:cTn id="61" dur="1" fill="hold">
                                          <p:stCondLst>
                                            <p:cond delay="0"/>
                                          </p:stCondLst>
                                        </p:cTn>
                                        <p:tgtEl>
                                          <p:spTgt spid="38982"/>
                                        </p:tgtEl>
                                        <p:attrNameLst>
                                          <p:attrName>style.visibility</p:attrName>
                                        </p:attrNameLst>
                                      </p:cBhvr>
                                      <p:to>
                                        <p:strVal val="visible"/>
                                      </p:to>
                                    </p:set>
                                    <p:animEffect transition="in" filter="wipe(right)">
                                      <p:cBhvr>
                                        <p:cTn id="62" dur="500"/>
                                        <p:tgtEl>
                                          <p:spTgt spid="38982"/>
                                        </p:tgtEl>
                                      </p:cBhvr>
                                    </p:animEffect>
                                  </p:childTnLst>
                                </p:cTn>
                              </p:par>
                            </p:childTnLst>
                          </p:cTn>
                        </p:par>
                        <p:par>
                          <p:cTn id="63" fill="hold" nodeType="afterGroup">
                            <p:stCondLst>
                              <p:cond delay="3000"/>
                            </p:stCondLst>
                            <p:childTnLst>
                              <p:par>
                                <p:cTn id="64" presetID="22" presetClass="entr" presetSubtype="1" fill="hold" grpId="0" nodeType="afterEffect">
                                  <p:stCondLst>
                                    <p:cond delay="0"/>
                                  </p:stCondLst>
                                  <p:childTnLst>
                                    <p:set>
                                      <p:cBhvr>
                                        <p:cTn id="65" dur="1" fill="hold">
                                          <p:stCondLst>
                                            <p:cond delay="0"/>
                                          </p:stCondLst>
                                        </p:cTn>
                                        <p:tgtEl>
                                          <p:spTgt spid="38971"/>
                                        </p:tgtEl>
                                        <p:attrNameLst>
                                          <p:attrName>style.visibility</p:attrName>
                                        </p:attrNameLst>
                                      </p:cBhvr>
                                      <p:to>
                                        <p:strVal val="visible"/>
                                      </p:to>
                                    </p:set>
                                    <p:animEffect transition="in" filter="wipe(up)">
                                      <p:cBhvr>
                                        <p:cTn id="66" dur="2000"/>
                                        <p:tgtEl>
                                          <p:spTgt spid="38971"/>
                                        </p:tgtEl>
                                      </p:cBhvr>
                                    </p:animEffect>
                                  </p:childTnLst>
                                </p:cTn>
                              </p:par>
                            </p:childTnLst>
                          </p:cTn>
                        </p:par>
                        <p:par>
                          <p:cTn id="67" fill="hold" nodeType="afterGroup">
                            <p:stCondLst>
                              <p:cond delay="5000"/>
                            </p:stCondLst>
                            <p:childTnLst>
                              <p:par>
                                <p:cTn id="68" presetID="22" presetClass="entr" presetSubtype="2" fill="hold" grpId="0" nodeType="afterEffect">
                                  <p:stCondLst>
                                    <p:cond delay="0"/>
                                  </p:stCondLst>
                                  <p:childTnLst>
                                    <p:set>
                                      <p:cBhvr>
                                        <p:cTn id="69" dur="1" fill="hold">
                                          <p:stCondLst>
                                            <p:cond delay="0"/>
                                          </p:stCondLst>
                                        </p:cTn>
                                        <p:tgtEl>
                                          <p:spTgt spid="38981"/>
                                        </p:tgtEl>
                                        <p:attrNameLst>
                                          <p:attrName>style.visibility</p:attrName>
                                        </p:attrNameLst>
                                      </p:cBhvr>
                                      <p:to>
                                        <p:strVal val="visible"/>
                                      </p:to>
                                    </p:set>
                                    <p:animEffect transition="in" filter="wipe(right)">
                                      <p:cBhvr>
                                        <p:cTn id="70" dur="500"/>
                                        <p:tgtEl>
                                          <p:spTgt spid="38981"/>
                                        </p:tgtEl>
                                      </p:cBhvr>
                                    </p:animEffect>
                                  </p:childTnLst>
                                </p:cTn>
                              </p:par>
                            </p:childTnLst>
                          </p:cTn>
                        </p:par>
                        <p:par>
                          <p:cTn id="71" fill="hold" nodeType="afterGroup">
                            <p:stCondLst>
                              <p:cond delay="5500"/>
                            </p:stCondLst>
                            <p:childTnLst>
                              <p:par>
                                <p:cTn id="72" presetID="22" presetClass="entr" presetSubtype="2" fill="hold" grpId="0" nodeType="afterEffect">
                                  <p:stCondLst>
                                    <p:cond delay="0"/>
                                  </p:stCondLst>
                                  <p:childTnLst>
                                    <p:set>
                                      <p:cBhvr>
                                        <p:cTn id="73" dur="1" fill="hold">
                                          <p:stCondLst>
                                            <p:cond delay="0"/>
                                          </p:stCondLst>
                                        </p:cTn>
                                        <p:tgtEl>
                                          <p:spTgt spid="38980"/>
                                        </p:tgtEl>
                                        <p:attrNameLst>
                                          <p:attrName>style.visibility</p:attrName>
                                        </p:attrNameLst>
                                      </p:cBhvr>
                                      <p:to>
                                        <p:strVal val="visible"/>
                                      </p:to>
                                    </p:set>
                                    <p:animEffect transition="in" filter="wipe(right)">
                                      <p:cBhvr>
                                        <p:cTn id="74" dur="500"/>
                                        <p:tgtEl>
                                          <p:spTgt spid="38980"/>
                                        </p:tgtEl>
                                      </p:cBhvr>
                                    </p:animEffect>
                                  </p:childTnLst>
                                </p:cTn>
                              </p:par>
                            </p:childTnLst>
                          </p:cTn>
                        </p:par>
                        <p:par>
                          <p:cTn id="75" fill="hold" nodeType="afterGroup">
                            <p:stCondLst>
                              <p:cond delay="6000"/>
                            </p:stCondLst>
                            <p:childTnLst>
                              <p:par>
                                <p:cTn id="76" presetID="22" presetClass="entr" presetSubtype="1" fill="hold" grpId="0" nodeType="afterEffect">
                                  <p:stCondLst>
                                    <p:cond delay="0"/>
                                  </p:stCondLst>
                                  <p:childTnLst>
                                    <p:set>
                                      <p:cBhvr>
                                        <p:cTn id="77" dur="1" fill="hold">
                                          <p:stCondLst>
                                            <p:cond delay="0"/>
                                          </p:stCondLst>
                                        </p:cTn>
                                        <p:tgtEl>
                                          <p:spTgt spid="38970"/>
                                        </p:tgtEl>
                                        <p:attrNameLst>
                                          <p:attrName>style.visibility</p:attrName>
                                        </p:attrNameLst>
                                      </p:cBhvr>
                                      <p:to>
                                        <p:strVal val="visible"/>
                                      </p:to>
                                    </p:set>
                                    <p:animEffect transition="in" filter="wipe(up)">
                                      <p:cBhvr>
                                        <p:cTn id="78" dur="2000"/>
                                        <p:tgtEl>
                                          <p:spTgt spid="38970"/>
                                        </p:tgtEl>
                                      </p:cBhvr>
                                    </p:animEffect>
                                  </p:childTnLst>
                                </p:cTn>
                              </p:par>
                            </p:childTnLst>
                          </p:cTn>
                        </p:par>
                        <p:par>
                          <p:cTn id="79" fill="hold" nodeType="afterGroup">
                            <p:stCondLst>
                              <p:cond delay="8000"/>
                            </p:stCondLst>
                            <p:childTnLst>
                              <p:par>
                                <p:cTn id="80" presetID="22" presetClass="entr" presetSubtype="2" fill="hold" grpId="0" nodeType="afterEffect">
                                  <p:stCondLst>
                                    <p:cond delay="0"/>
                                  </p:stCondLst>
                                  <p:childTnLst>
                                    <p:set>
                                      <p:cBhvr>
                                        <p:cTn id="81" dur="1" fill="hold">
                                          <p:stCondLst>
                                            <p:cond delay="0"/>
                                          </p:stCondLst>
                                        </p:cTn>
                                        <p:tgtEl>
                                          <p:spTgt spid="38979"/>
                                        </p:tgtEl>
                                        <p:attrNameLst>
                                          <p:attrName>style.visibility</p:attrName>
                                        </p:attrNameLst>
                                      </p:cBhvr>
                                      <p:to>
                                        <p:strVal val="visible"/>
                                      </p:to>
                                    </p:set>
                                    <p:animEffect transition="in" filter="wipe(right)">
                                      <p:cBhvr>
                                        <p:cTn id="82" dur="500"/>
                                        <p:tgtEl>
                                          <p:spTgt spid="38979"/>
                                        </p:tgtEl>
                                      </p:cBhvr>
                                    </p:animEffect>
                                  </p:childTnLst>
                                </p:cTn>
                              </p:par>
                            </p:childTnLst>
                          </p:cTn>
                        </p:par>
                        <p:par>
                          <p:cTn id="83" fill="hold" nodeType="afterGroup">
                            <p:stCondLst>
                              <p:cond delay="8500"/>
                            </p:stCondLst>
                            <p:childTnLst>
                              <p:par>
                                <p:cTn id="84" presetID="22" presetClass="entr" presetSubtype="2" fill="hold" grpId="0" nodeType="afterEffect">
                                  <p:stCondLst>
                                    <p:cond delay="0"/>
                                  </p:stCondLst>
                                  <p:childTnLst>
                                    <p:set>
                                      <p:cBhvr>
                                        <p:cTn id="85" dur="1" fill="hold">
                                          <p:stCondLst>
                                            <p:cond delay="0"/>
                                          </p:stCondLst>
                                        </p:cTn>
                                        <p:tgtEl>
                                          <p:spTgt spid="38978"/>
                                        </p:tgtEl>
                                        <p:attrNameLst>
                                          <p:attrName>style.visibility</p:attrName>
                                        </p:attrNameLst>
                                      </p:cBhvr>
                                      <p:to>
                                        <p:strVal val="visible"/>
                                      </p:to>
                                    </p:set>
                                    <p:animEffect transition="in" filter="wipe(right)">
                                      <p:cBhvr>
                                        <p:cTn id="86" dur="500"/>
                                        <p:tgtEl>
                                          <p:spTgt spid="38978"/>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1" presetClass="entr" presetSubtype="0" fill="hold" nodeType="clickEffect">
                                  <p:stCondLst>
                                    <p:cond delay="0"/>
                                  </p:stCondLst>
                                  <p:childTnLst>
                                    <p:set>
                                      <p:cBhvr>
                                        <p:cTn id="90" dur="1" fill="hold">
                                          <p:stCondLst>
                                            <p:cond delay="0"/>
                                          </p:stCondLst>
                                        </p:cTn>
                                        <p:tgtEl>
                                          <p:spTgt spid="38935">
                                            <p:txEl>
                                              <p:pRg st="3" end="3"/>
                                            </p:txEl>
                                          </p:spTgt>
                                        </p:tgtEl>
                                        <p:attrNameLst>
                                          <p:attrName>style.visibility</p:attrName>
                                        </p:attrNameLst>
                                      </p:cBhvr>
                                      <p:to>
                                        <p:strVal val="visible"/>
                                      </p:to>
                                    </p:set>
                                  </p:childTnLst>
                                </p:cTn>
                              </p:par>
                            </p:childTnLst>
                          </p:cTn>
                        </p:par>
                        <p:par>
                          <p:cTn id="91" fill="hold" nodeType="afterGroup">
                            <p:stCondLst>
                              <p:cond delay="0"/>
                            </p:stCondLst>
                            <p:childTnLst>
                              <p:par>
                                <p:cTn id="92" presetID="2" presetClass="exit" presetSubtype="4" fill="hold" grpId="1" nodeType="afterEffect">
                                  <p:stCondLst>
                                    <p:cond delay="0"/>
                                  </p:stCondLst>
                                  <p:childTnLst>
                                    <p:anim calcmode="lin" valueType="num">
                                      <p:cBhvr additive="base">
                                        <p:cTn id="93" dur="500"/>
                                        <p:tgtEl>
                                          <p:spTgt spid="38983"/>
                                        </p:tgtEl>
                                        <p:attrNameLst>
                                          <p:attrName>ppt_x</p:attrName>
                                        </p:attrNameLst>
                                      </p:cBhvr>
                                      <p:tavLst>
                                        <p:tav tm="0">
                                          <p:val>
                                            <p:strVal val="ppt_x"/>
                                          </p:val>
                                        </p:tav>
                                        <p:tav tm="100000">
                                          <p:val>
                                            <p:strVal val="ppt_x"/>
                                          </p:val>
                                        </p:tav>
                                      </p:tavLst>
                                    </p:anim>
                                    <p:anim calcmode="lin" valueType="num">
                                      <p:cBhvr additive="base">
                                        <p:cTn id="94" dur="500"/>
                                        <p:tgtEl>
                                          <p:spTgt spid="38983"/>
                                        </p:tgtEl>
                                        <p:attrNameLst>
                                          <p:attrName>ppt_y</p:attrName>
                                        </p:attrNameLst>
                                      </p:cBhvr>
                                      <p:tavLst>
                                        <p:tav tm="0">
                                          <p:val>
                                            <p:strVal val="ppt_y"/>
                                          </p:val>
                                        </p:tav>
                                        <p:tav tm="100000">
                                          <p:val>
                                            <p:strVal val="1+ppt_h/2"/>
                                          </p:val>
                                        </p:tav>
                                      </p:tavLst>
                                    </p:anim>
                                    <p:set>
                                      <p:cBhvr>
                                        <p:cTn id="95" dur="1" fill="hold">
                                          <p:stCondLst>
                                            <p:cond delay="499"/>
                                          </p:stCondLst>
                                        </p:cTn>
                                        <p:tgtEl>
                                          <p:spTgt spid="38983"/>
                                        </p:tgtEl>
                                        <p:attrNameLst>
                                          <p:attrName>style.visibility</p:attrName>
                                        </p:attrNameLst>
                                      </p:cBhvr>
                                      <p:to>
                                        <p:strVal val="hidden"/>
                                      </p:to>
                                    </p:set>
                                  </p:childTnLst>
                                </p:cTn>
                              </p:par>
                            </p:childTnLst>
                          </p:cTn>
                        </p:par>
                        <p:par>
                          <p:cTn id="96" fill="hold" nodeType="afterGroup">
                            <p:stCondLst>
                              <p:cond delay="500"/>
                            </p:stCondLst>
                            <p:childTnLst>
                              <p:par>
                                <p:cTn id="97" presetID="22" presetClass="entr" presetSubtype="1" fill="hold" nodeType="afterEffect">
                                  <p:stCondLst>
                                    <p:cond delay="0"/>
                                  </p:stCondLst>
                                  <p:childTnLst>
                                    <p:set>
                                      <p:cBhvr>
                                        <p:cTn id="98" dur="1" fill="hold">
                                          <p:stCondLst>
                                            <p:cond delay="0"/>
                                          </p:stCondLst>
                                        </p:cTn>
                                        <p:tgtEl>
                                          <p:spTgt spid="38928"/>
                                        </p:tgtEl>
                                        <p:attrNameLst>
                                          <p:attrName>style.visibility</p:attrName>
                                        </p:attrNameLst>
                                      </p:cBhvr>
                                      <p:to>
                                        <p:strVal val="visible"/>
                                      </p:to>
                                    </p:set>
                                    <p:animEffect transition="in" filter="wipe(up)">
                                      <p:cBhvr>
                                        <p:cTn id="99" dur="500"/>
                                        <p:tgtEl>
                                          <p:spTgt spid="38928"/>
                                        </p:tgtEl>
                                      </p:cBhvr>
                                    </p:animEffect>
                                  </p:childTnLst>
                                </p:cTn>
                              </p:par>
                            </p:childTnLst>
                          </p:cTn>
                        </p:par>
                        <p:par>
                          <p:cTn id="100" fill="hold" nodeType="afterGroup">
                            <p:stCondLst>
                              <p:cond delay="1000"/>
                            </p:stCondLst>
                            <p:childTnLst>
                              <p:par>
                                <p:cTn id="101" presetID="2" presetClass="exit" presetSubtype="4" fill="hold" grpId="1" nodeType="afterEffect">
                                  <p:stCondLst>
                                    <p:cond delay="0"/>
                                  </p:stCondLst>
                                  <p:childTnLst>
                                    <p:anim calcmode="lin" valueType="num">
                                      <p:cBhvr additive="base">
                                        <p:cTn id="102" dur="500"/>
                                        <p:tgtEl>
                                          <p:spTgt spid="38981"/>
                                        </p:tgtEl>
                                        <p:attrNameLst>
                                          <p:attrName>ppt_x</p:attrName>
                                        </p:attrNameLst>
                                      </p:cBhvr>
                                      <p:tavLst>
                                        <p:tav tm="0">
                                          <p:val>
                                            <p:strVal val="ppt_x"/>
                                          </p:val>
                                        </p:tav>
                                        <p:tav tm="100000">
                                          <p:val>
                                            <p:strVal val="ppt_x"/>
                                          </p:val>
                                        </p:tav>
                                      </p:tavLst>
                                    </p:anim>
                                    <p:anim calcmode="lin" valueType="num">
                                      <p:cBhvr additive="base">
                                        <p:cTn id="103" dur="500"/>
                                        <p:tgtEl>
                                          <p:spTgt spid="38981"/>
                                        </p:tgtEl>
                                        <p:attrNameLst>
                                          <p:attrName>ppt_y</p:attrName>
                                        </p:attrNameLst>
                                      </p:cBhvr>
                                      <p:tavLst>
                                        <p:tav tm="0">
                                          <p:val>
                                            <p:strVal val="ppt_y"/>
                                          </p:val>
                                        </p:tav>
                                        <p:tav tm="100000">
                                          <p:val>
                                            <p:strVal val="1+ppt_h/2"/>
                                          </p:val>
                                        </p:tav>
                                      </p:tavLst>
                                    </p:anim>
                                    <p:set>
                                      <p:cBhvr>
                                        <p:cTn id="104" dur="1" fill="hold">
                                          <p:stCondLst>
                                            <p:cond delay="499"/>
                                          </p:stCondLst>
                                        </p:cTn>
                                        <p:tgtEl>
                                          <p:spTgt spid="38981"/>
                                        </p:tgtEl>
                                        <p:attrNameLst>
                                          <p:attrName>style.visibility</p:attrName>
                                        </p:attrNameLst>
                                      </p:cBhvr>
                                      <p:to>
                                        <p:strVal val="hidden"/>
                                      </p:to>
                                    </p:set>
                                  </p:childTnLst>
                                </p:cTn>
                              </p:par>
                            </p:childTnLst>
                          </p:cTn>
                        </p:par>
                        <p:par>
                          <p:cTn id="105" fill="hold" nodeType="afterGroup">
                            <p:stCondLst>
                              <p:cond delay="1500"/>
                            </p:stCondLst>
                            <p:childTnLst>
                              <p:par>
                                <p:cTn id="106" presetID="22" presetClass="entr" presetSubtype="1" fill="hold" nodeType="afterEffect">
                                  <p:stCondLst>
                                    <p:cond delay="0"/>
                                  </p:stCondLst>
                                  <p:childTnLst>
                                    <p:set>
                                      <p:cBhvr>
                                        <p:cTn id="107" dur="1" fill="hold">
                                          <p:stCondLst>
                                            <p:cond delay="0"/>
                                          </p:stCondLst>
                                        </p:cTn>
                                        <p:tgtEl>
                                          <p:spTgt spid="38923"/>
                                        </p:tgtEl>
                                        <p:attrNameLst>
                                          <p:attrName>style.visibility</p:attrName>
                                        </p:attrNameLst>
                                      </p:cBhvr>
                                      <p:to>
                                        <p:strVal val="visible"/>
                                      </p:to>
                                    </p:set>
                                    <p:animEffect transition="in" filter="wipe(up)">
                                      <p:cBhvr>
                                        <p:cTn id="108" dur="500"/>
                                        <p:tgtEl>
                                          <p:spTgt spid="38923"/>
                                        </p:tgtEl>
                                      </p:cBhvr>
                                    </p:animEffect>
                                  </p:childTnLst>
                                </p:cTn>
                              </p:par>
                            </p:childTnLst>
                          </p:cTn>
                        </p:par>
                        <p:par>
                          <p:cTn id="109" fill="hold" nodeType="afterGroup">
                            <p:stCondLst>
                              <p:cond delay="2000"/>
                            </p:stCondLst>
                            <p:childTnLst>
                              <p:par>
                                <p:cTn id="110" presetID="2" presetClass="exit" presetSubtype="4" fill="hold" grpId="1" nodeType="afterEffect">
                                  <p:stCondLst>
                                    <p:cond delay="0"/>
                                  </p:stCondLst>
                                  <p:childTnLst>
                                    <p:anim calcmode="lin" valueType="num">
                                      <p:cBhvr additive="base">
                                        <p:cTn id="111" dur="500"/>
                                        <p:tgtEl>
                                          <p:spTgt spid="38979"/>
                                        </p:tgtEl>
                                        <p:attrNameLst>
                                          <p:attrName>ppt_x</p:attrName>
                                        </p:attrNameLst>
                                      </p:cBhvr>
                                      <p:tavLst>
                                        <p:tav tm="0">
                                          <p:val>
                                            <p:strVal val="ppt_x"/>
                                          </p:val>
                                        </p:tav>
                                        <p:tav tm="100000">
                                          <p:val>
                                            <p:strVal val="ppt_x"/>
                                          </p:val>
                                        </p:tav>
                                      </p:tavLst>
                                    </p:anim>
                                    <p:anim calcmode="lin" valueType="num">
                                      <p:cBhvr additive="base">
                                        <p:cTn id="112" dur="500"/>
                                        <p:tgtEl>
                                          <p:spTgt spid="38979"/>
                                        </p:tgtEl>
                                        <p:attrNameLst>
                                          <p:attrName>ppt_y</p:attrName>
                                        </p:attrNameLst>
                                      </p:cBhvr>
                                      <p:tavLst>
                                        <p:tav tm="0">
                                          <p:val>
                                            <p:strVal val="ppt_y"/>
                                          </p:val>
                                        </p:tav>
                                        <p:tav tm="100000">
                                          <p:val>
                                            <p:strVal val="1+ppt_h/2"/>
                                          </p:val>
                                        </p:tav>
                                      </p:tavLst>
                                    </p:anim>
                                    <p:set>
                                      <p:cBhvr>
                                        <p:cTn id="113" dur="1" fill="hold">
                                          <p:stCondLst>
                                            <p:cond delay="499"/>
                                          </p:stCondLst>
                                        </p:cTn>
                                        <p:tgtEl>
                                          <p:spTgt spid="38979"/>
                                        </p:tgtEl>
                                        <p:attrNameLst>
                                          <p:attrName>style.visibility</p:attrName>
                                        </p:attrNameLst>
                                      </p:cBhvr>
                                      <p:to>
                                        <p:strVal val="hidden"/>
                                      </p:to>
                                    </p:set>
                                  </p:childTnLst>
                                </p:cTn>
                              </p:par>
                            </p:childTnLst>
                          </p:cTn>
                        </p:par>
                        <p:par>
                          <p:cTn id="114" fill="hold" nodeType="afterGroup">
                            <p:stCondLst>
                              <p:cond delay="2500"/>
                            </p:stCondLst>
                            <p:childTnLst>
                              <p:par>
                                <p:cTn id="115" presetID="22" presetClass="entr" presetSubtype="1" fill="hold" nodeType="afterEffect">
                                  <p:stCondLst>
                                    <p:cond delay="0"/>
                                  </p:stCondLst>
                                  <p:childTnLst>
                                    <p:set>
                                      <p:cBhvr>
                                        <p:cTn id="116" dur="1" fill="hold">
                                          <p:stCondLst>
                                            <p:cond delay="0"/>
                                          </p:stCondLst>
                                        </p:cTn>
                                        <p:tgtEl>
                                          <p:spTgt spid="38917"/>
                                        </p:tgtEl>
                                        <p:attrNameLst>
                                          <p:attrName>style.visibility</p:attrName>
                                        </p:attrNameLst>
                                      </p:cBhvr>
                                      <p:to>
                                        <p:strVal val="visible"/>
                                      </p:to>
                                    </p:set>
                                    <p:animEffect transition="in" filter="wipe(up)">
                                      <p:cBhvr>
                                        <p:cTn id="117" dur="500"/>
                                        <p:tgtEl>
                                          <p:spTgt spid="38917"/>
                                        </p:tgtEl>
                                      </p:cBhvr>
                                    </p:animEffect>
                                  </p:childTnLst>
                                </p:cTn>
                              </p:par>
                            </p:childTnLst>
                          </p:cTn>
                        </p:par>
                        <p:par>
                          <p:cTn id="118" fill="hold" nodeType="afterGroup">
                            <p:stCondLst>
                              <p:cond delay="3000"/>
                            </p:stCondLst>
                            <p:childTnLst>
                              <p:par>
                                <p:cTn id="119" presetID="9" presetClass="entr" presetSubtype="0" fill="hold" grpId="0" nodeType="afterEffect">
                                  <p:stCondLst>
                                    <p:cond delay="1000"/>
                                  </p:stCondLst>
                                  <p:childTnLst>
                                    <p:set>
                                      <p:cBhvr>
                                        <p:cTn id="120" dur="1" fill="hold">
                                          <p:stCondLst>
                                            <p:cond delay="0"/>
                                          </p:stCondLst>
                                        </p:cTn>
                                        <p:tgtEl>
                                          <p:spTgt spid="38984"/>
                                        </p:tgtEl>
                                        <p:attrNameLst>
                                          <p:attrName>style.visibility</p:attrName>
                                        </p:attrNameLst>
                                      </p:cBhvr>
                                      <p:to>
                                        <p:strVal val="visible"/>
                                      </p:to>
                                    </p:set>
                                    <p:animEffect transition="in" filter="dissolve">
                                      <p:cBhvr>
                                        <p:cTn id="121" dur="1000"/>
                                        <p:tgtEl>
                                          <p:spTgt spid="389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51" grpId="0" animBg="1"/>
      <p:bldP spid="38960" grpId="0" animBg="1"/>
      <p:bldP spid="38964" grpId="0" animBg="1"/>
      <p:bldP spid="38970" grpId="0" animBg="1"/>
      <p:bldP spid="38971" grpId="0" animBg="1"/>
      <p:bldP spid="38977" grpId="0"/>
      <p:bldP spid="38978" grpId="0" animBg="1"/>
      <p:bldP spid="38979" grpId="0" animBg="1"/>
      <p:bldP spid="38979" grpId="1" animBg="1"/>
      <p:bldP spid="38980" grpId="0" animBg="1"/>
      <p:bldP spid="38981" grpId="0" animBg="1"/>
      <p:bldP spid="38981" grpId="1" animBg="1"/>
      <p:bldP spid="38982" grpId="0" animBg="1"/>
      <p:bldP spid="38983" grpId="0" animBg="1"/>
      <p:bldP spid="38983" grpId="1" animBg="1"/>
      <p:bldP spid="38984"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2" name="组合 121"/>
          <p:cNvGrpSpPr/>
          <p:nvPr/>
        </p:nvGrpSpPr>
        <p:grpSpPr>
          <a:xfrm>
            <a:off x="7859060" y="1899802"/>
            <a:ext cx="1745250" cy="3995738"/>
            <a:chOff x="272257" y="1605534"/>
            <a:chExt cx="1893887" cy="4298950"/>
          </a:xfrm>
        </p:grpSpPr>
        <p:sp>
          <p:nvSpPr>
            <p:cNvPr id="123" name="Rectangle 4"/>
            <p:cNvSpPr>
              <a:spLocks noChangeArrowheads="1"/>
            </p:cNvSpPr>
            <p:nvPr/>
          </p:nvSpPr>
          <p:spPr bwMode="auto">
            <a:xfrm>
              <a:off x="308769" y="1649984"/>
              <a:ext cx="1824038" cy="4254500"/>
            </a:xfrm>
            <a:prstGeom prst="rect">
              <a:avLst/>
            </a:prstGeom>
            <a:solidFill>
              <a:srgbClr val="B0DEF5"/>
            </a:solidFill>
            <a:ln w="28575">
              <a:solidFill>
                <a:srgbClr val="000000"/>
              </a:solidFill>
              <a:miter lim="800000"/>
              <a:headEnd type="none" w="sm" len="sm"/>
              <a:tailEnd type="none" w="sm" len="sm"/>
            </a:ln>
            <a:effectLst>
              <a:outerShdw dist="107763" dir="2700000" algn="ctr" rotWithShape="0">
                <a:srgbClr val="000000"/>
              </a:outerShdw>
            </a:effectLst>
          </p:spPr>
          <p:txBody>
            <a:bodyPr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24" name="Line 5"/>
            <p:cNvSpPr>
              <a:spLocks noChangeShapeType="1"/>
            </p:cNvSpPr>
            <p:nvPr/>
          </p:nvSpPr>
          <p:spPr bwMode="auto">
            <a:xfrm>
              <a:off x="308769" y="4094734"/>
              <a:ext cx="1824038" cy="0"/>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25" name="Line 6"/>
            <p:cNvSpPr>
              <a:spLocks noChangeShapeType="1"/>
            </p:cNvSpPr>
            <p:nvPr/>
          </p:nvSpPr>
          <p:spPr bwMode="auto">
            <a:xfrm>
              <a:off x="304007" y="4728147"/>
              <a:ext cx="1824037" cy="0"/>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26" name="Line 7"/>
            <p:cNvSpPr>
              <a:spLocks noChangeShapeType="1"/>
            </p:cNvSpPr>
            <p:nvPr/>
          </p:nvSpPr>
          <p:spPr bwMode="auto">
            <a:xfrm>
              <a:off x="323057" y="5348859"/>
              <a:ext cx="1824037" cy="0"/>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27" name="Line 8"/>
            <p:cNvSpPr>
              <a:spLocks noChangeShapeType="1"/>
            </p:cNvSpPr>
            <p:nvPr/>
          </p:nvSpPr>
          <p:spPr bwMode="auto">
            <a:xfrm>
              <a:off x="304007" y="3462909"/>
              <a:ext cx="1824037" cy="0"/>
            </a:xfrm>
            <a:prstGeom prst="line">
              <a:avLst/>
            </a:prstGeom>
            <a:noFill/>
            <a:ln w="28575">
              <a:solidFill>
                <a:srgbClr val="0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28" name="Rectangle 9"/>
            <p:cNvSpPr>
              <a:spLocks noChangeArrowheads="1"/>
            </p:cNvSpPr>
            <p:nvPr/>
          </p:nvSpPr>
          <p:spPr bwMode="auto">
            <a:xfrm>
              <a:off x="313532" y="3478784"/>
              <a:ext cx="1817687" cy="606425"/>
            </a:xfrm>
            <a:prstGeom prst="rect">
              <a:avLst/>
            </a:prstGeom>
            <a:solidFill>
              <a:srgbClr val="FFCC99"/>
            </a:solidFill>
            <a:ln w="28575">
              <a:solidFill>
                <a:srgbClr val="000000"/>
              </a:solidFill>
              <a:miter lim="800000"/>
              <a:headEnd type="none" w="sm" len="sm"/>
              <a:tailEnd type="none" w="sm" len="sm"/>
            </a:ln>
            <a:effectLst>
              <a:outerShdw dist="35921" dir="2700000" algn="ctr" rotWithShape="0">
                <a:srgbClr val="000000"/>
              </a:outerShdw>
            </a:effectLst>
          </p:spPr>
          <p:txBody>
            <a:bodyPr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29" name="Text Box 10"/>
            <p:cNvSpPr txBox="1">
              <a:spLocks noChangeArrowheads="1"/>
            </p:cNvSpPr>
            <p:nvPr/>
          </p:nvSpPr>
          <p:spPr bwMode="auto">
            <a:xfrm>
              <a:off x="767557" y="3556572"/>
              <a:ext cx="869950"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pPr eaLnBrk="0" fontAlgn="base" hangingPunct="0">
                <a:spcBef>
                  <a:spcPct val="0"/>
                </a:spcBef>
                <a:spcAft>
                  <a:spcPct val="0"/>
                </a:spcAft>
              </a:pPr>
              <a:r>
                <a:rPr lang="zh-CN" altLang="en-US" b="1" dirty="0" smtClean="0">
                  <a:solidFill>
                    <a:srgbClr val="000000"/>
                  </a:solidFill>
                  <a:latin typeface="Helvetica" panose="020B0604020202020204" pitchFamily="34" charset="0"/>
                  <a:ea typeface="宋体" panose="02010600030101010101" pitchFamily="2" charset="-122"/>
                </a:rPr>
                <a:t>传输层</a:t>
              </a:r>
            </a:p>
          </p:txBody>
        </p:sp>
        <p:sp>
          <p:nvSpPr>
            <p:cNvPr id="130" name="Rectangle 11"/>
            <p:cNvSpPr>
              <a:spLocks noChangeArrowheads="1"/>
            </p:cNvSpPr>
            <p:nvPr/>
          </p:nvSpPr>
          <p:spPr bwMode="auto">
            <a:xfrm>
              <a:off x="313532" y="4720209"/>
              <a:ext cx="1817687" cy="606425"/>
            </a:xfrm>
            <a:prstGeom prst="rect">
              <a:avLst/>
            </a:prstGeom>
            <a:solidFill>
              <a:srgbClr val="FFCC99"/>
            </a:solidFill>
            <a:ln w="28575">
              <a:solidFill>
                <a:srgbClr val="000000"/>
              </a:solidFill>
              <a:miter lim="800000"/>
              <a:headEnd type="none" w="sm" len="sm"/>
              <a:tailEnd type="none" w="sm" len="sm"/>
            </a:ln>
            <a:effectLst>
              <a:outerShdw dist="35921" dir="2700000" algn="ctr" rotWithShape="0">
                <a:srgbClr val="000000"/>
              </a:outerShdw>
            </a:effectLst>
          </p:spPr>
          <p:txBody>
            <a:bodyPr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31" name="Text Box 12"/>
            <p:cNvSpPr txBox="1">
              <a:spLocks noChangeArrowheads="1"/>
            </p:cNvSpPr>
            <p:nvPr/>
          </p:nvSpPr>
          <p:spPr bwMode="auto">
            <a:xfrm>
              <a:off x="538957" y="4826572"/>
              <a:ext cx="1327150"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pPr eaLnBrk="0" fontAlgn="base" hangingPunct="0">
                <a:spcBef>
                  <a:spcPct val="0"/>
                </a:spcBef>
                <a:spcAft>
                  <a:spcPct val="0"/>
                </a:spcAft>
              </a:pPr>
              <a:r>
                <a:rPr lang="zh-CN" altLang="en-US" b="1" smtClean="0">
                  <a:solidFill>
                    <a:srgbClr val="000000"/>
                  </a:solidFill>
                  <a:latin typeface="Helvetica" panose="020B0604020202020204" pitchFamily="34" charset="0"/>
                  <a:ea typeface="宋体" panose="02010600030101010101" pitchFamily="2" charset="-122"/>
                </a:rPr>
                <a:t>数据链路层</a:t>
              </a:r>
            </a:p>
          </p:txBody>
        </p:sp>
        <p:sp>
          <p:nvSpPr>
            <p:cNvPr id="132" name="Rectangle 13"/>
            <p:cNvSpPr>
              <a:spLocks noChangeArrowheads="1"/>
            </p:cNvSpPr>
            <p:nvPr/>
          </p:nvSpPr>
          <p:spPr bwMode="auto">
            <a:xfrm>
              <a:off x="313532" y="4113784"/>
              <a:ext cx="1817687" cy="606425"/>
            </a:xfrm>
            <a:prstGeom prst="rect">
              <a:avLst/>
            </a:prstGeom>
            <a:solidFill>
              <a:srgbClr val="FFCC99"/>
            </a:solidFill>
            <a:ln w="28575">
              <a:solidFill>
                <a:srgbClr val="000000"/>
              </a:solidFill>
              <a:miter lim="800000"/>
              <a:headEnd type="none" w="sm" len="sm"/>
              <a:tailEnd type="none" w="sm" len="sm"/>
            </a:ln>
            <a:effectLst>
              <a:outerShdw dist="35921" dir="2700000" algn="ctr" rotWithShape="0">
                <a:srgbClr val="000000"/>
              </a:outerShdw>
            </a:effectLst>
          </p:spPr>
          <p:txBody>
            <a:bodyPr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33" name="Text Box 14"/>
            <p:cNvSpPr txBox="1">
              <a:spLocks noChangeArrowheads="1"/>
            </p:cNvSpPr>
            <p:nvPr/>
          </p:nvSpPr>
          <p:spPr bwMode="auto">
            <a:xfrm>
              <a:off x="767557" y="4205859"/>
              <a:ext cx="869950"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pPr eaLnBrk="0" fontAlgn="base" hangingPunct="0">
                <a:spcBef>
                  <a:spcPct val="0"/>
                </a:spcBef>
                <a:spcAft>
                  <a:spcPct val="0"/>
                </a:spcAft>
              </a:pPr>
              <a:r>
                <a:rPr lang="zh-CN" altLang="en-US" b="1" dirty="0" smtClean="0">
                  <a:solidFill>
                    <a:srgbClr val="000000"/>
                  </a:solidFill>
                  <a:latin typeface="Helvetica" panose="020B0604020202020204" pitchFamily="34" charset="0"/>
                  <a:ea typeface="宋体" panose="02010600030101010101" pitchFamily="2" charset="-122"/>
                </a:rPr>
                <a:t>网络层</a:t>
              </a:r>
            </a:p>
          </p:txBody>
        </p:sp>
        <p:sp>
          <p:nvSpPr>
            <p:cNvPr id="134" name="Line 15"/>
            <p:cNvSpPr>
              <a:spLocks noChangeShapeType="1"/>
            </p:cNvSpPr>
            <p:nvPr/>
          </p:nvSpPr>
          <p:spPr bwMode="auto">
            <a:xfrm>
              <a:off x="323057" y="5280597"/>
              <a:ext cx="1824037" cy="0"/>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35" name="Line 16"/>
            <p:cNvSpPr>
              <a:spLocks noChangeShapeType="1"/>
            </p:cNvSpPr>
            <p:nvPr/>
          </p:nvSpPr>
          <p:spPr bwMode="auto">
            <a:xfrm>
              <a:off x="342107" y="5901309"/>
              <a:ext cx="1824037" cy="0"/>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36" name="Rectangle 17"/>
            <p:cNvSpPr>
              <a:spLocks noChangeArrowheads="1"/>
            </p:cNvSpPr>
            <p:nvPr/>
          </p:nvSpPr>
          <p:spPr bwMode="auto">
            <a:xfrm>
              <a:off x="319882" y="5298059"/>
              <a:ext cx="1817687" cy="606425"/>
            </a:xfrm>
            <a:prstGeom prst="rect">
              <a:avLst/>
            </a:prstGeom>
            <a:solidFill>
              <a:srgbClr val="FFCC99"/>
            </a:solidFill>
            <a:ln w="28575">
              <a:solidFill>
                <a:srgbClr val="000000"/>
              </a:solidFill>
              <a:miter lim="800000"/>
              <a:headEnd type="none" w="sm" len="sm"/>
              <a:tailEnd type="none" w="sm" len="sm"/>
            </a:ln>
            <a:effectLst>
              <a:outerShdw dist="35921" dir="2700000" algn="ctr" rotWithShape="0">
                <a:srgbClr val="000000"/>
              </a:outerShdw>
            </a:effectLst>
          </p:spPr>
          <p:txBody>
            <a:bodyPr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37" name="Text Box 18"/>
            <p:cNvSpPr txBox="1">
              <a:spLocks noChangeArrowheads="1"/>
            </p:cNvSpPr>
            <p:nvPr/>
          </p:nvSpPr>
          <p:spPr bwMode="auto">
            <a:xfrm>
              <a:off x="767557" y="5436172"/>
              <a:ext cx="869950"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pPr eaLnBrk="0" fontAlgn="base" hangingPunct="0">
                <a:spcBef>
                  <a:spcPct val="0"/>
                </a:spcBef>
                <a:spcAft>
                  <a:spcPct val="0"/>
                </a:spcAft>
              </a:pPr>
              <a:r>
                <a:rPr lang="zh-CN" altLang="en-US" b="1" smtClean="0">
                  <a:solidFill>
                    <a:srgbClr val="000000"/>
                  </a:solidFill>
                  <a:latin typeface="Helvetica" panose="020B0604020202020204" pitchFamily="34" charset="0"/>
                  <a:ea typeface="宋体" panose="02010600030101010101" pitchFamily="2" charset="-122"/>
                </a:rPr>
                <a:t>物理层</a:t>
              </a:r>
            </a:p>
          </p:txBody>
        </p:sp>
        <p:sp>
          <p:nvSpPr>
            <p:cNvPr id="138" name="Line 19"/>
            <p:cNvSpPr>
              <a:spLocks noChangeShapeType="1"/>
            </p:cNvSpPr>
            <p:nvPr/>
          </p:nvSpPr>
          <p:spPr bwMode="auto">
            <a:xfrm>
              <a:off x="323057" y="2773934"/>
              <a:ext cx="1825625" cy="0"/>
            </a:xfrm>
            <a:prstGeom prst="line">
              <a:avLst/>
            </a:prstGeom>
            <a:noFill/>
            <a:ln w="28575">
              <a:solidFill>
                <a:srgbClr val="0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39" name="Line 20"/>
            <p:cNvSpPr>
              <a:spLocks noChangeShapeType="1"/>
            </p:cNvSpPr>
            <p:nvPr/>
          </p:nvSpPr>
          <p:spPr bwMode="auto">
            <a:xfrm>
              <a:off x="318294" y="2199259"/>
              <a:ext cx="1824038" cy="0"/>
            </a:xfrm>
            <a:prstGeom prst="line">
              <a:avLst/>
            </a:prstGeom>
            <a:noFill/>
            <a:ln w="28575">
              <a:solidFill>
                <a:srgbClr val="0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40" name="Line 21"/>
            <p:cNvSpPr>
              <a:spLocks noChangeShapeType="1"/>
            </p:cNvSpPr>
            <p:nvPr/>
          </p:nvSpPr>
          <p:spPr bwMode="auto">
            <a:xfrm>
              <a:off x="315119" y="2234184"/>
              <a:ext cx="1824038" cy="0"/>
            </a:xfrm>
            <a:prstGeom prst="line">
              <a:avLst/>
            </a:prstGeom>
            <a:noFill/>
            <a:ln w="28575">
              <a:solidFill>
                <a:srgbClr val="0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41" name="Line 22"/>
            <p:cNvSpPr>
              <a:spLocks noChangeShapeType="1"/>
            </p:cNvSpPr>
            <p:nvPr/>
          </p:nvSpPr>
          <p:spPr bwMode="auto">
            <a:xfrm>
              <a:off x="296069" y="2862834"/>
              <a:ext cx="1824038" cy="0"/>
            </a:xfrm>
            <a:prstGeom prst="line">
              <a:avLst/>
            </a:prstGeom>
            <a:noFill/>
            <a:ln w="28575">
              <a:solidFill>
                <a:srgbClr val="0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42" name="Line 23"/>
            <p:cNvSpPr>
              <a:spLocks noChangeShapeType="1"/>
            </p:cNvSpPr>
            <p:nvPr/>
          </p:nvSpPr>
          <p:spPr bwMode="auto">
            <a:xfrm>
              <a:off x="291307" y="2231009"/>
              <a:ext cx="1824037" cy="0"/>
            </a:xfrm>
            <a:prstGeom prst="line">
              <a:avLst/>
            </a:prstGeom>
            <a:noFill/>
            <a:ln w="28575">
              <a:solidFill>
                <a:srgbClr val="0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43" name="Line 24"/>
            <p:cNvSpPr>
              <a:spLocks noChangeShapeType="1"/>
            </p:cNvSpPr>
            <p:nvPr/>
          </p:nvSpPr>
          <p:spPr bwMode="auto">
            <a:xfrm>
              <a:off x="272257" y="2840609"/>
              <a:ext cx="1824037" cy="1588"/>
            </a:xfrm>
            <a:prstGeom prst="line">
              <a:avLst/>
            </a:prstGeom>
            <a:noFill/>
            <a:ln w="28575">
              <a:solidFill>
                <a:srgbClr val="0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44" name="Rectangle 25"/>
            <p:cNvSpPr>
              <a:spLocks noChangeArrowheads="1"/>
            </p:cNvSpPr>
            <p:nvPr/>
          </p:nvSpPr>
          <p:spPr bwMode="auto">
            <a:xfrm>
              <a:off x="300832" y="1605534"/>
              <a:ext cx="1862137" cy="619125"/>
            </a:xfrm>
            <a:prstGeom prst="rect">
              <a:avLst/>
            </a:prstGeom>
            <a:solidFill>
              <a:srgbClr val="99CC00"/>
            </a:solidFill>
            <a:ln w="28575">
              <a:solidFill>
                <a:srgbClr val="000000"/>
              </a:solidFill>
              <a:miter lim="800000"/>
              <a:headEnd type="none" w="sm" len="sm"/>
              <a:tailEnd type="none" w="sm" len="sm"/>
            </a:ln>
            <a:effectLst>
              <a:outerShdw dist="35921" dir="2700000" algn="ctr" rotWithShape="0">
                <a:srgbClr val="000000"/>
              </a:outerShdw>
            </a:effectLst>
          </p:spPr>
          <p:txBody>
            <a:bodyPr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45" name="Rectangle 26"/>
            <p:cNvSpPr>
              <a:spLocks noChangeArrowheads="1"/>
            </p:cNvSpPr>
            <p:nvPr/>
          </p:nvSpPr>
          <p:spPr bwMode="auto">
            <a:xfrm>
              <a:off x="300832" y="2234184"/>
              <a:ext cx="1865312" cy="606425"/>
            </a:xfrm>
            <a:prstGeom prst="rect">
              <a:avLst/>
            </a:prstGeom>
            <a:solidFill>
              <a:srgbClr val="99CC00"/>
            </a:solidFill>
            <a:ln w="28575">
              <a:solidFill>
                <a:srgbClr val="000000"/>
              </a:solidFill>
              <a:miter lim="800000"/>
              <a:headEnd type="none" w="sm" len="sm"/>
              <a:tailEnd type="none" w="sm" len="sm"/>
            </a:ln>
            <a:effectLst>
              <a:outerShdw dist="35921" dir="2700000" algn="ctr" rotWithShape="0">
                <a:srgbClr val="000000"/>
              </a:outerShdw>
            </a:effectLst>
          </p:spPr>
          <p:txBody>
            <a:bodyPr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46" name="Rectangle 27"/>
            <p:cNvSpPr>
              <a:spLocks noChangeArrowheads="1"/>
            </p:cNvSpPr>
            <p:nvPr/>
          </p:nvSpPr>
          <p:spPr bwMode="auto">
            <a:xfrm>
              <a:off x="300832" y="2846959"/>
              <a:ext cx="1865312" cy="549275"/>
            </a:xfrm>
            <a:prstGeom prst="rect">
              <a:avLst/>
            </a:prstGeom>
            <a:solidFill>
              <a:srgbClr val="99CC00"/>
            </a:solidFill>
            <a:ln w="28575">
              <a:solidFill>
                <a:srgbClr val="000000"/>
              </a:solidFill>
              <a:miter lim="800000"/>
              <a:headEnd type="none" w="sm" len="sm"/>
              <a:tailEnd type="none" w="sm" len="sm"/>
            </a:ln>
            <a:effectLst>
              <a:outerShdw dist="35921" dir="2700000" algn="ctr" rotWithShape="0">
                <a:srgbClr val="000000"/>
              </a:outerShdw>
            </a:effectLst>
          </p:spPr>
          <p:txBody>
            <a:bodyPr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47" name="Text Box 28"/>
            <p:cNvSpPr txBox="1">
              <a:spLocks noChangeArrowheads="1"/>
            </p:cNvSpPr>
            <p:nvPr/>
          </p:nvSpPr>
          <p:spPr bwMode="auto">
            <a:xfrm>
              <a:off x="792957" y="2908872"/>
              <a:ext cx="869950"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pPr algn="ctr" eaLnBrk="0" fontAlgn="base" hangingPunct="0">
                <a:spcBef>
                  <a:spcPct val="0"/>
                </a:spcBef>
                <a:spcAft>
                  <a:spcPct val="0"/>
                </a:spcAft>
              </a:pPr>
              <a:r>
                <a:rPr lang="zh-CN" altLang="en-US" b="1" smtClean="0">
                  <a:solidFill>
                    <a:srgbClr val="000000"/>
                  </a:solidFill>
                  <a:latin typeface="Helvetica" panose="020B0604020202020204" pitchFamily="34" charset="0"/>
                  <a:ea typeface="宋体" panose="02010600030101010101" pitchFamily="2" charset="-122"/>
                </a:rPr>
                <a:t>会话层</a:t>
              </a:r>
            </a:p>
          </p:txBody>
        </p:sp>
        <p:sp>
          <p:nvSpPr>
            <p:cNvPr id="148" name="Text Box 29"/>
            <p:cNvSpPr txBox="1">
              <a:spLocks noChangeArrowheads="1"/>
            </p:cNvSpPr>
            <p:nvPr/>
          </p:nvSpPr>
          <p:spPr bwMode="auto">
            <a:xfrm>
              <a:off x="792957" y="2307209"/>
              <a:ext cx="869950"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pPr algn="ctr" eaLnBrk="0" fontAlgn="base" hangingPunct="0">
                <a:spcBef>
                  <a:spcPct val="0"/>
                </a:spcBef>
                <a:spcAft>
                  <a:spcPct val="0"/>
                </a:spcAft>
              </a:pPr>
              <a:r>
                <a:rPr lang="zh-CN" altLang="en-US" b="1" smtClean="0">
                  <a:solidFill>
                    <a:srgbClr val="000000"/>
                  </a:solidFill>
                  <a:latin typeface="Helvetica" panose="020B0604020202020204" pitchFamily="34" charset="0"/>
                  <a:ea typeface="宋体" panose="02010600030101010101" pitchFamily="2" charset="-122"/>
                </a:rPr>
                <a:t>表示层</a:t>
              </a:r>
            </a:p>
          </p:txBody>
        </p:sp>
        <p:sp>
          <p:nvSpPr>
            <p:cNvPr id="149" name="Text Box 30"/>
            <p:cNvSpPr txBox="1">
              <a:spLocks noChangeArrowheads="1"/>
            </p:cNvSpPr>
            <p:nvPr/>
          </p:nvSpPr>
          <p:spPr bwMode="auto">
            <a:xfrm>
              <a:off x="792957" y="1705547"/>
              <a:ext cx="869950"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pPr algn="ctr" eaLnBrk="0" fontAlgn="base" hangingPunct="0">
                <a:spcBef>
                  <a:spcPct val="0"/>
                </a:spcBef>
                <a:spcAft>
                  <a:spcPct val="0"/>
                </a:spcAft>
              </a:pPr>
              <a:r>
                <a:rPr lang="zh-CN" altLang="en-US" b="1" smtClean="0">
                  <a:solidFill>
                    <a:srgbClr val="000000"/>
                  </a:solidFill>
                  <a:latin typeface="Helvetica" panose="020B0604020202020204" pitchFamily="34" charset="0"/>
                  <a:ea typeface="宋体" panose="02010600030101010101" pitchFamily="2" charset="-122"/>
                </a:rPr>
                <a:t>应用层</a:t>
              </a:r>
            </a:p>
          </p:txBody>
        </p:sp>
      </p:grpSp>
      <p:sp>
        <p:nvSpPr>
          <p:cNvPr id="14777" name="Rectangle 441"/>
          <p:cNvSpPr>
            <a:spLocks noChangeArrowheads="1"/>
          </p:cNvSpPr>
          <p:nvPr/>
        </p:nvSpPr>
        <p:spPr bwMode="auto">
          <a:xfrm>
            <a:off x="1811487" y="1408700"/>
            <a:ext cx="101738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pPr>
            <a:r>
              <a:rPr lang="zh-CN" altLang="en-US" b="1" dirty="0">
                <a:solidFill>
                  <a:srgbClr val="002060"/>
                </a:solidFill>
                <a:latin typeface="楷体" panose="02010609060101010101" pitchFamily="49" charset="-122"/>
                <a:ea typeface="楷体" panose="02010609060101010101" pitchFamily="49" charset="-122"/>
              </a:rPr>
              <a:t>主机</a:t>
            </a:r>
            <a:r>
              <a:rPr lang="en-US" altLang="zh-CN" b="1" dirty="0">
                <a:solidFill>
                  <a:srgbClr val="002060"/>
                </a:solidFill>
                <a:ea typeface="楷体" panose="02010609060101010101" pitchFamily="49" charset="-122"/>
                <a:cs typeface="Times New Roman" panose="02020603050405020304" pitchFamily="18" charset="0"/>
              </a:rPr>
              <a:t>A</a:t>
            </a:r>
          </a:p>
        </p:txBody>
      </p:sp>
      <p:sp>
        <p:nvSpPr>
          <p:cNvPr id="14778" name="Rectangle 442"/>
          <p:cNvSpPr>
            <a:spLocks noChangeArrowheads="1"/>
          </p:cNvSpPr>
          <p:nvPr/>
        </p:nvSpPr>
        <p:spPr bwMode="auto">
          <a:xfrm>
            <a:off x="8310356" y="1399099"/>
            <a:ext cx="82394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571500" defTabSz="762000">
              <a:defRPr kumimoji="1" sz="2400">
                <a:solidFill>
                  <a:schemeClr val="tx1"/>
                </a:solidFill>
                <a:latin typeface="Times New Roman" panose="02020603050405020304" pitchFamily="18" charset="0"/>
                <a:ea typeface="宋体" panose="02010600030101010101" pitchFamily="2" charset="-122"/>
              </a:defRPr>
            </a:lvl2pPr>
            <a:lvl3pPr marL="1143000" defTabSz="762000">
              <a:defRPr kumimoji="1" sz="2400">
                <a:solidFill>
                  <a:schemeClr val="tx1"/>
                </a:solidFill>
                <a:latin typeface="Times New Roman" panose="02020603050405020304" pitchFamily="18" charset="0"/>
                <a:ea typeface="宋体" panose="02010600030101010101" pitchFamily="2" charset="-122"/>
              </a:defRPr>
            </a:lvl3pPr>
            <a:lvl4pPr marL="1714500" defTabSz="762000">
              <a:defRPr kumimoji="1" sz="2400">
                <a:solidFill>
                  <a:schemeClr val="tx1"/>
                </a:solidFill>
                <a:latin typeface="Times New Roman" panose="02020603050405020304" pitchFamily="18" charset="0"/>
                <a:ea typeface="宋体" panose="02010600030101010101" pitchFamily="2" charset="-122"/>
              </a:defRPr>
            </a:lvl4pPr>
            <a:lvl5pPr marL="2286000" defTabSz="762000">
              <a:defRPr kumimoji="1" sz="2400">
                <a:solidFill>
                  <a:schemeClr val="tx1"/>
                </a:solidFill>
                <a:latin typeface="Times New Roman" panose="02020603050405020304" pitchFamily="18" charset="0"/>
                <a:ea typeface="宋体" panose="02010600030101010101" pitchFamily="2" charset="-122"/>
              </a:defRPr>
            </a:lvl5pPr>
            <a:lvl6pPr marL="27432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defTabSz="7620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fontAlgn="base" hangingPunct="0">
              <a:spcBef>
                <a:spcPct val="0"/>
              </a:spcBef>
              <a:spcAft>
                <a:spcPct val="0"/>
              </a:spcAft>
            </a:pPr>
            <a:r>
              <a:rPr lang="zh-CN" altLang="en-US" b="1" dirty="0">
                <a:solidFill>
                  <a:srgbClr val="002060"/>
                </a:solidFill>
                <a:latin typeface="楷体" panose="02010609060101010101" pitchFamily="49" charset="-122"/>
                <a:ea typeface="楷体" panose="02010609060101010101" pitchFamily="49" charset="-122"/>
              </a:rPr>
              <a:t>主机</a:t>
            </a:r>
            <a:r>
              <a:rPr lang="en-US" altLang="zh-CN" b="1" dirty="0">
                <a:solidFill>
                  <a:srgbClr val="002060"/>
                </a:solidFill>
                <a:ea typeface="楷体" panose="02010609060101010101" pitchFamily="49" charset="-122"/>
                <a:cs typeface="Times New Roman" panose="02020603050405020304" pitchFamily="18" charset="0"/>
              </a:rPr>
              <a:t>B</a:t>
            </a:r>
          </a:p>
        </p:txBody>
      </p:sp>
      <p:sp>
        <p:nvSpPr>
          <p:cNvPr id="14792" name="Line 456"/>
          <p:cNvSpPr>
            <a:spLocks noChangeShapeType="1"/>
          </p:cNvSpPr>
          <p:nvPr/>
        </p:nvSpPr>
        <p:spPr bwMode="auto">
          <a:xfrm>
            <a:off x="6284706" y="4513774"/>
            <a:ext cx="1525588" cy="0"/>
          </a:xfrm>
          <a:prstGeom prst="line">
            <a:avLst/>
          </a:prstGeom>
          <a:noFill/>
          <a:ln w="25400" cap="rnd">
            <a:solidFill>
              <a:schemeClr val="bg1"/>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zh-CN" altLang="en-US" sz="2000">
              <a:solidFill>
                <a:srgbClr val="000000"/>
              </a:solidFill>
            </a:endParaRPr>
          </a:p>
        </p:txBody>
      </p:sp>
      <p:sp>
        <p:nvSpPr>
          <p:cNvPr id="14793" name="Line 457"/>
          <p:cNvSpPr>
            <a:spLocks noChangeShapeType="1"/>
          </p:cNvSpPr>
          <p:nvPr/>
        </p:nvSpPr>
        <p:spPr bwMode="auto">
          <a:xfrm>
            <a:off x="6895894" y="5077337"/>
            <a:ext cx="914400" cy="0"/>
          </a:xfrm>
          <a:prstGeom prst="line">
            <a:avLst/>
          </a:prstGeom>
          <a:noFill/>
          <a:ln w="25400" cap="rnd">
            <a:solidFill>
              <a:srgbClr val="000000"/>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zh-CN" altLang="en-US" sz="2000">
              <a:solidFill>
                <a:srgbClr val="000000"/>
              </a:solidFill>
            </a:endParaRPr>
          </a:p>
        </p:txBody>
      </p:sp>
      <p:sp>
        <p:nvSpPr>
          <p:cNvPr id="14797" name="Line 461"/>
          <p:cNvSpPr>
            <a:spLocks noChangeShapeType="1"/>
          </p:cNvSpPr>
          <p:nvPr/>
        </p:nvSpPr>
        <p:spPr bwMode="auto">
          <a:xfrm>
            <a:off x="3160507" y="5123374"/>
            <a:ext cx="836613" cy="0"/>
          </a:xfrm>
          <a:prstGeom prst="line">
            <a:avLst/>
          </a:prstGeom>
          <a:noFill/>
          <a:ln w="25400" cap="rnd">
            <a:solidFill>
              <a:schemeClr val="bg1"/>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zh-CN" altLang="en-US" sz="2000">
              <a:solidFill>
                <a:srgbClr val="000000"/>
              </a:solidFill>
            </a:endParaRPr>
          </a:p>
        </p:txBody>
      </p:sp>
      <p:sp>
        <p:nvSpPr>
          <p:cNvPr id="14826" name="Rectangle 490" descr="30%"/>
          <p:cNvSpPr>
            <a:spLocks noChangeArrowheads="1"/>
          </p:cNvSpPr>
          <p:nvPr/>
        </p:nvSpPr>
        <p:spPr bwMode="auto">
          <a:xfrm>
            <a:off x="5446506" y="2777050"/>
            <a:ext cx="838200" cy="365125"/>
          </a:xfrm>
          <a:prstGeom prst="rect">
            <a:avLst/>
          </a:prstGeom>
          <a:pattFill prst="pct30">
            <a:fgClr>
              <a:srgbClr val="FF9966"/>
            </a:fgClr>
            <a:bgClr>
              <a:srgbClr val="FFFFFF"/>
            </a:bgClr>
          </a:pattFill>
          <a:ln w="14288">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base">
              <a:spcBef>
                <a:spcPct val="0"/>
              </a:spcBef>
              <a:spcAft>
                <a:spcPct val="0"/>
              </a:spcAft>
            </a:pPr>
            <a:r>
              <a:rPr kumimoji="1" lang="en-US" altLang="zh-CN" dirty="0">
                <a:solidFill>
                  <a:srgbClr val="000000"/>
                </a:solidFill>
              </a:rPr>
              <a:t>  </a:t>
            </a:r>
            <a:r>
              <a:rPr kumimoji="1" lang="zh-CN" altLang="en-US" b="1" dirty="0">
                <a:solidFill>
                  <a:srgbClr val="000000"/>
                </a:solidFill>
              </a:rPr>
              <a:t>数据</a:t>
            </a:r>
          </a:p>
        </p:txBody>
      </p:sp>
      <p:sp>
        <p:nvSpPr>
          <p:cNvPr id="14829" name="Rectangle 493" descr="30%"/>
          <p:cNvSpPr>
            <a:spLocks noChangeArrowheads="1"/>
          </p:cNvSpPr>
          <p:nvPr/>
        </p:nvSpPr>
        <p:spPr bwMode="auto">
          <a:xfrm>
            <a:off x="5446506" y="4301050"/>
            <a:ext cx="838200" cy="365125"/>
          </a:xfrm>
          <a:prstGeom prst="rect">
            <a:avLst/>
          </a:prstGeom>
          <a:pattFill prst="pct30">
            <a:fgClr>
              <a:srgbClr val="FF9966"/>
            </a:fgClr>
            <a:bgClr>
              <a:srgbClr val="FFFFFF"/>
            </a:bgClr>
          </a:pattFill>
          <a:ln w="14288">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base">
              <a:spcBef>
                <a:spcPct val="0"/>
              </a:spcBef>
              <a:spcAft>
                <a:spcPct val="0"/>
              </a:spcAft>
            </a:pPr>
            <a:r>
              <a:rPr kumimoji="1" lang="en-US" altLang="zh-CN" dirty="0">
                <a:solidFill>
                  <a:srgbClr val="000000"/>
                </a:solidFill>
              </a:rPr>
              <a:t>  </a:t>
            </a:r>
            <a:r>
              <a:rPr kumimoji="1" lang="zh-CN" altLang="en-US" b="1" dirty="0">
                <a:solidFill>
                  <a:srgbClr val="000000"/>
                </a:solidFill>
              </a:rPr>
              <a:t>数据</a:t>
            </a:r>
          </a:p>
        </p:txBody>
      </p:sp>
      <p:sp>
        <p:nvSpPr>
          <p:cNvPr id="14830" name="Rectangle 494" descr="10%"/>
          <p:cNvSpPr>
            <a:spLocks noChangeArrowheads="1"/>
          </p:cNvSpPr>
          <p:nvPr/>
        </p:nvSpPr>
        <p:spPr bwMode="auto">
          <a:xfrm>
            <a:off x="4608306" y="4301050"/>
            <a:ext cx="838200" cy="365125"/>
          </a:xfrm>
          <a:prstGeom prst="rect">
            <a:avLst/>
          </a:prstGeom>
          <a:pattFill prst="pct10">
            <a:fgClr>
              <a:schemeClr val="accent2"/>
            </a:fgClr>
            <a:bgClr>
              <a:srgbClr val="FFFFFF"/>
            </a:bgClr>
          </a:pattFill>
          <a:ln w="14288">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base">
              <a:spcBef>
                <a:spcPct val="0"/>
              </a:spcBef>
              <a:spcAft>
                <a:spcPct val="0"/>
              </a:spcAft>
            </a:pPr>
            <a:r>
              <a:rPr kumimoji="1" lang="zh-CN" altLang="en-US" sz="1600" b="1" dirty="0">
                <a:solidFill>
                  <a:srgbClr val="000000"/>
                </a:solidFill>
              </a:rPr>
              <a:t>网络头</a:t>
            </a:r>
          </a:p>
        </p:txBody>
      </p:sp>
      <p:sp>
        <p:nvSpPr>
          <p:cNvPr id="14831" name="Rectangle 495" descr="30%"/>
          <p:cNvSpPr>
            <a:spLocks noChangeArrowheads="1"/>
          </p:cNvSpPr>
          <p:nvPr/>
        </p:nvSpPr>
        <p:spPr bwMode="auto">
          <a:xfrm>
            <a:off x="5446506" y="4894775"/>
            <a:ext cx="838200" cy="365125"/>
          </a:xfrm>
          <a:prstGeom prst="rect">
            <a:avLst/>
          </a:prstGeom>
          <a:pattFill prst="pct30">
            <a:fgClr>
              <a:srgbClr val="FF9966"/>
            </a:fgClr>
            <a:bgClr>
              <a:srgbClr val="FFFFFF"/>
            </a:bgClr>
          </a:pattFill>
          <a:ln w="14288">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base">
              <a:spcBef>
                <a:spcPct val="0"/>
              </a:spcBef>
              <a:spcAft>
                <a:spcPct val="0"/>
              </a:spcAft>
            </a:pPr>
            <a:r>
              <a:rPr kumimoji="1" lang="en-US" altLang="zh-CN" dirty="0">
                <a:solidFill>
                  <a:srgbClr val="000000"/>
                </a:solidFill>
              </a:rPr>
              <a:t> </a:t>
            </a:r>
            <a:r>
              <a:rPr kumimoji="1" lang="en-US" altLang="zh-CN" b="1" dirty="0">
                <a:solidFill>
                  <a:srgbClr val="000000"/>
                </a:solidFill>
              </a:rPr>
              <a:t> </a:t>
            </a:r>
            <a:r>
              <a:rPr kumimoji="1" lang="zh-CN" altLang="en-US" b="1" dirty="0">
                <a:solidFill>
                  <a:srgbClr val="000000"/>
                </a:solidFill>
              </a:rPr>
              <a:t>数据</a:t>
            </a:r>
          </a:p>
        </p:txBody>
      </p:sp>
      <p:sp>
        <p:nvSpPr>
          <p:cNvPr id="14832" name="Rectangle 496" descr="10%"/>
          <p:cNvSpPr>
            <a:spLocks noChangeArrowheads="1"/>
          </p:cNvSpPr>
          <p:nvPr/>
        </p:nvSpPr>
        <p:spPr bwMode="auto">
          <a:xfrm>
            <a:off x="4608306" y="4894775"/>
            <a:ext cx="838200" cy="365125"/>
          </a:xfrm>
          <a:prstGeom prst="rect">
            <a:avLst/>
          </a:prstGeom>
          <a:pattFill prst="pct10">
            <a:fgClr>
              <a:schemeClr val="accent2"/>
            </a:fgClr>
            <a:bgClr>
              <a:srgbClr val="FFFFFF"/>
            </a:bgClr>
          </a:pattFill>
          <a:ln w="14288">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base">
              <a:spcBef>
                <a:spcPct val="0"/>
              </a:spcBef>
              <a:spcAft>
                <a:spcPct val="0"/>
              </a:spcAft>
            </a:pPr>
            <a:r>
              <a:rPr kumimoji="1" lang="zh-CN" altLang="en-US" sz="1600" b="1" dirty="0">
                <a:solidFill>
                  <a:srgbClr val="000000"/>
                </a:solidFill>
              </a:rPr>
              <a:t>网络头</a:t>
            </a:r>
          </a:p>
        </p:txBody>
      </p:sp>
      <p:sp>
        <p:nvSpPr>
          <p:cNvPr id="14835" name="Rectangle 499"/>
          <p:cNvSpPr>
            <a:spLocks noChangeArrowheads="1"/>
          </p:cNvSpPr>
          <p:nvPr/>
        </p:nvSpPr>
        <p:spPr bwMode="auto">
          <a:xfrm>
            <a:off x="3998706" y="4894775"/>
            <a:ext cx="609600" cy="365125"/>
          </a:xfrm>
          <a:prstGeom prst="rect">
            <a:avLst/>
          </a:prstGeom>
          <a:solidFill>
            <a:srgbClr val="CCFF99"/>
          </a:solidFill>
          <a:ln w="14288">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base">
              <a:spcBef>
                <a:spcPct val="0"/>
              </a:spcBef>
              <a:spcAft>
                <a:spcPct val="0"/>
              </a:spcAft>
            </a:pPr>
            <a:r>
              <a:rPr kumimoji="1" lang="zh-CN" altLang="en-US" sz="1600" b="1" dirty="0">
                <a:solidFill>
                  <a:srgbClr val="000000"/>
                </a:solidFill>
              </a:rPr>
              <a:t>帧头</a:t>
            </a:r>
          </a:p>
        </p:txBody>
      </p:sp>
      <p:sp>
        <p:nvSpPr>
          <p:cNvPr id="14836" name="Rectangle 500"/>
          <p:cNvSpPr>
            <a:spLocks noChangeArrowheads="1"/>
          </p:cNvSpPr>
          <p:nvPr/>
        </p:nvSpPr>
        <p:spPr bwMode="auto">
          <a:xfrm>
            <a:off x="6284706" y="4894775"/>
            <a:ext cx="609600" cy="365125"/>
          </a:xfrm>
          <a:prstGeom prst="rect">
            <a:avLst/>
          </a:prstGeom>
          <a:solidFill>
            <a:srgbClr val="CCFF99"/>
          </a:solidFill>
          <a:ln w="14288">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base">
              <a:spcBef>
                <a:spcPct val="0"/>
              </a:spcBef>
              <a:spcAft>
                <a:spcPct val="0"/>
              </a:spcAft>
            </a:pPr>
            <a:r>
              <a:rPr kumimoji="1" lang="zh-CN" altLang="en-US" sz="1600" b="1" dirty="0">
                <a:solidFill>
                  <a:srgbClr val="000000"/>
                </a:solidFill>
              </a:rPr>
              <a:t>帧尾</a:t>
            </a:r>
          </a:p>
        </p:txBody>
      </p:sp>
      <p:sp>
        <p:nvSpPr>
          <p:cNvPr id="14837" name="Line 501"/>
          <p:cNvSpPr>
            <a:spLocks noChangeShapeType="1"/>
          </p:cNvSpPr>
          <p:nvPr/>
        </p:nvSpPr>
        <p:spPr bwMode="auto">
          <a:xfrm>
            <a:off x="5446506" y="3218374"/>
            <a:ext cx="0" cy="1676400"/>
          </a:xfrm>
          <a:prstGeom prst="line">
            <a:avLst/>
          </a:prstGeom>
          <a:noFill/>
          <a:ln w="15875">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zh-CN" altLang="en-US" sz="2000">
              <a:ln>
                <a:solidFill>
                  <a:srgbClr val="002060"/>
                </a:solidFill>
              </a:ln>
              <a:solidFill>
                <a:srgbClr val="000000"/>
              </a:solidFill>
            </a:endParaRPr>
          </a:p>
        </p:txBody>
      </p:sp>
      <p:sp>
        <p:nvSpPr>
          <p:cNvPr id="14857" name="Line 521"/>
          <p:cNvSpPr>
            <a:spLocks noChangeShapeType="1"/>
          </p:cNvSpPr>
          <p:nvPr/>
        </p:nvSpPr>
        <p:spPr bwMode="auto">
          <a:xfrm>
            <a:off x="3160506" y="4513774"/>
            <a:ext cx="1449388" cy="0"/>
          </a:xfrm>
          <a:prstGeom prst="line">
            <a:avLst/>
          </a:prstGeom>
          <a:noFill/>
          <a:ln w="25400" cap="rnd">
            <a:solidFill>
              <a:schemeClr val="bg1"/>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zh-CN" altLang="en-US" sz="2000">
              <a:solidFill>
                <a:srgbClr val="000000"/>
              </a:solidFill>
            </a:endParaRPr>
          </a:p>
        </p:txBody>
      </p:sp>
      <p:sp>
        <p:nvSpPr>
          <p:cNvPr id="14838" name="Line 502"/>
          <p:cNvSpPr>
            <a:spLocks noChangeShapeType="1"/>
          </p:cNvSpPr>
          <p:nvPr/>
        </p:nvSpPr>
        <p:spPr bwMode="auto">
          <a:xfrm>
            <a:off x="6284706" y="3218374"/>
            <a:ext cx="0" cy="1676400"/>
          </a:xfrm>
          <a:prstGeom prst="line">
            <a:avLst/>
          </a:prstGeom>
          <a:noFill/>
          <a:ln w="15875">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zh-CN" altLang="en-US" sz="2000">
              <a:ln>
                <a:solidFill>
                  <a:srgbClr val="002060"/>
                </a:solidFill>
              </a:ln>
              <a:solidFill>
                <a:srgbClr val="000000"/>
              </a:solidFill>
            </a:endParaRPr>
          </a:p>
        </p:txBody>
      </p:sp>
      <p:sp>
        <p:nvSpPr>
          <p:cNvPr id="14858" name="Line 522"/>
          <p:cNvSpPr>
            <a:spLocks noChangeShapeType="1"/>
          </p:cNvSpPr>
          <p:nvPr/>
        </p:nvSpPr>
        <p:spPr bwMode="auto">
          <a:xfrm>
            <a:off x="3160506" y="2913574"/>
            <a:ext cx="2286000" cy="0"/>
          </a:xfrm>
          <a:prstGeom prst="line">
            <a:avLst/>
          </a:prstGeom>
          <a:noFill/>
          <a:ln w="25400" cap="rnd">
            <a:solidFill>
              <a:schemeClr val="bg1"/>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zh-CN" altLang="en-US" sz="2000">
              <a:solidFill>
                <a:srgbClr val="000000"/>
              </a:solidFill>
            </a:endParaRPr>
          </a:p>
        </p:txBody>
      </p:sp>
      <p:sp>
        <p:nvSpPr>
          <p:cNvPr id="14859" name="Line 523"/>
          <p:cNvSpPr>
            <a:spLocks noChangeShapeType="1"/>
          </p:cNvSpPr>
          <p:nvPr/>
        </p:nvSpPr>
        <p:spPr bwMode="auto">
          <a:xfrm>
            <a:off x="6284706" y="2913574"/>
            <a:ext cx="1524000" cy="0"/>
          </a:xfrm>
          <a:prstGeom prst="line">
            <a:avLst/>
          </a:prstGeom>
          <a:noFill/>
          <a:ln w="25400" cap="rnd">
            <a:solidFill>
              <a:schemeClr val="bg1"/>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zh-CN" altLang="en-US" sz="2000">
              <a:solidFill>
                <a:srgbClr val="000000"/>
              </a:solidFill>
            </a:endParaRPr>
          </a:p>
        </p:txBody>
      </p:sp>
      <p:sp>
        <p:nvSpPr>
          <p:cNvPr id="14864" name="Text Box 528"/>
          <p:cNvSpPr txBox="1">
            <a:spLocks noChangeArrowheads="1"/>
          </p:cNvSpPr>
          <p:nvPr/>
        </p:nvSpPr>
        <p:spPr bwMode="auto">
          <a:xfrm>
            <a:off x="4627356" y="5677412"/>
            <a:ext cx="197515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1600" b="1" dirty="0">
                <a:solidFill>
                  <a:srgbClr val="000000"/>
                </a:solidFill>
              </a:rPr>
              <a:t>1011000110101010</a:t>
            </a:r>
          </a:p>
        </p:txBody>
      </p:sp>
      <p:sp>
        <p:nvSpPr>
          <p:cNvPr id="14865" name="Line 529"/>
          <p:cNvSpPr>
            <a:spLocks noChangeShapeType="1"/>
          </p:cNvSpPr>
          <p:nvPr/>
        </p:nvSpPr>
        <p:spPr bwMode="auto">
          <a:xfrm flipH="1">
            <a:off x="3236706" y="5809174"/>
            <a:ext cx="1143000"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zh-CN" altLang="en-US" sz="2000">
              <a:solidFill>
                <a:srgbClr val="000000"/>
              </a:solidFill>
            </a:endParaRPr>
          </a:p>
        </p:txBody>
      </p:sp>
      <p:sp>
        <p:nvSpPr>
          <p:cNvPr id="14866" name="Line 530"/>
          <p:cNvSpPr>
            <a:spLocks noChangeShapeType="1"/>
          </p:cNvSpPr>
          <p:nvPr/>
        </p:nvSpPr>
        <p:spPr bwMode="auto">
          <a:xfrm rot="10800000" flipH="1">
            <a:off x="6513306" y="5809174"/>
            <a:ext cx="1143000"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zh-CN" altLang="en-US" sz="2000">
              <a:solidFill>
                <a:srgbClr val="000000"/>
              </a:solidFill>
            </a:endParaRPr>
          </a:p>
        </p:txBody>
      </p:sp>
      <p:sp>
        <p:nvSpPr>
          <p:cNvPr id="14867" name="Text Box 531"/>
          <p:cNvSpPr txBox="1">
            <a:spLocks noChangeArrowheads="1"/>
          </p:cNvSpPr>
          <p:nvPr/>
        </p:nvSpPr>
        <p:spPr bwMode="auto">
          <a:xfrm>
            <a:off x="9601384" y="1542542"/>
            <a:ext cx="1217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000" b="1" dirty="0">
                <a:solidFill>
                  <a:srgbClr val="000000"/>
                </a:solidFill>
              </a:rPr>
              <a:t>数据单位</a:t>
            </a:r>
          </a:p>
        </p:txBody>
      </p:sp>
      <p:sp>
        <p:nvSpPr>
          <p:cNvPr id="14868" name="Text Box 532"/>
          <p:cNvSpPr txBox="1">
            <a:spLocks noChangeArrowheads="1"/>
          </p:cNvSpPr>
          <p:nvPr/>
        </p:nvSpPr>
        <p:spPr bwMode="auto">
          <a:xfrm>
            <a:off x="9691481" y="2038862"/>
            <a:ext cx="91403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000" b="1" dirty="0">
                <a:solidFill>
                  <a:srgbClr val="000000"/>
                </a:solidFill>
              </a:rPr>
              <a:t>APDU</a:t>
            </a:r>
          </a:p>
        </p:txBody>
      </p:sp>
      <p:sp>
        <p:nvSpPr>
          <p:cNvPr id="14869" name="Text Box 533"/>
          <p:cNvSpPr txBox="1">
            <a:spLocks noChangeArrowheads="1"/>
          </p:cNvSpPr>
          <p:nvPr/>
        </p:nvSpPr>
        <p:spPr bwMode="auto">
          <a:xfrm>
            <a:off x="9691481" y="2575437"/>
            <a:ext cx="89960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000" b="1" dirty="0">
                <a:solidFill>
                  <a:srgbClr val="000000"/>
                </a:solidFill>
              </a:rPr>
              <a:t>PPDU</a:t>
            </a:r>
          </a:p>
        </p:txBody>
      </p:sp>
      <p:sp>
        <p:nvSpPr>
          <p:cNvPr id="14870" name="Text Box 534"/>
          <p:cNvSpPr txBox="1">
            <a:spLocks noChangeArrowheads="1"/>
          </p:cNvSpPr>
          <p:nvPr/>
        </p:nvSpPr>
        <p:spPr bwMode="auto">
          <a:xfrm>
            <a:off x="9691481" y="3156462"/>
            <a:ext cx="89960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en-US" altLang="zh-CN" sz="2000" b="1" dirty="0">
                <a:solidFill>
                  <a:srgbClr val="000000"/>
                </a:solidFill>
              </a:rPr>
              <a:t>SPDU</a:t>
            </a:r>
          </a:p>
        </p:txBody>
      </p:sp>
      <p:sp>
        <p:nvSpPr>
          <p:cNvPr id="14871" name="Text Box 535"/>
          <p:cNvSpPr txBox="1">
            <a:spLocks noChangeArrowheads="1"/>
          </p:cNvSpPr>
          <p:nvPr/>
        </p:nvSpPr>
        <p:spPr bwMode="auto">
          <a:xfrm>
            <a:off x="9691481" y="3713675"/>
            <a:ext cx="244329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000" b="1" dirty="0" smtClean="0">
                <a:solidFill>
                  <a:srgbClr val="000000"/>
                </a:solidFill>
                <a:latin typeface="楷体" panose="02010609060101010101" pitchFamily="49" charset="-122"/>
                <a:ea typeface="楷体" panose="02010609060101010101" pitchFamily="49" charset="-122"/>
              </a:rPr>
              <a:t>报文</a:t>
            </a:r>
            <a:r>
              <a:rPr kumimoji="1" lang="en-US" altLang="zh-CN" sz="2000" b="1" dirty="0" smtClean="0">
                <a:solidFill>
                  <a:srgbClr val="000000"/>
                </a:solidFill>
                <a:latin typeface="楷体" panose="02010609060101010101" pitchFamily="49" charset="-122"/>
                <a:ea typeface="楷体" panose="02010609060101010101" pitchFamily="49" charset="-122"/>
              </a:rPr>
              <a:t>/</a:t>
            </a:r>
            <a:r>
              <a:rPr kumimoji="1" lang="zh-CN" altLang="en-US" sz="2000" b="1" dirty="0" smtClean="0">
                <a:solidFill>
                  <a:srgbClr val="000000"/>
                </a:solidFill>
                <a:latin typeface="楷体" panose="02010609060101010101" pitchFamily="49" charset="-122"/>
                <a:ea typeface="楷体" panose="02010609060101010101" pitchFamily="49" charset="-122"/>
              </a:rPr>
              <a:t>段 </a:t>
            </a:r>
            <a:r>
              <a:rPr kumimoji="1" lang="en-US" altLang="zh-CN" sz="2000" b="1" dirty="0" smtClean="0">
                <a:solidFill>
                  <a:srgbClr val="000000"/>
                </a:solidFill>
              </a:rPr>
              <a:t>(</a:t>
            </a:r>
            <a:r>
              <a:rPr kumimoji="1" lang="en-US" altLang="zh-CN" sz="2000" b="1" dirty="0">
                <a:solidFill>
                  <a:srgbClr val="000000"/>
                </a:solidFill>
              </a:rPr>
              <a:t>segment)</a:t>
            </a:r>
          </a:p>
        </p:txBody>
      </p:sp>
      <p:sp>
        <p:nvSpPr>
          <p:cNvPr id="14872" name="Text Box 536"/>
          <p:cNvSpPr txBox="1">
            <a:spLocks noChangeArrowheads="1"/>
          </p:cNvSpPr>
          <p:nvPr/>
        </p:nvSpPr>
        <p:spPr bwMode="auto">
          <a:xfrm>
            <a:off x="9691480" y="4372487"/>
            <a:ext cx="176822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0"/>
              </a:spcBef>
              <a:spcAft>
                <a:spcPct val="0"/>
              </a:spcAft>
            </a:pPr>
            <a:r>
              <a:rPr kumimoji="1" lang="zh-CN" altLang="en-US" sz="2000" b="1" dirty="0" smtClean="0">
                <a:solidFill>
                  <a:srgbClr val="000000"/>
                </a:solidFill>
                <a:latin typeface="楷体" panose="02010609060101010101" pitchFamily="49" charset="-122"/>
                <a:ea typeface="楷体" panose="02010609060101010101" pitchFamily="49" charset="-122"/>
              </a:rPr>
              <a:t>分组 </a:t>
            </a:r>
            <a:r>
              <a:rPr kumimoji="1" lang="en-US" altLang="zh-CN" sz="2000" b="1" dirty="0" smtClean="0">
                <a:solidFill>
                  <a:srgbClr val="000000"/>
                </a:solidFill>
              </a:rPr>
              <a:t>(</a:t>
            </a:r>
            <a:r>
              <a:rPr kumimoji="1" lang="en-US" altLang="zh-CN" sz="2000" b="1" dirty="0">
                <a:solidFill>
                  <a:srgbClr val="000000"/>
                </a:solidFill>
              </a:rPr>
              <a:t>packet)</a:t>
            </a:r>
          </a:p>
        </p:txBody>
      </p:sp>
      <p:sp>
        <p:nvSpPr>
          <p:cNvPr id="14873" name="Text Box 537"/>
          <p:cNvSpPr txBox="1">
            <a:spLocks noChangeArrowheads="1"/>
          </p:cNvSpPr>
          <p:nvPr/>
        </p:nvSpPr>
        <p:spPr bwMode="auto">
          <a:xfrm>
            <a:off x="9691480" y="4915412"/>
            <a:ext cx="179728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0"/>
              </a:spcBef>
              <a:spcAft>
                <a:spcPct val="0"/>
              </a:spcAft>
            </a:pPr>
            <a:r>
              <a:rPr kumimoji="1" lang="zh-CN" altLang="en-US" sz="2000" b="1" dirty="0" smtClean="0">
                <a:solidFill>
                  <a:srgbClr val="000000"/>
                </a:solidFill>
                <a:latin typeface="楷体" panose="02010609060101010101" pitchFamily="49" charset="-122"/>
                <a:ea typeface="楷体" panose="02010609060101010101" pitchFamily="49" charset="-122"/>
              </a:rPr>
              <a:t>帧 </a:t>
            </a:r>
            <a:r>
              <a:rPr kumimoji="1" lang="en-US" altLang="zh-CN" sz="2000" b="1" dirty="0" smtClean="0">
                <a:solidFill>
                  <a:srgbClr val="000000"/>
                </a:solidFill>
              </a:rPr>
              <a:t>(</a:t>
            </a:r>
            <a:r>
              <a:rPr kumimoji="1" lang="en-US" altLang="zh-CN" sz="2000" b="1" dirty="0">
                <a:solidFill>
                  <a:srgbClr val="000000"/>
                </a:solidFill>
              </a:rPr>
              <a:t>frame</a:t>
            </a:r>
            <a:r>
              <a:rPr kumimoji="1" lang="en-US" altLang="zh-CN" b="1" dirty="0">
                <a:solidFill>
                  <a:srgbClr val="000000"/>
                </a:solidFill>
              </a:rPr>
              <a:t>)</a:t>
            </a:r>
          </a:p>
        </p:txBody>
      </p:sp>
      <p:sp>
        <p:nvSpPr>
          <p:cNvPr id="14874" name="Text Box 538"/>
          <p:cNvSpPr txBox="1">
            <a:spLocks noChangeArrowheads="1"/>
          </p:cNvSpPr>
          <p:nvPr/>
        </p:nvSpPr>
        <p:spPr bwMode="auto">
          <a:xfrm>
            <a:off x="9691481" y="5477387"/>
            <a:ext cx="241040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0"/>
              </a:spcBef>
              <a:spcAft>
                <a:spcPct val="0"/>
              </a:spcAft>
            </a:pPr>
            <a:r>
              <a:rPr kumimoji="1" lang="zh-CN" altLang="en-US" sz="2000" b="1" dirty="0">
                <a:solidFill>
                  <a:srgbClr val="000000"/>
                </a:solidFill>
                <a:latin typeface="楷体" panose="02010609060101010101" pitchFamily="49" charset="-122"/>
                <a:ea typeface="楷体" panose="02010609060101010101" pitchFamily="49" charset="-122"/>
              </a:rPr>
              <a:t>比特</a:t>
            </a:r>
            <a:r>
              <a:rPr kumimoji="1" lang="zh-CN" altLang="en-US" sz="2000" b="1" dirty="0" smtClean="0">
                <a:solidFill>
                  <a:srgbClr val="000000"/>
                </a:solidFill>
                <a:latin typeface="楷体" panose="02010609060101010101" pitchFamily="49" charset="-122"/>
                <a:ea typeface="楷体" panose="02010609060101010101" pitchFamily="49" charset="-122"/>
              </a:rPr>
              <a:t>流 </a:t>
            </a:r>
            <a:r>
              <a:rPr kumimoji="1" lang="en-US" altLang="zh-CN" sz="2000" b="1" dirty="0" smtClean="0">
                <a:solidFill>
                  <a:srgbClr val="000000"/>
                </a:solidFill>
              </a:rPr>
              <a:t>(</a:t>
            </a:r>
            <a:r>
              <a:rPr kumimoji="1" lang="en-US" altLang="zh-CN" sz="2000" b="1" dirty="0">
                <a:solidFill>
                  <a:srgbClr val="000000"/>
                </a:solidFill>
              </a:rPr>
              <a:t>bits)</a:t>
            </a:r>
          </a:p>
        </p:txBody>
      </p:sp>
      <p:sp>
        <p:nvSpPr>
          <p:cNvPr id="14875" name="Line 539"/>
          <p:cNvSpPr>
            <a:spLocks noChangeShapeType="1"/>
          </p:cNvSpPr>
          <p:nvPr/>
        </p:nvSpPr>
        <p:spPr bwMode="auto">
          <a:xfrm flipV="1">
            <a:off x="8243680" y="1558007"/>
            <a:ext cx="4389" cy="4051654"/>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zh-CN" altLang="en-US" sz="2000">
              <a:solidFill>
                <a:srgbClr val="000000"/>
              </a:solidFill>
            </a:endParaRPr>
          </a:p>
        </p:txBody>
      </p:sp>
      <p:sp>
        <p:nvSpPr>
          <p:cNvPr id="14876" name="Text Box 540"/>
          <p:cNvSpPr txBox="1">
            <a:spLocks noChangeArrowheads="1"/>
          </p:cNvSpPr>
          <p:nvPr/>
        </p:nvSpPr>
        <p:spPr bwMode="auto">
          <a:xfrm>
            <a:off x="2058465" y="6086667"/>
            <a:ext cx="822853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pPr>
            <a:r>
              <a:rPr kumimoji="1" lang="zh-CN" altLang="en-US" sz="2400" b="1" dirty="0">
                <a:solidFill>
                  <a:srgbClr val="002060"/>
                </a:solidFill>
                <a:latin typeface="楷体" panose="02010609060101010101" pitchFamily="49" charset="-122"/>
                <a:ea typeface="楷体" panose="02010609060101010101" pitchFamily="49" charset="-122"/>
              </a:rPr>
              <a:t>每一层的通信实体看到的是同一子系统中对等实体送来的包</a:t>
            </a:r>
          </a:p>
        </p:txBody>
      </p:sp>
      <p:grpSp>
        <p:nvGrpSpPr>
          <p:cNvPr id="3" name="组合 2"/>
          <p:cNvGrpSpPr/>
          <p:nvPr/>
        </p:nvGrpSpPr>
        <p:grpSpPr>
          <a:xfrm>
            <a:off x="1326356" y="1864230"/>
            <a:ext cx="1745250" cy="3995738"/>
            <a:chOff x="272257" y="1605534"/>
            <a:chExt cx="1893887" cy="4298950"/>
          </a:xfrm>
        </p:grpSpPr>
        <p:sp>
          <p:nvSpPr>
            <p:cNvPr id="94" name="Rectangle 4"/>
            <p:cNvSpPr>
              <a:spLocks noChangeArrowheads="1"/>
            </p:cNvSpPr>
            <p:nvPr/>
          </p:nvSpPr>
          <p:spPr bwMode="auto">
            <a:xfrm>
              <a:off x="308769" y="1649984"/>
              <a:ext cx="1824038" cy="4254500"/>
            </a:xfrm>
            <a:prstGeom prst="rect">
              <a:avLst/>
            </a:prstGeom>
            <a:solidFill>
              <a:srgbClr val="B0DEF5"/>
            </a:solidFill>
            <a:ln w="28575">
              <a:solidFill>
                <a:srgbClr val="000000"/>
              </a:solidFill>
              <a:miter lim="800000"/>
              <a:headEnd type="none" w="sm" len="sm"/>
              <a:tailEnd type="none" w="sm" len="sm"/>
            </a:ln>
            <a:effectLst>
              <a:outerShdw dist="107763" dir="2700000" algn="ctr" rotWithShape="0">
                <a:srgbClr val="000000"/>
              </a:outerShdw>
            </a:effectLst>
          </p:spPr>
          <p:txBody>
            <a:bodyPr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95" name="Line 5"/>
            <p:cNvSpPr>
              <a:spLocks noChangeShapeType="1"/>
            </p:cNvSpPr>
            <p:nvPr/>
          </p:nvSpPr>
          <p:spPr bwMode="auto">
            <a:xfrm>
              <a:off x="308769" y="4094734"/>
              <a:ext cx="1824038" cy="0"/>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96" name="Line 6"/>
            <p:cNvSpPr>
              <a:spLocks noChangeShapeType="1"/>
            </p:cNvSpPr>
            <p:nvPr/>
          </p:nvSpPr>
          <p:spPr bwMode="auto">
            <a:xfrm>
              <a:off x="304007" y="4728147"/>
              <a:ext cx="1824037" cy="0"/>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97" name="Line 7"/>
            <p:cNvSpPr>
              <a:spLocks noChangeShapeType="1"/>
            </p:cNvSpPr>
            <p:nvPr/>
          </p:nvSpPr>
          <p:spPr bwMode="auto">
            <a:xfrm>
              <a:off x="323057" y="5348859"/>
              <a:ext cx="1824037" cy="0"/>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98" name="Line 8"/>
            <p:cNvSpPr>
              <a:spLocks noChangeShapeType="1"/>
            </p:cNvSpPr>
            <p:nvPr/>
          </p:nvSpPr>
          <p:spPr bwMode="auto">
            <a:xfrm>
              <a:off x="304007" y="3462909"/>
              <a:ext cx="1824037" cy="0"/>
            </a:xfrm>
            <a:prstGeom prst="line">
              <a:avLst/>
            </a:prstGeom>
            <a:noFill/>
            <a:ln w="28575">
              <a:solidFill>
                <a:srgbClr val="0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99" name="Rectangle 9"/>
            <p:cNvSpPr>
              <a:spLocks noChangeArrowheads="1"/>
            </p:cNvSpPr>
            <p:nvPr/>
          </p:nvSpPr>
          <p:spPr bwMode="auto">
            <a:xfrm>
              <a:off x="313532" y="3478784"/>
              <a:ext cx="1817687" cy="606425"/>
            </a:xfrm>
            <a:prstGeom prst="rect">
              <a:avLst/>
            </a:prstGeom>
            <a:solidFill>
              <a:srgbClr val="FFCC99"/>
            </a:solidFill>
            <a:ln w="28575">
              <a:solidFill>
                <a:srgbClr val="000000"/>
              </a:solidFill>
              <a:miter lim="800000"/>
              <a:headEnd type="none" w="sm" len="sm"/>
              <a:tailEnd type="none" w="sm" len="sm"/>
            </a:ln>
            <a:effectLst>
              <a:outerShdw dist="35921" dir="2700000" algn="ctr" rotWithShape="0">
                <a:srgbClr val="000000"/>
              </a:outerShdw>
            </a:effectLst>
          </p:spPr>
          <p:txBody>
            <a:bodyPr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00" name="Text Box 10"/>
            <p:cNvSpPr txBox="1">
              <a:spLocks noChangeArrowheads="1"/>
            </p:cNvSpPr>
            <p:nvPr/>
          </p:nvSpPr>
          <p:spPr bwMode="auto">
            <a:xfrm>
              <a:off x="767557" y="3556572"/>
              <a:ext cx="869950"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pPr eaLnBrk="0" fontAlgn="base" hangingPunct="0">
                <a:spcBef>
                  <a:spcPct val="0"/>
                </a:spcBef>
                <a:spcAft>
                  <a:spcPct val="0"/>
                </a:spcAft>
              </a:pPr>
              <a:r>
                <a:rPr lang="zh-CN" altLang="en-US" b="1" smtClean="0">
                  <a:solidFill>
                    <a:srgbClr val="000000"/>
                  </a:solidFill>
                  <a:latin typeface="Helvetica" panose="020B0604020202020204" pitchFamily="34" charset="0"/>
                  <a:ea typeface="宋体" panose="02010600030101010101" pitchFamily="2" charset="-122"/>
                </a:rPr>
                <a:t>传输层</a:t>
              </a:r>
            </a:p>
          </p:txBody>
        </p:sp>
        <p:sp>
          <p:nvSpPr>
            <p:cNvPr id="101" name="Rectangle 11"/>
            <p:cNvSpPr>
              <a:spLocks noChangeArrowheads="1"/>
            </p:cNvSpPr>
            <p:nvPr/>
          </p:nvSpPr>
          <p:spPr bwMode="auto">
            <a:xfrm>
              <a:off x="313532" y="4720209"/>
              <a:ext cx="1817687" cy="606425"/>
            </a:xfrm>
            <a:prstGeom prst="rect">
              <a:avLst/>
            </a:prstGeom>
            <a:solidFill>
              <a:srgbClr val="FFCC99"/>
            </a:solidFill>
            <a:ln w="28575">
              <a:solidFill>
                <a:srgbClr val="000000"/>
              </a:solidFill>
              <a:miter lim="800000"/>
              <a:headEnd type="none" w="sm" len="sm"/>
              <a:tailEnd type="none" w="sm" len="sm"/>
            </a:ln>
            <a:effectLst>
              <a:outerShdw dist="35921" dir="2700000" algn="ctr" rotWithShape="0">
                <a:srgbClr val="000000"/>
              </a:outerShdw>
            </a:effectLst>
          </p:spPr>
          <p:txBody>
            <a:bodyPr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02" name="Text Box 12"/>
            <p:cNvSpPr txBox="1">
              <a:spLocks noChangeArrowheads="1"/>
            </p:cNvSpPr>
            <p:nvPr/>
          </p:nvSpPr>
          <p:spPr bwMode="auto">
            <a:xfrm>
              <a:off x="538957" y="4826572"/>
              <a:ext cx="1327150"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pPr eaLnBrk="0" fontAlgn="base" hangingPunct="0">
                <a:spcBef>
                  <a:spcPct val="0"/>
                </a:spcBef>
                <a:spcAft>
                  <a:spcPct val="0"/>
                </a:spcAft>
              </a:pPr>
              <a:r>
                <a:rPr lang="zh-CN" altLang="en-US" b="1" smtClean="0">
                  <a:solidFill>
                    <a:srgbClr val="000000"/>
                  </a:solidFill>
                  <a:latin typeface="Helvetica" panose="020B0604020202020204" pitchFamily="34" charset="0"/>
                  <a:ea typeface="宋体" panose="02010600030101010101" pitchFamily="2" charset="-122"/>
                </a:rPr>
                <a:t>数据链路层</a:t>
              </a:r>
            </a:p>
          </p:txBody>
        </p:sp>
        <p:sp>
          <p:nvSpPr>
            <p:cNvPr id="103" name="Rectangle 13"/>
            <p:cNvSpPr>
              <a:spLocks noChangeArrowheads="1"/>
            </p:cNvSpPr>
            <p:nvPr/>
          </p:nvSpPr>
          <p:spPr bwMode="auto">
            <a:xfrm>
              <a:off x="313532" y="4113784"/>
              <a:ext cx="1817687" cy="606425"/>
            </a:xfrm>
            <a:prstGeom prst="rect">
              <a:avLst/>
            </a:prstGeom>
            <a:solidFill>
              <a:srgbClr val="FFCC99"/>
            </a:solidFill>
            <a:ln w="28575">
              <a:solidFill>
                <a:srgbClr val="000000"/>
              </a:solidFill>
              <a:miter lim="800000"/>
              <a:headEnd type="none" w="sm" len="sm"/>
              <a:tailEnd type="none" w="sm" len="sm"/>
            </a:ln>
            <a:effectLst>
              <a:outerShdw dist="35921" dir="2700000" algn="ctr" rotWithShape="0">
                <a:srgbClr val="000000"/>
              </a:outerShdw>
            </a:effectLst>
          </p:spPr>
          <p:txBody>
            <a:bodyPr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04" name="Text Box 14"/>
            <p:cNvSpPr txBox="1">
              <a:spLocks noChangeArrowheads="1"/>
            </p:cNvSpPr>
            <p:nvPr/>
          </p:nvSpPr>
          <p:spPr bwMode="auto">
            <a:xfrm>
              <a:off x="767557" y="4205859"/>
              <a:ext cx="869950"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pPr eaLnBrk="0" fontAlgn="base" hangingPunct="0">
                <a:spcBef>
                  <a:spcPct val="0"/>
                </a:spcBef>
                <a:spcAft>
                  <a:spcPct val="0"/>
                </a:spcAft>
              </a:pPr>
              <a:r>
                <a:rPr lang="zh-CN" altLang="en-US" b="1" dirty="0" smtClean="0">
                  <a:solidFill>
                    <a:srgbClr val="000000"/>
                  </a:solidFill>
                  <a:latin typeface="Helvetica" panose="020B0604020202020204" pitchFamily="34" charset="0"/>
                  <a:ea typeface="宋体" panose="02010600030101010101" pitchFamily="2" charset="-122"/>
                </a:rPr>
                <a:t>网络层</a:t>
              </a:r>
            </a:p>
          </p:txBody>
        </p:sp>
        <p:sp>
          <p:nvSpPr>
            <p:cNvPr id="105" name="Line 15"/>
            <p:cNvSpPr>
              <a:spLocks noChangeShapeType="1"/>
            </p:cNvSpPr>
            <p:nvPr/>
          </p:nvSpPr>
          <p:spPr bwMode="auto">
            <a:xfrm>
              <a:off x="323057" y="5280597"/>
              <a:ext cx="1824037" cy="0"/>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06" name="Line 16"/>
            <p:cNvSpPr>
              <a:spLocks noChangeShapeType="1"/>
            </p:cNvSpPr>
            <p:nvPr/>
          </p:nvSpPr>
          <p:spPr bwMode="auto">
            <a:xfrm>
              <a:off x="342107" y="5901309"/>
              <a:ext cx="1824037" cy="0"/>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07" name="Rectangle 17"/>
            <p:cNvSpPr>
              <a:spLocks noChangeArrowheads="1"/>
            </p:cNvSpPr>
            <p:nvPr/>
          </p:nvSpPr>
          <p:spPr bwMode="auto">
            <a:xfrm>
              <a:off x="319882" y="5298059"/>
              <a:ext cx="1817687" cy="606425"/>
            </a:xfrm>
            <a:prstGeom prst="rect">
              <a:avLst/>
            </a:prstGeom>
            <a:solidFill>
              <a:srgbClr val="FFCC99"/>
            </a:solidFill>
            <a:ln w="28575">
              <a:solidFill>
                <a:srgbClr val="000000"/>
              </a:solidFill>
              <a:miter lim="800000"/>
              <a:headEnd type="none" w="sm" len="sm"/>
              <a:tailEnd type="none" w="sm" len="sm"/>
            </a:ln>
            <a:effectLst>
              <a:outerShdw dist="35921" dir="2700000" algn="ctr" rotWithShape="0">
                <a:srgbClr val="000000"/>
              </a:outerShdw>
            </a:effectLst>
          </p:spPr>
          <p:txBody>
            <a:bodyPr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08" name="Text Box 18"/>
            <p:cNvSpPr txBox="1">
              <a:spLocks noChangeArrowheads="1"/>
            </p:cNvSpPr>
            <p:nvPr/>
          </p:nvSpPr>
          <p:spPr bwMode="auto">
            <a:xfrm>
              <a:off x="767557" y="5436172"/>
              <a:ext cx="869950"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pPr eaLnBrk="0" fontAlgn="base" hangingPunct="0">
                <a:spcBef>
                  <a:spcPct val="0"/>
                </a:spcBef>
                <a:spcAft>
                  <a:spcPct val="0"/>
                </a:spcAft>
              </a:pPr>
              <a:r>
                <a:rPr lang="zh-CN" altLang="en-US" b="1" smtClean="0">
                  <a:solidFill>
                    <a:srgbClr val="000000"/>
                  </a:solidFill>
                  <a:latin typeface="Helvetica" panose="020B0604020202020204" pitchFamily="34" charset="0"/>
                  <a:ea typeface="宋体" panose="02010600030101010101" pitchFamily="2" charset="-122"/>
                </a:rPr>
                <a:t>物理层</a:t>
              </a:r>
            </a:p>
          </p:txBody>
        </p:sp>
        <p:sp>
          <p:nvSpPr>
            <p:cNvPr id="109" name="Line 19"/>
            <p:cNvSpPr>
              <a:spLocks noChangeShapeType="1"/>
            </p:cNvSpPr>
            <p:nvPr/>
          </p:nvSpPr>
          <p:spPr bwMode="auto">
            <a:xfrm>
              <a:off x="323057" y="2773934"/>
              <a:ext cx="1825625" cy="0"/>
            </a:xfrm>
            <a:prstGeom prst="line">
              <a:avLst/>
            </a:prstGeom>
            <a:noFill/>
            <a:ln w="28575">
              <a:solidFill>
                <a:srgbClr val="0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10" name="Line 20"/>
            <p:cNvSpPr>
              <a:spLocks noChangeShapeType="1"/>
            </p:cNvSpPr>
            <p:nvPr/>
          </p:nvSpPr>
          <p:spPr bwMode="auto">
            <a:xfrm>
              <a:off x="318294" y="2199259"/>
              <a:ext cx="1824038" cy="0"/>
            </a:xfrm>
            <a:prstGeom prst="line">
              <a:avLst/>
            </a:prstGeom>
            <a:noFill/>
            <a:ln w="28575">
              <a:solidFill>
                <a:srgbClr val="0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11" name="Line 21"/>
            <p:cNvSpPr>
              <a:spLocks noChangeShapeType="1"/>
            </p:cNvSpPr>
            <p:nvPr/>
          </p:nvSpPr>
          <p:spPr bwMode="auto">
            <a:xfrm>
              <a:off x="315119" y="2234184"/>
              <a:ext cx="1824038" cy="0"/>
            </a:xfrm>
            <a:prstGeom prst="line">
              <a:avLst/>
            </a:prstGeom>
            <a:noFill/>
            <a:ln w="28575">
              <a:solidFill>
                <a:srgbClr val="0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12" name="Line 22"/>
            <p:cNvSpPr>
              <a:spLocks noChangeShapeType="1"/>
            </p:cNvSpPr>
            <p:nvPr/>
          </p:nvSpPr>
          <p:spPr bwMode="auto">
            <a:xfrm>
              <a:off x="296069" y="2862834"/>
              <a:ext cx="1824038" cy="0"/>
            </a:xfrm>
            <a:prstGeom prst="line">
              <a:avLst/>
            </a:prstGeom>
            <a:noFill/>
            <a:ln w="28575">
              <a:solidFill>
                <a:srgbClr val="0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13" name="Line 23"/>
            <p:cNvSpPr>
              <a:spLocks noChangeShapeType="1"/>
            </p:cNvSpPr>
            <p:nvPr/>
          </p:nvSpPr>
          <p:spPr bwMode="auto">
            <a:xfrm>
              <a:off x="291307" y="2231009"/>
              <a:ext cx="1824037" cy="0"/>
            </a:xfrm>
            <a:prstGeom prst="line">
              <a:avLst/>
            </a:prstGeom>
            <a:noFill/>
            <a:ln w="28575">
              <a:solidFill>
                <a:srgbClr val="0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14" name="Line 24"/>
            <p:cNvSpPr>
              <a:spLocks noChangeShapeType="1"/>
            </p:cNvSpPr>
            <p:nvPr/>
          </p:nvSpPr>
          <p:spPr bwMode="auto">
            <a:xfrm>
              <a:off x="272257" y="2840609"/>
              <a:ext cx="1824037" cy="1588"/>
            </a:xfrm>
            <a:prstGeom prst="line">
              <a:avLst/>
            </a:prstGeom>
            <a:noFill/>
            <a:ln w="28575">
              <a:solidFill>
                <a:srgbClr val="000000"/>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15" name="Rectangle 25"/>
            <p:cNvSpPr>
              <a:spLocks noChangeArrowheads="1"/>
            </p:cNvSpPr>
            <p:nvPr/>
          </p:nvSpPr>
          <p:spPr bwMode="auto">
            <a:xfrm>
              <a:off x="300832" y="1605534"/>
              <a:ext cx="1862137" cy="619125"/>
            </a:xfrm>
            <a:prstGeom prst="rect">
              <a:avLst/>
            </a:prstGeom>
            <a:solidFill>
              <a:srgbClr val="99CC00"/>
            </a:solidFill>
            <a:ln w="28575">
              <a:solidFill>
                <a:srgbClr val="000000"/>
              </a:solidFill>
              <a:miter lim="800000"/>
              <a:headEnd type="none" w="sm" len="sm"/>
              <a:tailEnd type="none" w="sm" len="sm"/>
            </a:ln>
            <a:effectLst>
              <a:outerShdw dist="35921" dir="2700000" algn="ctr" rotWithShape="0">
                <a:srgbClr val="000000"/>
              </a:outerShdw>
            </a:effectLst>
          </p:spPr>
          <p:txBody>
            <a:bodyPr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16" name="Rectangle 26"/>
            <p:cNvSpPr>
              <a:spLocks noChangeArrowheads="1"/>
            </p:cNvSpPr>
            <p:nvPr/>
          </p:nvSpPr>
          <p:spPr bwMode="auto">
            <a:xfrm>
              <a:off x="300832" y="2234184"/>
              <a:ext cx="1865312" cy="606425"/>
            </a:xfrm>
            <a:prstGeom prst="rect">
              <a:avLst/>
            </a:prstGeom>
            <a:solidFill>
              <a:srgbClr val="99CC00"/>
            </a:solidFill>
            <a:ln w="28575">
              <a:solidFill>
                <a:srgbClr val="000000"/>
              </a:solidFill>
              <a:miter lim="800000"/>
              <a:headEnd type="none" w="sm" len="sm"/>
              <a:tailEnd type="none" w="sm" len="sm"/>
            </a:ln>
            <a:effectLst>
              <a:outerShdw dist="35921" dir="2700000" algn="ctr" rotWithShape="0">
                <a:srgbClr val="000000"/>
              </a:outerShdw>
            </a:effectLst>
          </p:spPr>
          <p:txBody>
            <a:bodyPr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17" name="Rectangle 27"/>
            <p:cNvSpPr>
              <a:spLocks noChangeArrowheads="1"/>
            </p:cNvSpPr>
            <p:nvPr/>
          </p:nvSpPr>
          <p:spPr bwMode="auto">
            <a:xfrm>
              <a:off x="300832" y="2846959"/>
              <a:ext cx="1865312" cy="549275"/>
            </a:xfrm>
            <a:prstGeom prst="rect">
              <a:avLst/>
            </a:prstGeom>
            <a:solidFill>
              <a:srgbClr val="99CC00"/>
            </a:solidFill>
            <a:ln w="28575">
              <a:solidFill>
                <a:srgbClr val="000000"/>
              </a:solidFill>
              <a:miter lim="800000"/>
              <a:headEnd type="none" w="sm" len="sm"/>
              <a:tailEnd type="none" w="sm" len="sm"/>
            </a:ln>
            <a:effectLst>
              <a:outerShdw dist="35921" dir="2700000" algn="ctr" rotWithShape="0">
                <a:srgbClr val="000000"/>
              </a:outerShdw>
            </a:effectLst>
          </p:spPr>
          <p:txBody>
            <a:bodyPr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18" name="Text Box 28"/>
            <p:cNvSpPr txBox="1">
              <a:spLocks noChangeArrowheads="1"/>
            </p:cNvSpPr>
            <p:nvPr/>
          </p:nvSpPr>
          <p:spPr bwMode="auto">
            <a:xfrm>
              <a:off x="792957" y="2908872"/>
              <a:ext cx="869950"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pPr algn="ctr" eaLnBrk="0" fontAlgn="base" hangingPunct="0">
                <a:spcBef>
                  <a:spcPct val="0"/>
                </a:spcBef>
                <a:spcAft>
                  <a:spcPct val="0"/>
                </a:spcAft>
              </a:pPr>
              <a:r>
                <a:rPr lang="zh-CN" altLang="en-US" b="1" smtClean="0">
                  <a:solidFill>
                    <a:srgbClr val="000000"/>
                  </a:solidFill>
                  <a:latin typeface="Helvetica" panose="020B0604020202020204" pitchFamily="34" charset="0"/>
                  <a:ea typeface="宋体" panose="02010600030101010101" pitchFamily="2" charset="-122"/>
                </a:rPr>
                <a:t>会话层</a:t>
              </a:r>
            </a:p>
          </p:txBody>
        </p:sp>
        <p:sp>
          <p:nvSpPr>
            <p:cNvPr id="119" name="Text Box 29"/>
            <p:cNvSpPr txBox="1">
              <a:spLocks noChangeArrowheads="1"/>
            </p:cNvSpPr>
            <p:nvPr/>
          </p:nvSpPr>
          <p:spPr bwMode="auto">
            <a:xfrm>
              <a:off x="792957" y="2307209"/>
              <a:ext cx="869950"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pPr algn="ctr" eaLnBrk="0" fontAlgn="base" hangingPunct="0">
                <a:spcBef>
                  <a:spcPct val="0"/>
                </a:spcBef>
                <a:spcAft>
                  <a:spcPct val="0"/>
                </a:spcAft>
              </a:pPr>
              <a:r>
                <a:rPr lang="zh-CN" altLang="en-US" b="1" smtClean="0">
                  <a:solidFill>
                    <a:srgbClr val="000000"/>
                  </a:solidFill>
                  <a:latin typeface="Helvetica" panose="020B0604020202020204" pitchFamily="34" charset="0"/>
                  <a:ea typeface="宋体" panose="02010600030101010101" pitchFamily="2" charset="-122"/>
                </a:rPr>
                <a:t>表示层</a:t>
              </a:r>
            </a:p>
          </p:txBody>
        </p:sp>
        <p:sp>
          <p:nvSpPr>
            <p:cNvPr id="120" name="Text Box 30"/>
            <p:cNvSpPr txBox="1">
              <a:spLocks noChangeArrowheads="1"/>
            </p:cNvSpPr>
            <p:nvPr/>
          </p:nvSpPr>
          <p:spPr bwMode="auto">
            <a:xfrm>
              <a:off x="792957" y="1705547"/>
              <a:ext cx="869950"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pPr algn="ctr" eaLnBrk="0" fontAlgn="base" hangingPunct="0">
                <a:spcBef>
                  <a:spcPct val="0"/>
                </a:spcBef>
                <a:spcAft>
                  <a:spcPct val="0"/>
                </a:spcAft>
              </a:pPr>
              <a:r>
                <a:rPr lang="zh-CN" altLang="en-US" b="1" smtClean="0">
                  <a:solidFill>
                    <a:srgbClr val="000000"/>
                  </a:solidFill>
                  <a:latin typeface="Helvetica" panose="020B0604020202020204" pitchFamily="34" charset="0"/>
                  <a:ea typeface="宋体" panose="02010600030101010101" pitchFamily="2" charset="-122"/>
                </a:rPr>
                <a:t>应用层</a:t>
              </a:r>
            </a:p>
          </p:txBody>
        </p:sp>
      </p:grpSp>
      <p:sp>
        <p:nvSpPr>
          <p:cNvPr id="2" name="标题 1"/>
          <p:cNvSpPr>
            <a:spLocks noGrp="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r>
              <a:rPr lang="zh-CN" altLang="en-US" dirty="0">
                <a:solidFill>
                  <a:schemeClr val="tx1"/>
                </a:solidFill>
                <a:latin typeface="Times New Roman" panose="02020603050405020304" pitchFamily="18" charset="0"/>
                <a:cs typeface="Times New Roman" panose="02020603050405020304" pitchFamily="18" charset="0"/>
              </a:rPr>
              <a:t>数据封装</a:t>
            </a:r>
          </a:p>
        </p:txBody>
      </p:sp>
      <p:sp>
        <p:nvSpPr>
          <p:cNvPr id="14860" name="Line 524"/>
          <p:cNvSpPr>
            <a:spLocks noChangeShapeType="1"/>
          </p:cNvSpPr>
          <p:nvPr/>
        </p:nvSpPr>
        <p:spPr bwMode="auto">
          <a:xfrm>
            <a:off x="2837645" y="1558007"/>
            <a:ext cx="37111" cy="4022567"/>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zh-CN" altLang="en-US" sz="2000">
              <a:solidFill>
                <a:srgbClr val="000000"/>
              </a:solidFill>
            </a:endParaRPr>
          </a:p>
        </p:txBody>
      </p:sp>
      <p:sp>
        <p:nvSpPr>
          <p:cNvPr id="14862" name="Line 526"/>
          <p:cNvSpPr>
            <a:spLocks noChangeShapeType="1"/>
          </p:cNvSpPr>
          <p:nvPr/>
        </p:nvSpPr>
        <p:spPr bwMode="auto">
          <a:xfrm flipV="1">
            <a:off x="2848007" y="5583654"/>
            <a:ext cx="5389822" cy="14545"/>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kumimoji="1" lang="zh-CN" altLang="en-US" sz="2000">
              <a:solidFill>
                <a:srgbClr val="000000"/>
              </a:solidFill>
            </a:endParaRPr>
          </a:p>
        </p:txBody>
      </p:sp>
    </p:spTree>
    <p:extLst>
      <p:ext uri="{BB962C8B-B14F-4D97-AF65-F5344CB8AC3E}">
        <p14:creationId xmlns:p14="http://schemas.microsoft.com/office/powerpoint/2010/main" val="226708801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874" name="Text Box 2"/>
          <p:cNvSpPr txBox="1">
            <a:spLocks noChangeArrowheads="1"/>
          </p:cNvSpPr>
          <p:nvPr/>
        </p:nvSpPr>
        <p:spPr bwMode="auto">
          <a:xfrm>
            <a:off x="3889203" y="231720"/>
            <a:ext cx="632177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fontAlgn="base">
              <a:spcBef>
                <a:spcPct val="0"/>
              </a:spcBef>
              <a:spcAft>
                <a:spcPct val="0"/>
              </a:spcAft>
            </a:pPr>
            <a:r>
              <a:rPr lang="zh-CN" altLang="en-US" sz="4000" b="1" dirty="0">
                <a:solidFill>
                  <a:srgbClr val="FFFF00"/>
                </a:solidFill>
                <a:latin typeface="Times New Roman" panose="02020603050405020304" pitchFamily="18" charset="0"/>
                <a:ea typeface="黑体" panose="02010609060101010101" pitchFamily="49" charset="-122"/>
                <a:cs typeface="Times New Roman" panose="02020603050405020304" pitchFamily="18" charset="0"/>
              </a:rPr>
              <a:t>举例：</a:t>
            </a:r>
            <a:r>
              <a:rPr lang="en-US" altLang="zh-CN" sz="4000" b="1" dirty="0">
                <a:solidFill>
                  <a:srgbClr val="FFFF00"/>
                </a:solidFill>
                <a:latin typeface="Times New Roman" panose="02020603050405020304" pitchFamily="18" charset="0"/>
                <a:ea typeface="黑体" panose="02010609060101010101" pitchFamily="49" charset="-122"/>
                <a:cs typeface="Times New Roman" panose="02020603050405020304" pitchFamily="18" charset="0"/>
              </a:rPr>
              <a:t>TCP/IP </a:t>
            </a:r>
            <a:r>
              <a:rPr lang="zh-CN" altLang="en-US" sz="4000" b="1" dirty="0">
                <a:solidFill>
                  <a:srgbClr val="FFFF00"/>
                </a:solidFill>
                <a:latin typeface="Times New Roman" panose="02020603050405020304" pitchFamily="18" charset="0"/>
                <a:ea typeface="黑体" panose="02010609060101010101" pitchFamily="49" charset="-122"/>
                <a:cs typeface="Times New Roman" panose="02020603050405020304" pitchFamily="18" charset="0"/>
              </a:rPr>
              <a:t>数据封装</a:t>
            </a:r>
          </a:p>
        </p:txBody>
      </p:sp>
      <p:sp>
        <p:nvSpPr>
          <p:cNvPr id="463875" name="Freeform 3"/>
          <p:cNvSpPr>
            <a:spLocks/>
          </p:cNvSpPr>
          <p:nvPr/>
        </p:nvSpPr>
        <p:spPr bwMode="auto">
          <a:xfrm>
            <a:off x="1962150" y="5784875"/>
            <a:ext cx="4306888" cy="461665"/>
          </a:xfrm>
          <a:custGeom>
            <a:avLst/>
            <a:gdLst>
              <a:gd name="T0" fmla="*/ 0 w 2713"/>
              <a:gd name="T1" fmla="*/ 0 h 222"/>
              <a:gd name="T2" fmla="*/ 343 w 2713"/>
              <a:gd name="T3" fmla="*/ 222 h 222"/>
              <a:gd name="T4" fmla="*/ 2712 w 2713"/>
              <a:gd name="T5" fmla="*/ 216 h 222"/>
              <a:gd name="T6" fmla="*/ 2713 w 2713"/>
              <a:gd name="T7" fmla="*/ 6 h 222"/>
              <a:gd name="T8" fmla="*/ 0 w 2713"/>
              <a:gd name="T9" fmla="*/ 0 h 222"/>
            </a:gdLst>
            <a:ahLst/>
            <a:cxnLst>
              <a:cxn ang="0">
                <a:pos x="T0" y="T1"/>
              </a:cxn>
              <a:cxn ang="0">
                <a:pos x="T2" y="T3"/>
              </a:cxn>
              <a:cxn ang="0">
                <a:pos x="T4" y="T5"/>
              </a:cxn>
              <a:cxn ang="0">
                <a:pos x="T6" y="T7"/>
              </a:cxn>
              <a:cxn ang="0">
                <a:pos x="T8" y="T9"/>
              </a:cxn>
            </a:cxnLst>
            <a:rect l="0" t="0" r="r" b="b"/>
            <a:pathLst>
              <a:path w="2713" h="222">
                <a:moveTo>
                  <a:pt x="0" y="0"/>
                </a:moveTo>
                <a:lnTo>
                  <a:pt x="343" y="222"/>
                </a:lnTo>
                <a:lnTo>
                  <a:pt x="2712" y="216"/>
                </a:lnTo>
                <a:lnTo>
                  <a:pt x="2713" y="6"/>
                </a:lnTo>
                <a:lnTo>
                  <a:pt x="0" y="0"/>
                </a:lnTo>
                <a:close/>
              </a:path>
            </a:pathLst>
          </a:custGeom>
          <a:gradFill rotWithShape="0">
            <a:gsLst>
              <a:gs pos="0">
                <a:srgbClr val="FAFD00"/>
              </a:gs>
              <a:gs pos="100000">
                <a:srgbClr val="FAFD00">
                  <a:gamma/>
                  <a:shade val="46275"/>
                  <a:invGamma/>
                </a:srgbClr>
              </a:gs>
            </a:gsLst>
            <a:lin ang="5400000" scaled="1"/>
          </a:gradFill>
          <a:ln>
            <a:noFill/>
          </a:ln>
          <a:effectLst/>
          <a:extLst>
            <a:ext uri="{91240B29-F687-4F45-9708-019B960494DF}">
              <a14:hiddenLine xmlns:a14="http://schemas.microsoft.com/office/drawing/2010/main" w="28575" cap="flat" cmpd="sng">
                <a:solidFill>
                  <a:srgbClr val="FAFD00"/>
                </a:solidFill>
                <a:prstDash val="dash"/>
                <a:round/>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anchor="ctr">
            <a:spAutoFit/>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3876" name="Freeform 4"/>
          <p:cNvSpPr>
            <a:spLocks/>
          </p:cNvSpPr>
          <p:nvPr/>
        </p:nvSpPr>
        <p:spPr bwMode="auto">
          <a:xfrm>
            <a:off x="2428876" y="4260875"/>
            <a:ext cx="3838575" cy="461665"/>
          </a:xfrm>
          <a:custGeom>
            <a:avLst/>
            <a:gdLst>
              <a:gd name="T0" fmla="*/ 0 w 2418"/>
              <a:gd name="T1" fmla="*/ 90 h 390"/>
              <a:gd name="T2" fmla="*/ 1164 w 2418"/>
              <a:gd name="T3" fmla="*/ 390 h 390"/>
              <a:gd name="T4" fmla="*/ 2418 w 2418"/>
              <a:gd name="T5" fmla="*/ 390 h 390"/>
              <a:gd name="T6" fmla="*/ 2418 w 2418"/>
              <a:gd name="T7" fmla="*/ 0 h 390"/>
              <a:gd name="T8" fmla="*/ 0 w 2418"/>
              <a:gd name="T9" fmla="*/ 90 h 390"/>
            </a:gdLst>
            <a:ahLst/>
            <a:cxnLst>
              <a:cxn ang="0">
                <a:pos x="T0" y="T1"/>
              </a:cxn>
              <a:cxn ang="0">
                <a:pos x="T2" y="T3"/>
              </a:cxn>
              <a:cxn ang="0">
                <a:pos x="T4" y="T5"/>
              </a:cxn>
              <a:cxn ang="0">
                <a:pos x="T6" y="T7"/>
              </a:cxn>
              <a:cxn ang="0">
                <a:pos x="T8" y="T9"/>
              </a:cxn>
            </a:cxnLst>
            <a:rect l="0" t="0" r="r" b="b"/>
            <a:pathLst>
              <a:path w="2418" h="390">
                <a:moveTo>
                  <a:pt x="0" y="90"/>
                </a:moveTo>
                <a:lnTo>
                  <a:pt x="1164" y="390"/>
                </a:lnTo>
                <a:lnTo>
                  <a:pt x="2418" y="390"/>
                </a:lnTo>
                <a:lnTo>
                  <a:pt x="2418" y="0"/>
                </a:lnTo>
                <a:lnTo>
                  <a:pt x="0" y="90"/>
                </a:lnTo>
                <a:close/>
              </a:path>
            </a:pathLst>
          </a:custGeom>
          <a:gradFill rotWithShape="0">
            <a:gsLst>
              <a:gs pos="0">
                <a:srgbClr val="FAFD00"/>
              </a:gs>
              <a:gs pos="100000">
                <a:srgbClr val="FAFD00">
                  <a:gamma/>
                  <a:shade val="46275"/>
                  <a:invGamma/>
                </a:srgbClr>
              </a:gs>
            </a:gsLst>
            <a:lin ang="5400000" scaled="1"/>
          </a:gradFill>
          <a:ln>
            <a:noFill/>
          </a:ln>
          <a:effectLst/>
          <a:extLst>
            <a:ext uri="{91240B29-F687-4F45-9708-019B960494DF}">
              <a14:hiddenLine xmlns:a14="http://schemas.microsoft.com/office/drawing/2010/main" w="28575" cap="flat" cmpd="sng">
                <a:solidFill>
                  <a:srgbClr val="FAFD00"/>
                </a:solidFill>
                <a:prstDash val="dash"/>
                <a:round/>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anchor="ctr">
            <a:spAutoFit/>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3877" name="Freeform 5"/>
          <p:cNvSpPr>
            <a:spLocks/>
          </p:cNvSpPr>
          <p:nvPr/>
        </p:nvSpPr>
        <p:spPr bwMode="auto">
          <a:xfrm>
            <a:off x="2816225" y="3527432"/>
            <a:ext cx="3424237" cy="461665"/>
          </a:xfrm>
          <a:custGeom>
            <a:avLst/>
            <a:gdLst>
              <a:gd name="T0" fmla="*/ 0 w 2157"/>
              <a:gd name="T1" fmla="*/ 0 h 336"/>
              <a:gd name="T2" fmla="*/ 936 w 2157"/>
              <a:gd name="T3" fmla="*/ 336 h 336"/>
              <a:gd name="T4" fmla="*/ 2157 w 2157"/>
              <a:gd name="T5" fmla="*/ 329 h 336"/>
              <a:gd name="T6" fmla="*/ 2157 w 2157"/>
              <a:gd name="T7" fmla="*/ 5 h 336"/>
              <a:gd name="T8" fmla="*/ 0 w 2157"/>
              <a:gd name="T9" fmla="*/ 0 h 336"/>
            </a:gdLst>
            <a:ahLst/>
            <a:cxnLst>
              <a:cxn ang="0">
                <a:pos x="T0" y="T1"/>
              </a:cxn>
              <a:cxn ang="0">
                <a:pos x="T2" y="T3"/>
              </a:cxn>
              <a:cxn ang="0">
                <a:pos x="T4" y="T5"/>
              </a:cxn>
              <a:cxn ang="0">
                <a:pos x="T6" y="T7"/>
              </a:cxn>
              <a:cxn ang="0">
                <a:pos x="T8" y="T9"/>
              </a:cxn>
            </a:cxnLst>
            <a:rect l="0" t="0" r="r" b="b"/>
            <a:pathLst>
              <a:path w="2157" h="336">
                <a:moveTo>
                  <a:pt x="0" y="0"/>
                </a:moveTo>
                <a:lnTo>
                  <a:pt x="936" y="336"/>
                </a:lnTo>
                <a:lnTo>
                  <a:pt x="2157" y="329"/>
                </a:lnTo>
                <a:lnTo>
                  <a:pt x="2157" y="5"/>
                </a:lnTo>
                <a:lnTo>
                  <a:pt x="0" y="0"/>
                </a:lnTo>
                <a:close/>
              </a:path>
            </a:pathLst>
          </a:custGeom>
          <a:gradFill rotWithShape="0">
            <a:gsLst>
              <a:gs pos="0">
                <a:srgbClr val="FAFD00"/>
              </a:gs>
              <a:gs pos="100000">
                <a:srgbClr val="FAFD00">
                  <a:gamma/>
                  <a:shade val="46275"/>
                  <a:invGamma/>
                </a:srgbClr>
              </a:gs>
            </a:gsLst>
            <a:lin ang="5400000" scaled="1"/>
          </a:gradFill>
          <a:ln>
            <a:noFill/>
          </a:ln>
          <a:effectLst/>
          <a:extLst>
            <a:ext uri="{91240B29-F687-4F45-9708-019B960494DF}">
              <a14:hiddenLine xmlns:a14="http://schemas.microsoft.com/office/drawing/2010/main" w="28575" cap="flat" cmpd="sng">
                <a:solidFill>
                  <a:srgbClr val="FAFD00"/>
                </a:solidFill>
                <a:prstDash val="dash"/>
                <a:round/>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anchor="ctr">
            <a:spAutoFit/>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3878" name="Freeform 6"/>
          <p:cNvSpPr>
            <a:spLocks/>
          </p:cNvSpPr>
          <p:nvPr/>
        </p:nvSpPr>
        <p:spPr bwMode="auto">
          <a:xfrm>
            <a:off x="4373564" y="2824188"/>
            <a:ext cx="1855787" cy="461665"/>
          </a:xfrm>
          <a:custGeom>
            <a:avLst/>
            <a:gdLst>
              <a:gd name="T0" fmla="*/ 0 w 1169"/>
              <a:gd name="T1" fmla="*/ 20 h 164"/>
              <a:gd name="T2" fmla="*/ 108 w 1169"/>
              <a:gd name="T3" fmla="*/ 164 h 164"/>
              <a:gd name="T4" fmla="*/ 1169 w 1169"/>
              <a:gd name="T5" fmla="*/ 162 h 164"/>
              <a:gd name="T6" fmla="*/ 1169 w 1169"/>
              <a:gd name="T7" fmla="*/ 0 h 164"/>
              <a:gd name="T8" fmla="*/ 0 w 1169"/>
              <a:gd name="T9" fmla="*/ 20 h 164"/>
            </a:gdLst>
            <a:ahLst/>
            <a:cxnLst>
              <a:cxn ang="0">
                <a:pos x="T0" y="T1"/>
              </a:cxn>
              <a:cxn ang="0">
                <a:pos x="T2" y="T3"/>
              </a:cxn>
              <a:cxn ang="0">
                <a:pos x="T4" y="T5"/>
              </a:cxn>
              <a:cxn ang="0">
                <a:pos x="T6" y="T7"/>
              </a:cxn>
              <a:cxn ang="0">
                <a:pos x="T8" y="T9"/>
              </a:cxn>
            </a:cxnLst>
            <a:rect l="0" t="0" r="r" b="b"/>
            <a:pathLst>
              <a:path w="1169" h="164">
                <a:moveTo>
                  <a:pt x="0" y="20"/>
                </a:moveTo>
                <a:lnTo>
                  <a:pt x="108" y="164"/>
                </a:lnTo>
                <a:lnTo>
                  <a:pt x="1169" y="162"/>
                </a:lnTo>
                <a:lnTo>
                  <a:pt x="1169" y="0"/>
                </a:lnTo>
                <a:lnTo>
                  <a:pt x="0" y="20"/>
                </a:lnTo>
                <a:close/>
              </a:path>
            </a:pathLst>
          </a:custGeom>
          <a:gradFill rotWithShape="0">
            <a:gsLst>
              <a:gs pos="0">
                <a:srgbClr val="FAFD00"/>
              </a:gs>
              <a:gs pos="100000">
                <a:srgbClr val="FAFD00">
                  <a:gamma/>
                  <a:shade val="46275"/>
                  <a:invGamma/>
                </a:srgbClr>
              </a:gs>
            </a:gsLst>
            <a:lin ang="5400000" scaled="1"/>
          </a:gradFill>
          <a:ln>
            <a:noFill/>
          </a:ln>
          <a:effectLst/>
          <a:extLst>
            <a:ext uri="{91240B29-F687-4F45-9708-019B960494DF}">
              <a14:hiddenLine xmlns:a14="http://schemas.microsoft.com/office/drawing/2010/main" w="28575" cap="flat" cmpd="sng">
                <a:solidFill>
                  <a:srgbClr val="FAFD00"/>
                </a:solidFill>
                <a:prstDash val="dash"/>
                <a:round/>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anchor="ctr">
            <a:spAutoFit/>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3879" name="Freeform 7"/>
          <p:cNvSpPr>
            <a:spLocks/>
          </p:cNvSpPr>
          <p:nvPr/>
        </p:nvSpPr>
        <p:spPr bwMode="auto">
          <a:xfrm>
            <a:off x="2295526" y="5070500"/>
            <a:ext cx="3971925" cy="461665"/>
          </a:xfrm>
          <a:custGeom>
            <a:avLst/>
            <a:gdLst>
              <a:gd name="T0" fmla="*/ 0 w 2502"/>
              <a:gd name="T1" fmla="*/ 12 h 282"/>
              <a:gd name="T2" fmla="*/ 1290 w 2502"/>
              <a:gd name="T3" fmla="*/ 282 h 282"/>
              <a:gd name="T4" fmla="*/ 2502 w 2502"/>
              <a:gd name="T5" fmla="*/ 276 h 282"/>
              <a:gd name="T6" fmla="*/ 2502 w 2502"/>
              <a:gd name="T7" fmla="*/ 0 h 282"/>
              <a:gd name="T8" fmla="*/ 0 w 2502"/>
              <a:gd name="T9" fmla="*/ 12 h 282"/>
            </a:gdLst>
            <a:ahLst/>
            <a:cxnLst>
              <a:cxn ang="0">
                <a:pos x="T0" y="T1"/>
              </a:cxn>
              <a:cxn ang="0">
                <a:pos x="T2" y="T3"/>
              </a:cxn>
              <a:cxn ang="0">
                <a:pos x="T4" y="T5"/>
              </a:cxn>
              <a:cxn ang="0">
                <a:pos x="T6" y="T7"/>
              </a:cxn>
              <a:cxn ang="0">
                <a:pos x="T8" y="T9"/>
              </a:cxn>
            </a:cxnLst>
            <a:rect l="0" t="0" r="r" b="b"/>
            <a:pathLst>
              <a:path w="2502" h="282">
                <a:moveTo>
                  <a:pt x="0" y="12"/>
                </a:moveTo>
                <a:lnTo>
                  <a:pt x="1290" y="282"/>
                </a:lnTo>
                <a:lnTo>
                  <a:pt x="2502" y="276"/>
                </a:lnTo>
                <a:lnTo>
                  <a:pt x="2502" y="0"/>
                </a:lnTo>
                <a:lnTo>
                  <a:pt x="0" y="12"/>
                </a:lnTo>
                <a:close/>
              </a:path>
            </a:pathLst>
          </a:custGeom>
          <a:gradFill rotWithShape="0">
            <a:gsLst>
              <a:gs pos="0">
                <a:srgbClr val="FAFD00"/>
              </a:gs>
              <a:gs pos="100000">
                <a:srgbClr val="FAFD00">
                  <a:gamma/>
                  <a:shade val="46275"/>
                  <a:invGamma/>
                </a:srgbClr>
              </a:gs>
            </a:gsLst>
            <a:lin ang="5400000" scaled="1"/>
          </a:gradFill>
          <a:ln>
            <a:noFill/>
          </a:ln>
          <a:effectLst/>
          <a:extLst>
            <a:ext uri="{91240B29-F687-4F45-9708-019B960494DF}">
              <a14:hiddenLine xmlns:a14="http://schemas.microsoft.com/office/drawing/2010/main" w="28575" cap="flat" cmpd="sng">
                <a:solidFill>
                  <a:srgbClr val="FAFD00"/>
                </a:solidFill>
                <a:prstDash val="dash"/>
                <a:round/>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anchor="ctr">
            <a:spAutoFit/>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3880" name="Rectangle 8"/>
          <p:cNvSpPr>
            <a:spLocks noChangeArrowheads="1"/>
          </p:cNvSpPr>
          <p:nvPr/>
        </p:nvSpPr>
        <p:spPr bwMode="auto">
          <a:xfrm>
            <a:off x="6791324" y="2917850"/>
            <a:ext cx="1592263" cy="564854"/>
          </a:xfrm>
          <a:prstGeom prst="rect">
            <a:avLst/>
          </a:prstGeom>
          <a:solidFill>
            <a:srgbClr val="FFCC99"/>
          </a:solidFill>
          <a:ln w="28575">
            <a:solidFill>
              <a:schemeClr val="tx1"/>
            </a:solidFill>
            <a:miter lim="800000"/>
            <a:headEnd type="none" w="sm" len="sm"/>
            <a:tailEnd type="none" w="sm" len="sm"/>
          </a:ln>
          <a:effectLst>
            <a:outerShdw dist="35921" dir="2700000" algn="ctr" rotWithShape="0">
              <a:schemeClr val="tx1"/>
            </a:outerShdw>
          </a:effectLst>
        </p:spPr>
        <p:txBody>
          <a:bodyPr wrap="square" anchor="ctr">
            <a:spAutoFit/>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3881" name="Text Box 9"/>
          <p:cNvSpPr txBox="1">
            <a:spLocks noChangeArrowheads="1"/>
          </p:cNvSpPr>
          <p:nvPr/>
        </p:nvSpPr>
        <p:spPr bwMode="auto">
          <a:xfrm>
            <a:off x="7050088" y="2966119"/>
            <a:ext cx="938212"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pPr eaLnBrk="0" fontAlgn="base" hangingPunct="0">
              <a:spcBef>
                <a:spcPct val="0"/>
              </a:spcBef>
              <a:spcAft>
                <a:spcPct val="0"/>
              </a:spcAft>
            </a:pPr>
            <a:r>
              <a:rPr lang="zh-CN" altLang="en-US" b="1">
                <a:solidFill>
                  <a:srgbClr val="000000"/>
                </a:solidFill>
                <a:latin typeface="Helvetica" panose="020B0604020202020204" pitchFamily="34" charset="0"/>
              </a:rPr>
              <a:t>传输层 </a:t>
            </a:r>
          </a:p>
        </p:txBody>
      </p:sp>
      <p:sp>
        <p:nvSpPr>
          <p:cNvPr id="463882" name="Rectangle 10"/>
          <p:cNvSpPr>
            <a:spLocks noChangeArrowheads="1"/>
          </p:cNvSpPr>
          <p:nvPr/>
        </p:nvSpPr>
        <p:spPr bwMode="auto">
          <a:xfrm>
            <a:off x="6791325" y="4624683"/>
            <a:ext cx="1581152" cy="958577"/>
          </a:xfrm>
          <a:prstGeom prst="rect">
            <a:avLst/>
          </a:prstGeom>
          <a:solidFill>
            <a:srgbClr val="FFCC99"/>
          </a:solidFill>
          <a:ln w="28575">
            <a:solidFill>
              <a:schemeClr val="tx1"/>
            </a:solidFill>
            <a:miter lim="800000"/>
            <a:headEnd type="none" w="sm" len="sm"/>
            <a:tailEnd type="none" w="sm" len="sm"/>
          </a:ln>
          <a:effectLst>
            <a:outerShdw dist="35921" dir="2700000" algn="ctr" rotWithShape="0">
              <a:schemeClr val="tx1"/>
            </a:outerShdw>
          </a:effectLst>
        </p:spPr>
        <p:txBody>
          <a:bodyPr wrap="square" anchor="ctr">
            <a:spAutoFit/>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3883" name="Text Box 11"/>
          <p:cNvSpPr txBox="1">
            <a:spLocks noChangeArrowheads="1"/>
          </p:cNvSpPr>
          <p:nvPr/>
        </p:nvSpPr>
        <p:spPr bwMode="auto">
          <a:xfrm>
            <a:off x="6851650" y="4880644"/>
            <a:ext cx="1335088"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pPr eaLnBrk="0" fontAlgn="base" hangingPunct="0">
              <a:spcBef>
                <a:spcPct val="0"/>
              </a:spcBef>
              <a:spcAft>
                <a:spcPct val="0"/>
              </a:spcAft>
            </a:pPr>
            <a:r>
              <a:rPr lang="zh-CN" altLang="en-US" b="1">
                <a:solidFill>
                  <a:srgbClr val="000000"/>
                </a:solidFill>
                <a:latin typeface="Helvetica" panose="020B0604020202020204" pitchFamily="34" charset="0"/>
              </a:rPr>
              <a:t>数据链路层</a:t>
            </a:r>
          </a:p>
        </p:txBody>
      </p:sp>
      <p:sp>
        <p:nvSpPr>
          <p:cNvPr id="463884" name="Rectangle 12"/>
          <p:cNvSpPr>
            <a:spLocks noChangeArrowheads="1"/>
          </p:cNvSpPr>
          <p:nvPr/>
        </p:nvSpPr>
        <p:spPr bwMode="auto">
          <a:xfrm>
            <a:off x="6791325" y="5860107"/>
            <a:ext cx="1581152" cy="680864"/>
          </a:xfrm>
          <a:prstGeom prst="rect">
            <a:avLst/>
          </a:prstGeom>
          <a:solidFill>
            <a:srgbClr val="FFCC99"/>
          </a:solidFill>
          <a:ln w="28575">
            <a:solidFill>
              <a:schemeClr val="tx1"/>
            </a:solidFill>
            <a:miter lim="800000"/>
            <a:headEnd type="none" w="sm" len="sm"/>
            <a:tailEnd type="none" w="sm" len="sm"/>
          </a:ln>
          <a:effectLst>
            <a:outerShdw dist="35921" dir="2700000" algn="ctr" rotWithShape="0">
              <a:schemeClr val="tx1"/>
            </a:outerShdw>
          </a:effectLst>
        </p:spPr>
        <p:txBody>
          <a:bodyPr wrap="square" anchor="ctr">
            <a:spAutoFit/>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3885" name="Text Box 13"/>
          <p:cNvSpPr txBox="1">
            <a:spLocks noChangeArrowheads="1"/>
          </p:cNvSpPr>
          <p:nvPr/>
        </p:nvSpPr>
        <p:spPr bwMode="auto">
          <a:xfrm>
            <a:off x="7050088" y="5990307"/>
            <a:ext cx="938212"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pPr eaLnBrk="0" fontAlgn="base" hangingPunct="0">
              <a:spcBef>
                <a:spcPct val="0"/>
              </a:spcBef>
              <a:spcAft>
                <a:spcPct val="0"/>
              </a:spcAft>
            </a:pPr>
            <a:r>
              <a:rPr lang="zh-CN" altLang="en-US" b="1">
                <a:solidFill>
                  <a:srgbClr val="000000"/>
                </a:solidFill>
                <a:latin typeface="Helvetica" panose="020B0604020202020204" pitchFamily="34" charset="0"/>
              </a:rPr>
              <a:t>物理层 </a:t>
            </a:r>
          </a:p>
        </p:txBody>
      </p:sp>
      <p:sp>
        <p:nvSpPr>
          <p:cNvPr id="463886" name="Rectangle 14"/>
          <p:cNvSpPr>
            <a:spLocks noChangeArrowheads="1"/>
          </p:cNvSpPr>
          <p:nvPr/>
        </p:nvSpPr>
        <p:spPr bwMode="auto">
          <a:xfrm>
            <a:off x="6791325" y="3674793"/>
            <a:ext cx="1582738" cy="636386"/>
          </a:xfrm>
          <a:prstGeom prst="rect">
            <a:avLst/>
          </a:prstGeom>
          <a:solidFill>
            <a:srgbClr val="FFCC99"/>
          </a:solidFill>
          <a:ln w="28575">
            <a:solidFill>
              <a:schemeClr val="tx1"/>
            </a:solidFill>
            <a:miter lim="800000"/>
            <a:headEnd type="none" w="sm" len="sm"/>
            <a:tailEnd type="none" w="sm" len="sm"/>
          </a:ln>
          <a:effectLst>
            <a:outerShdw dist="35921" dir="2700000" algn="ctr" rotWithShape="0">
              <a:schemeClr val="tx1"/>
            </a:outerShdw>
          </a:effectLst>
        </p:spPr>
        <p:txBody>
          <a:bodyPr wrap="square" anchor="ctr">
            <a:spAutoFit/>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3887" name="Text Box 15"/>
          <p:cNvSpPr txBox="1">
            <a:spLocks noChangeArrowheads="1"/>
          </p:cNvSpPr>
          <p:nvPr/>
        </p:nvSpPr>
        <p:spPr bwMode="auto">
          <a:xfrm>
            <a:off x="7050088" y="3813844"/>
            <a:ext cx="938212"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pPr eaLnBrk="0" fontAlgn="base" hangingPunct="0">
              <a:spcBef>
                <a:spcPct val="0"/>
              </a:spcBef>
              <a:spcAft>
                <a:spcPct val="0"/>
              </a:spcAft>
            </a:pPr>
            <a:r>
              <a:rPr lang="zh-CN" altLang="en-US" b="1">
                <a:solidFill>
                  <a:srgbClr val="000000"/>
                </a:solidFill>
                <a:latin typeface="Helvetica" panose="020B0604020202020204" pitchFamily="34" charset="0"/>
              </a:rPr>
              <a:t>网络层 </a:t>
            </a:r>
          </a:p>
        </p:txBody>
      </p:sp>
      <p:sp>
        <p:nvSpPr>
          <p:cNvPr id="463888" name="AutoShape 16"/>
          <p:cNvSpPr>
            <a:spLocks noChangeArrowheads="1"/>
          </p:cNvSpPr>
          <p:nvPr/>
        </p:nvSpPr>
        <p:spPr bwMode="auto">
          <a:xfrm>
            <a:off x="7316788" y="3397474"/>
            <a:ext cx="438150" cy="515243"/>
          </a:xfrm>
          <a:prstGeom prst="downArrow">
            <a:avLst>
              <a:gd name="adj1" fmla="val 50000"/>
              <a:gd name="adj2" fmla="val 25000"/>
            </a:avLst>
          </a:prstGeom>
          <a:solidFill>
            <a:srgbClr val="798CA6"/>
          </a:solidFill>
          <a:ln w="12700">
            <a:solidFill>
              <a:schemeClr val="tx1"/>
            </a:solidFill>
            <a:miter lim="800000"/>
            <a:headEnd type="none" w="sm" len="sm"/>
            <a:tailEnd type="none" w="sm" len="sm"/>
          </a:ln>
          <a:effectLst>
            <a:outerShdw dist="35921" dir="2700000" algn="ctr" rotWithShape="0">
              <a:schemeClr val="tx1"/>
            </a:outerShdw>
          </a:effectLst>
        </p:spPr>
        <p:txBody>
          <a:bodyPr anchor="ctr">
            <a:spAutoFit/>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3889" name="Rectangle 17"/>
          <p:cNvSpPr>
            <a:spLocks noChangeArrowheads="1"/>
          </p:cNvSpPr>
          <p:nvPr/>
        </p:nvSpPr>
        <p:spPr bwMode="auto">
          <a:xfrm>
            <a:off x="4329114" y="2520182"/>
            <a:ext cx="1928812" cy="356096"/>
          </a:xfrm>
          <a:prstGeom prst="rect">
            <a:avLst/>
          </a:prstGeom>
          <a:solidFill>
            <a:schemeClr val="bg1"/>
          </a:solidFill>
          <a:ln w="19050">
            <a:solidFill>
              <a:schemeClr val="tx1"/>
            </a:solidFill>
            <a:miter lim="800000"/>
            <a:headEnd type="none" w="sm" len="sm"/>
            <a:tailEnd type="none" w="sm" len="sm"/>
          </a:ln>
          <a:effectLst>
            <a:outerShdw dist="35921" dir="2700000" algn="ctr" rotWithShape="0">
              <a:schemeClr val="tx1"/>
            </a:outerShdw>
          </a:effectLst>
        </p:spPr>
        <p:txBody>
          <a:bodyPr wrap="square" anchor="ctr">
            <a:spAutoFit/>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3890" name="Text Box 18"/>
          <p:cNvSpPr txBox="1">
            <a:spLocks noChangeArrowheads="1"/>
          </p:cNvSpPr>
          <p:nvPr/>
        </p:nvSpPr>
        <p:spPr bwMode="auto">
          <a:xfrm>
            <a:off x="4268789" y="2572419"/>
            <a:ext cx="20605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anchor="ctr">
            <a:spAutoFit/>
          </a:bodyPr>
          <a:lstStyle/>
          <a:p>
            <a:pPr algn="ctr" eaLnBrk="0" fontAlgn="base" hangingPunct="0">
              <a:spcBef>
                <a:spcPct val="0"/>
              </a:spcBef>
              <a:spcAft>
                <a:spcPct val="0"/>
              </a:spcAft>
            </a:pPr>
            <a:r>
              <a:rPr lang="zh-CN" altLang="en-US" sz="1600" b="1">
                <a:solidFill>
                  <a:srgbClr val="000000"/>
                </a:solidFill>
                <a:latin typeface="Helvetica" panose="020B0604020202020204" pitchFamily="34" charset="0"/>
              </a:rPr>
              <a:t>上层数据</a:t>
            </a:r>
          </a:p>
        </p:txBody>
      </p:sp>
      <p:sp>
        <p:nvSpPr>
          <p:cNvPr id="463891" name="Rectangle 19"/>
          <p:cNvSpPr>
            <a:spLocks noChangeArrowheads="1"/>
          </p:cNvSpPr>
          <p:nvPr/>
        </p:nvSpPr>
        <p:spPr bwMode="auto">
          <a:xfrm>
            <a:off x="2901952" y="3121050"/>
            <a:ext cx="3327400" cy="402679"/>
          </a:xfrm>
          <a:prstGeom prst="rect">
            <a:avLst/>
          </a:prstGeom>
          <a:solidFill>
            <a:schemeClr val="bg1"/>
          </a:solidFill>
          <a:ln w="19050">
            <a:solidFill>
              <a:schemeClr val="tx1"/>
            </a:solidFill>
            <a:miter lim="800000"/>
            <a:headEnd type="none" w="sm" len="sm"/>
            <a:tailEnd type="none" w="sm" len="sm"/>
          </a:ln>
          <a:effectLst>
            <a:outerShdw dist="35921" dir="2700000" algn="ctr" rotWithShape="0">
              <a:schemeClr val="tx1"/>
            </a:outerShdw>
          </a:effectLst>
        </p:spPr>
        <p:txBody>
          <a:bodyPr wrap="square" anchor="ctr">
            <a:spAutoFit/>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3892" name="Text Box 20"/>
          <p:cNvSpPr txBox="1">
            <a:spLocks noChangeArrowheads="1"/>
          </p:cNvSpPr>
          <p:nvPr/>
        </p:nvSpPr>
        <p:spPr bwMode="auto">
          <a:xfrm>
            <a:off x="4008439" y="3170906"/>
            <a:ext cx="24860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anchor="ctr">
            <a:spAutoFit/>
          </a:bodyPr>
          <a:lstStyle/>
          <a:p>
            <a:pPr algn="ctr" eaLnBrk="0" fontAlgn="base" hangingPunct="0">
              <a:spcBef>
                <a:spcPct val="0"/>
              </a:spcBef>
              <a:spcAft>
                <a:spcPct val="0"/>
              </a:spcAft>
            </a:pPr>
            <a:r>
              <a:rPr lang="zh-CN" altLang="en-US" sz="1600" b="1">
                <a:solidFill>
                  <a:srgbClr val="000000"/>
                </a:solidFill>
                <a:latin typeface="Helvetica" panose="020B0604020202020204" pitchFamily="34" charset="0"/>
              </a:rPr>
              <a:t>上层数据</a:t>
            </a:r>
          </a:p>
        </p:txBody>
      </p:sp>
      <p:sp>
        <p:nvSpPr>
          <p:cNvPr id="463893" name="Text Box 21"/>
          <p:cNvSpPr txBox="1">
            <a:spLocks noChangeArrowheads="1"/>
          </p:cNvSpPr>
          <p:nvPr/>
        </p:nvSpPr>
        <p:spPr bwMode="auto">
          <a:xfrm>
            <a:off x="3138488" y="3170906"/>
            <a:ext cx="8509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algn="ctr" eaLnBrk="0" fontAlgn="base" hangingPunct="0">
              <a:spcBef>
                <a:spcPct val="0"/>
              </a:spcBef>
              <a:spcAft>
                <a:spcPct val="0"/>
              </a:spcAft>
            </a:pPr>
            <a:r>
              <a:rPr lang="en-US" altLang="zh-CN" sz="1600" b="1">
                <a:solidFill>
                  <a:srgbClr val="000000"/>
                </a:solidFill>
                <a:latin typeface="Helvetica" panose="020B0604020202020204" pitchFamily="34" charset="0"/>
              </a:rPr>
              <a:t>TCP </a:t>
            </a:r>
            <a:r>
              <a:rPr lang="zh-CN" altLang="en-US" sz="1600" b="1">
                <a:solidFill>
                  <a:srgbClr val="000000"/>
                </a:solidFill>
                <a:latin typeface="Helvetica" panose="020B0604020202020204" pitchFamily="34" charset="0"/>
              </a:rPr>
              <a:t>头</a:t>
            </a:r>
          </a:p>
        </p:txBody>
      </p:sp>
      <p:sp>
        <p:nvSpPr>
          <p:cNvPr id="463894" name="Line 22"/>
          <p:cNvSpPr>
            <a:spLocks noChangeShapeType="1"/>
          </p:cNvSpPr>
          <p:nvPr/>
        </p:nvSpPr>
        <p:spPr bwMode="auto">
          <a:xfrm>
            <a:off x="4321175" y="3174081"/>
            <a:ext cx="0" cy="342900"/>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anchor="ctr">
            <a:spAutoFit/>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3895" name="Rectangle 23"/>
          <p:cNvSpPr>
            <a:spLocks noChangeArrowheads="1"/>
          </p:cNvSpPr>
          <p:nvPr/>
        </p:nvSpPr>
        <p:spPr bwMode="auto">
          <a:xfrm>
            <a:off x="2444750" y="3928294"/>
            <a:ext cx="3798888" cy="461665"/>
          </a:xfrm>
          <a:prstGeom prst="rect">
            <a:avLst/>
          </a:prstGeom>
          <a:solidFill>
            <a:schemeClr val="bg1"/>
          </a:solidFill>
          <a:ln w="19050">
            <a:solidFill>
              <a:schemeClr val="tx1"/>
            </a:solidFill>
            <a:miter lim="800000"/>
            <a:headEnd type="none" w="sm" len="sm"/>
            <a:tailEnd type="none" w="sm" len="sm"/>
          </a:ln>
          <a:effectLst>
            <a:outerShdw dist="35921" dir="2700000" algn="ctr" rotWithShape="0">
              <a:schemeClr val="tx1"/>
            </a:outerShdw>
          </a:effectLst>
        </p:spPr>
        <p:txBody>
          <a:bodyPr anchor="ctr">
            <a:spAutoFit/>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3896" name="Text Box 24"/>
          <p:cNvSpPr txBox="1">
            <a:spLocks noChangeArrowheads="1"/>
          </p:cNvSpPr>
          <p:nvPr/>
        </p:nvSpPr>
        <p:spPr bwMode="auto">
          <a:xfrm>
            <a:off x="4379914" y="3994819"/>
            <a:ext cx="18176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anchor="ctr">
            <a:spAutoFit/>
          </a:bodyPr>
          <a:lstStyle/>
          <a:p>
            <a:pPr algn="ctr" eaLnBrk="0" fontAlgn="base" hangingPunct="0">
              <a:spcBef>
                <a:spcPct val="0"/>
              </a:spcBef>
              <a:spcAft>
                <a:spcPct val="0"/>
              </a:spcAft>
            </a:pPr>
            <a:r>
              <a:rPr lang="zh-CN" altLang="en-US" sz="1600" b="1">
                <a:solidFill>
                  <a:srgbClr val="000000"/>
                </a:solidFill>
                <a:latin typeface="Helvetica" panose="020B0604020202020204" pitchFamily="34" charset="0"/>
              </a:rPr>
              <a:t>数据</a:t>
            </a:r>
          </a:p>
        </p:txBody>
      </p:sp>
      <p:sp>
        <p:nvSpPr>
          <p:cNvPr id="463897" name="Text Box 25"/>
          <p:cNvSpPr txBox="1">
            <a:spLocks noChangeArrowheads="1"/>
          </p:cNvSpPr>
          <p:nvPr/>
        </p:nvSpPr>
        <p:spPr bwMode="auto">
          <a:xfrm>
            <a:off x="3351214" y="3994819"/>
            <a:ext cx="6381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algn="ctr" eaLnBrk="0" fontAlgn="base" hangingPunct="0">
              <a:spcBef>
                <a:spcPct val="0"/>
              </a:spcBef>
              <a:spcAft>
                <a:spcPct val="0"/>
              </a:spcAft>
            </a:pPr>
            <a:r>
              <a:rPr lang="en-US" altLang="zh-CN" sz="1600" b="1">
                <a:solidFill>
                  <a:srgbClr val="000000"/>
                </a:solidFill>
                <a:latin typeface="Helvetica" panose="020B0604020202020204" pitchFamily="34" charset="0"/>
              </a:rPr>
              <a:t>IP </a:t>
            </a:r>
            <a:r>
              <a:rPr lang="zh-CN" altLang="en-US" sz="1600" b="1">
                <a:solidFill>
                  <a:srgbClr val="000000"/>
                </a:solidFill>
                <a:latin typeface="Helvetica" panose="020B0604020202020204" pitchFamily="34" charset="0"/>
              </a:rPr>
              <a:t>头</a:t>
            </a:r>
          </a:p>
        </p:txBody>
      </p:sp>
      <p:sp>
        <p:nvSpPr>
          <p:cNvPr id="463898" name="Line 26"/>
          <p:cNvSpPr>
            <a:spLocks noChangeShapeType="1"/>
          </p:cNvSpPr>
          <p:nvPr/>
        </p:nvSpPr>
        <p:spPr bwMode="auto">
          <a:xfrm>
            <a:off x="4335463" y="4005931"/>
            <a:ext cx="0" cy="331788"/>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anchor="ctr">
            <a:spAutoFit/>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3899" name="Rectangle 27"/>
          <p:cNvSpPr>
            <a:spLocks noChangeArrowheads="1"/>
          </p:cNvSpPr>
          <p:nvPr/>
        </p:nvSpPr>
        <p:spPr bwMode="auto">
          <a:xfrm>
            <a:off x="2253943" y="4680932"/>
            <a:ext cx="3979863" cy="391963"/>
          </a:xfrm>
          <a:prstGeom prst="rect">
            <a:avLst/>
          </a:prstGeom>
          <a:solidFill>
            <a:schemeClr val="bg1"/>
          </a:solidFill>
          <a:ln w="19050">
            <a:solidFill>
              <a:schemeClr val="tx1"/>
            </a:solidFill>
            <a:miter lim="800000"/>
            <a:headEnd type="none" w="sm" len="sm"/>
            <a:tailEnd type="none" w="sm" len="sm"/>
          </a:ln>
          <a:effectLst>
            <a:outerShdw dist="35921" dir="2700000" algn="ctr" rotWithShape="0">
              <a:schemeClr val="tx1"/>
            </a:outerShdw>
          </a:effectLst>
        </p:spPr>
        <p:txBody>
          <a:bodyPr wrap="square" anchor="ctr">
            <a:spAutoFit/>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3900" name="Text Box 28"/>
          <p:cNvSpPr txBox="1">
            <a:spLocks noChangeArrowheads="1"/>
          </p:cNvSpPr>
          <p:nvPr/>
        </p:nvSpPr>
        <p:spPr bwMode="auto">
          <a:xfrm>
            <a:off x="4400551" y="4763169"/>
            <a:ext cx="18002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anchor="ctr">
            <a:spAutoFit/>
          </a:bodyPr>
          <a:lstStyle/>
          <a:p>
            <a:pPr algn="ctr" eaLnBrk="0" fontAlgn="base" hangingPunct="0">
              <a:spcBef>
                <a:spcPct val="0"/>
              </a:spcBef>
              <a:spcAft>
                <a:spcPct val="0"/>
              </a:spcAft>
            </a:pPr>
            <a:r>
              <a:rPr lang="zh-CN" altLang="en-US" sz="1600" b="1">
                <a:solidFill>
                  <a:srgbClr val="000000"/>
                </a:solidFill>
                <a:latin typeface="Helvetica" panose="020B0604020202020204" pitchFamily="34" charset="0"/>
              </a:rPr>
              <a:t>数据</a:t>
            </a:r>
          </a:p>
        </p:txBody>
      </p:sp>
      <p:sp>
        <p:nvSpPr>
          <p:cNvPr id="463901" name="Text Box 29"/>
          <p:cNvSpPr txBox="1">
            <a:spLocks noChangeArrowheads="1"/>
          </p:cNvSpPr>
          <p:nvPr/>
        </p:nvSpPr>
        <p:spPr bwMode="auto">
          <a:xfrm>
            <a:off x="3149600" y="4763169"/>
            <a:ext cx="8397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algn="ctr" eaLnBrk="0" fontAlgn="base" hangingPunct="0">
              <a:spcBef>
                <a:spcPct val="0"/>
              </a:spcBef>
              <a:spcAft>
                <a:spcPct val="0"/>
              </a:spcAft>
            </a:pPr>
            <a:r>
              <a:rPr lang="en-US" altLang="zh-CN" sz="1600" b="1">
                <a:solidFill>
                  <a:srgbClr val="000000"/>
                </a:solidFill>
                <a:latin typeface="Helvetica" panose="020B0604020202020204" pitchFamily="34" charset="0"/>
              </a:rPr>
              <a:t>LLC </a:t>
            </a:r>
            <a:r>
              <a:rPr lang="zh-CN" altLang="en-US" sz="1600" b="1">
                <a:solidFill>
                  <a:srgbClr val="000000"/>
                </a:solidFill>
                <a:latin typeface="Helvetica" panose="020B0604020202020204" pitchFamily="34" charset="0"/>
              </a:rPr>
              <a:t>头</a:t>
            </a:r>
          </a:p>
        </p:txBody>
      </p:sp>
      <p:sp>
        <p:nvSpPr>
          <p:cNvPr id="463902" name="Line 30"/>
          <p:cNvSpPr>
            <a:spLocks noChangeShapeType="1"/>
          </p:cNvSpPr>
          <p:nvPr/>
        </p:nvSpPr>
        <p:spPr bwMode="auto">
          <a:xfrm>
            <a:off x="4335463" y="4801270"/>
            <a:ext cx="0" cy="274637"/>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anchor="ctr">
            <a:spAutoFit/>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3903" name="Rectangle 31"/>
          <p:cNvSpPr>
            <a:spLocks noChangeArrowheads="1"/>
          </p:cNvSpPr>
          <p:nvPr/>
        </p:nvSpPr>
        <p:spPr bwMode="auto">
          <a:xfrm>
            <a:off x="2520951" y="6128569"/>
            <a:ext cx="3736975" cy="461665"/>
          </a:xfrm>
          <a:prstGeom prst="rect">
            <a:avLst/>
          </a:prstGeom>
          <a:solidFill>
            <a:schemeClr val="bg1"/>
          </a:solidFill>
          <a:ln w="19050">
            <a:solidFill>
              <a:schemeClr val="tx1"/>
            </a:solidFill>
            <a:miter lim="800000"/>
            <a:headEnd type="none" w="sm" len="sm"/>
            <a:tailEnd type="none" w="sm" len="sm"/>
          </a:ln>
          <a:effectLst>
            <a:outerShdw dist="35921" dir="2700000" algn="ctr" rotWithShape="0">
              <a:schemeClr val="tx1"/>
            </a:outerShdw>
          </a:effectLst>
        </p:spPr>
        <p:txBody>
          <a:bodyPr anchor="ctr">
            <a:spAutoFit/>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3904" name="Text Box 32"/>
          <p:cNvSpPr txBox="1">
            <a:spLocks noChangeArrowheads="1"/>
          </p:cNvSpPr>
          <p:nvPr/>
        </p:nvSpPr>
        <p:spPr bwMode="auto">
          <a:xfrm>
            <a:off x="3265489" y="6204619"/>
            <a:ext cx="23256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algn="ctr" eaLnBrk="0" fontAlgn="base" hangingPunct="0">
              <a:spcBef>
                <a:spcPct val="0"/>
              </a:spcBef>
              <a:spcAft>
                <a:spcPct val="0"/>
              </a:spcAft>
            </a:pPr>
            <a:r>
              <a:rPr lang="en-US" altLang="zh-CN" sz="1600" b="1">
                <a:solidFill>
                  <a:srgbClr val="000000"/>
                </a:solidFill>
                <a:latin typeface="Helvetica" panose="020B0604020202020204" pitchFamily="34" charset="0"/>
              </a:rPr>
              <a:t>0101110101001000010</a:t>
            </a:r>
          </a:p>
        </p:txBody>
      </p:sp>
      <p:sp>
        <p:nvSpPr>
          <p:cNvPr id="463905" name="Rectangle 33"/>
          <p:cNvSpPr>
            <a:spLocks noChangeArrowheads="1"/>
          </p:cNvSpPr>
          <p:nvPr/>
        </p:nvSpPr>
        <p:spPr bwMode="auto">
          <a:xfrm>
            <a:off x="1949452" y="5439594"/>
            <a:ext cx="4325936" cy="348293"/>
          </a:xfrm>
          <a:prstGeom prst="rect">
            <a:avLst/>
          </a:prstGeom>
          <a:solidFill>
            <a:schemeClr val="bg1"/>
          </a:solidFill>
          <a:ln w="19050">
            <a:solidFill>
              <a:schemeClr val="tx1"/>
            </a:solidFill>
            <a:miter lim="800000"/>
            <a:headEnd type="none" w="sm" len="sm"/>
            <a:tailEnd type="none" w="sm" len="sm"/>
          </a:ln>
          <a:effectLst>
            <a:outerShdw dist="35921" dir="2700000" algn="ctr" rotWithShape="0">
              <a:schemeClr val="tx1"/>
            </a:outerShdw>
          </a:effectLst>
        </p:spPr>
        <p:txBody>
          <a:bodyPr wrap="square" anchor="ctr">
            <a:spAutoFit/>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3906" name="Text Box 34"/>
          <p:cNvSpPr txBox="1">
            <a:spLocks noChangeArrowheads="1"/>
          </p:cNvSpPr>
          <p:nvPr/>
        </p:nvSpPr>
        <p:spPr bwMode="auto">
          <a:xfrm>
            <a:off x="4454526" y="5499769"/>
            <a:ext cx="16922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anchor="ctr">
            <a:spAutoFit/>
          </a:bodyPr>
          <a:lstStyle/>
          <a:p>
            <a:pPr algn="ctr" eaLnBrk="0" fontAlgn="base" hangingPunct="0">
              <a:spcBef>
                <a:spcPct val="0"/>
              </a:spcBef>
              <a:spcAft>
                <a:spcPct val="0"/>
              </a:spcAft>
            </a:pPr>
            <a:r>
              <a:rPr lang="zh-CN" altLang="en-US" sz="1600" b="1">
                <a:solidFill>
                  <a:srgbClr val="000000"/>
                </a:solidFill>
                <a:latin typeface="Helvetica" panose="020B0604020202020204" pitchFamily="34" charset="0"/>
              </a:rPr>
              <a:t>数据</a:t>
            </a:r>
          </a:p>
        </p:txBody>
      </p:sp>
      <p:sp>
        <p:nvSpPr>
          <p:cNvPr id="463907" name="Text Box 35"/>
          <p:cNvSpPr txBox="1">
            <a:spLocks noChangeArrowheads="1"/>
          </p:cNvSpPr>
          <p:nvPr/>
        </p:nvSpPr>
        <p:spPr bwMode="auto">
          <a:xfrm>
            <a:off x="3077545" y="5498767"/>
            <a:ext cx="91563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algn="ctr" eaLnBrk="0" fontAlgn="base" hangingPunct="0">
              <a:spcBef>
                <a:spcPct val="0"/>
              </a:spcBef>
              <a:spcAft>
                <a:spcPct val="0"/>
              </a:spcAft>
            </a:pPr>
            <a:r>
              <a:rPr lang="en-US" altLang="zh-CN" sz="1600" b="1">
                <a:solidFill>
                  <a:srgbClr val="000000"/>
                </a:solidFill>
                <a:latin typeface="Helvetica" panose="020B0604020202020204" pitchFamily="34" charset="0"/>
              </a:rPr>
              <a:t>MAC </a:t>
            </a:r>
            <a:r>
              <a:rPr lang="zh-CN" altLang="en-US" sz="1600" b="1">
                <a:solidFill>
                  <a:srgbClr val="000000"/>
                </a:solidFill>
                <a:latin typeface="Helvetica" panose="020B0604020202020204" pitchFamily="34" charset="0"/>
              </a:rPr>
              <a:t>头</a:t>
            </a:r>
          </a:p>
        </p:txBody>
      </p:sp>
      <p:sp>
        <p:nvSpPr>
          <p:cNvPr id="463908" name="Line 36"/>
          <p:cNvSpPr>
            <a:spLocks noChangeShapeType="1"/>
          </p:cNvSpPr>
          <p:nvPr/>
        </p:nvSpPr>
        <p:spPr bwMode="auto">
          <a:xfrm>
            <a:off x="4335463" y="5537870"/>
            <a:ext cx="0" cy="288925"/>
          </a:xfrm>
          <a:prstGeom prst="line">
            <a:avLst/>
          </a:prstGeom>
          <a:noFill/>
          <a:ln w="1905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anchor="ctr">
            <a:spAutoFit/>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3909" name="AutoShape 37"/>
          <p:cNvSpPr>
            <a:spLocks noChangeArrowheads="1"/>
          </p:cNvSpPr>
          <p:nvPr/>
        </p:nvSpPr>
        <p:spPr bwMode="auto">
          <a:xfrm>
            <a:off x="5076825" y="2057624"/>
            <a:ext cx="438150" cy="515243"/>
          </a:xfrm>
          <a:prstGeom prst="downArrow">
            <a:avLst>
              <a:gd name="adj1" fmla="val 50000"/>
              <a:gd name="adj2" fmla="val 25000"/>
            </a:avLst>
          </a:prstGeom>
          <a:solidFill>
            <a:srgbClr val="798CA6"/>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tx1"/>
                  </a:outerShdw>
                </a:effectLst>
              </a14:hiddenEffects>
            </a:ext>
          </a:extLst>
        </p:spPr>
        <p:txBody>
          <a:bodyPr anchor="ctr">
            <a:spAutoFit/>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pic>
        <p:nvPicPr>
          <p:cNvPr id="463910" name="Picture 38"/>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62525" y="1692944"/>
            <a:ext cx="731838" cy="57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463911" name="Rectangle 39"/>
          <p:cNvSpPr>
            <a:spLocks noChangeArrowheads="1"/>
          </p:cNvSpPr>
          <p:nvPr/>
        </p:nvSpPr>
        <p:spPr bwMode="auto">
          <a:xfrm>
            <a:off x="6765925" y="1689125"/>
            <a:ext cx="1570038" cy="461665"/>
          </a:xfrm>
          <a:prstGeom prst="rect">
            <a:avLst/>
          </a:prstGeom>
          <a:solidFill>
            <a:srgbClr val="CCFF66"/>
          </a:solidFill>
          <a:ln w="28575">
            <a:solidFill>
              <a:schemeClr val="tx1"/>
            </a:solidFill>
            <a:miter lim="800000"/>
            <a:headEnd type="none" w="sm" len="sm"/>
            <a:tailEnd type="none" w="sm" len="sm"/>
          </a:ln>
          <a:effectLst>
            <a:outerShdw dist="35921" dir="2700000" algn="ctr" rotWithShape="0">
              <a:schemeClr val="tx1"/>
            </a:outerShdw>
          </a:effectLst>
        </p:spPr>
        <p:txBody>
          <a:bodyPr anchor="ctr">
            <a:spAutoFit/>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3912" name="Rectangle 40"/>
          <p:cNvSpPr>
            <a:spLocks noChangeArrowheads="1"/>
          </p:cNvSpPr>
          <p:nvPr/>
        </p:nvSpPr>
        <p:spPr bwMode="auto">
          <a:xfrm>
            <a:off x="6759576" y="2066950"/>
            <a:ext cx="1573213" cy="461665"/>
          </a:xfrm>
          <a:prstGeom prst="rect">
            <a:avLst/>
          </a:prstGeom>
          <a:solidFill>
            <a:srgbClr val="CCFF66"/>
          </a:solidFill>
          <a:ln w="28575">
            <a:solidFill>
              <a:schemeClr val="tx1"/>
            </a:solidFill>
            <a:miter lim="800000"/>
            <a:headEnd type="none" w="sm" len="sm"/>
            <a:tailEnd type="none" w="sm" len="sm"/>
          </a:ln>
          <a:effectLst>
            <a:outerShdw dist="35921" dir="2700000" algn="ctr" rotWithShape="0">
              <a:schemeClr val="tx1"/>
            </a:outerShdw>
          </a:effectLst>
        </p:spPr>
        <p:txBody>
          <a:bodyPr anchor="ctr">
            <a:spAutoFit/>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3913" name="Text Box 41"/>
          <p:cNvSpPr txBox="1">
            <a:spLocks noChangeArrowheads="1"/>
          </p:cNvSpPr>
          <p:nvPr/>
        </p:nvSpPr>
        <p:spPr bwMode="auto">
          <a:xfrm>
            <a:off x="7086600" y="2126331"/>
            <a:ext cx="863600"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a:spAutoFit/>
          </a:bodyPr>
          <a:lstStyle/>
          <a:p>
            <a:pPr eaLnBrk="0" fontAlgn="base" hangingPunct="0">
              <a:spcBef>
                <a:spcPct val="0"/>
              </a:spcBef>
              <a:spcAft>
                <a:spcPct val="0"/>
              </a:spcAft>
            </a:pPr>
            <a:r>
              <a:rPr lang="zh-CN" altLang="en-US" sz="1600" b="1">
                <a:solidFill>
                  <a:srgbClr val="000000"/>
                </a:solidFill>
                <a:latin typeface="Helvetica" panose="020B0604020202020204" pitchFamily="34" charset="0"/>
              </a:rPr>
              <a:t>表示层</a:t>
            </a:r>
          </a:p>
        </p:txBody>
      </p:sp>
      <p:sp>
        <p:nvSpPr>
          <p:cNvPr id="463914" name="Text Box 42"/>
          <p:cNvSpPr txBox="1">
            <a:spLocks noChangeArrowheads="1"/>
          </p:cNvSpPr>
          <p:nvPr/>
        </p:nvSpPr>
        <p:spPr bwMode="auto">
          <a:xfrm>
            <a:off x="7119938" y="1729456"/>
            <a:ext cx="798512"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pPr eaLnBrk="0" fontAlgn="base" hangingPunct="0">
              <a:spcBef>
                <a:spcPct val="0"/>
              </a:spcBef>
              <a:spcAft>
                <a:spcPct val="0"/>
              </a:spcAft>
            </a:pPr>
            <a:r>
              <a:rPr lang="zh-CN" altLang="en-US" sz="1600" b="1">
                <a:solidFill>
                  <a:srgbClr val="000000"/>
                </a:solidFill>
                <a:latin typeface="Helvetica" panose="020B0604020202020204" pitchFamily="34" charset="0"/>
              </a:rPr>
              <a:t>应用层</a:t>
            </a:r>
          </a:p>
        </p:txBody>
      </p:sp>
      <p:sp>
        <p:nvSpPr>
          <p:cNvPr id="463915" name="Rectangle 43"/>
          <p:cNvSpPr>
            <a:spLocks noChangeArrowheads="1"/>
          </p:cNvSpPr>
          <p:nvPr/>
        </p:nvSpPr>
        <p:spPr bwMode="auto">
          <a:xfrm>
            <a:off x="6765925" y="2422550"/>
            <a:ext cx="1570038" cy="461665"/>
          </a:xfrm>
          <a:prstGeom prst="rect">
            <a:avLst/>
          </a:prstGeom>
          <a:solidFill>
            <a:srgbClr val="CCFF66"/>
          </a:solidFill>
          <a:ln w="28575">
            <a:solidFill>
              <a:schemeClr val="tx1"/>
            </a:solidFill>
            <a:miter lim="800000"/>
            <a:headEnd type="none" w="sm" len="sm"/>
            <a:tailEnd type="none" w="sm" len="sm"/>
          </a:ln>
          <a:effectLst>
            <a:outerShdw dist="35921" dir="2700000" algn="ctr" rotWithShape="0">
              <a:schemeClr val="tx1"/>
            </a:outerShdw>
          </a:effectLst>
        </p:spPr>
        <p:txBody>
          <a:bodyPr anchor="ctr">
            <a:spAutoFit/>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3916" name="Text Box 44"/>
          <p:cNvSpPr txBox="1">
            <a:spLocks noChangeArrowheads="1"/>
          </p:cNvSpPr>
          <p:nvPr/>
        </p:nvSpPr>
        <p:spPr bwMode="auto">
          <a:xfrm>
            <a:off x="7119938" y="2462881"/>
            <a:ext cx="798512"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pPr eaLnBrk="0" fontAlgn="base" hangingPunct="0">
              <a:spcBef>
                <a:spcPct val="0"/>
              </a:spcBef>
              <a:spcAft>
                <a:spcPct val="0"/>
              </a:spcAft>
            </a:pPr>
            <a:r>
              <a:rPr lang="zh-CN" altLang="en-US" sz="1600" b="1">
                <a:solidFill>
                  <a:srgbClr val="000000"/>
                </a:solidFill>
                <a:latin typeface="Helvetica" panose="020B0604020202020204" pitchFamily="34" charset="0"/>
              </a:rPr>
              <a:t>会话层</a:t>
            </a:r>
          </a:p>
        </p:txBody>
      </p:sp>
      <p:sp>
        <p:nvSpPr>
          <p:cNvPr id="463917" name="Text Box 45"/>
          <p:cNvSpPr txBox="1">
            <a:spLocks noChangeArrowheads="1"/>
          </p:cNvSpPr>
          <p:nvPr/>
        </p:nvSpPr>
        <p:spPr bwMode="auto">
          <a:xfrm>
            <a:off x="9025377" y="3022599"/>
            <a:ext cx="1984839"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pPr eaLnBrk="0" fontAlgn="base" hangingPunct="0">
              <a:spcBef>
                <a:spcPct val="0"/>
              </a:spcBef>
              <a:spcAft>
                <a:spcPct val="0"/>
              </a:spcAft>
            </a:pPr>
            <a:r>
              <a:rPr lang="zh-CN" altLang="en-US" b="1" dirty="0" smtClean="0">
                <a:solidFill>
                  <a:srgbClr val="000000"/>
                </a:solidFill>
                <a:latin typeface="Helvetica" panose="020B0604020202020204" pitchFamily="34" charset="0"/>
              </a:rPr>
              <a:t>报文</a:t>
            </a:r>
            <a:r>
              <a:rPr lang="en-US" altLang="zh-CN" b="1" dirty="0" smtClean="0">
                <a:solidFill>
                  <a:srgbClr val="000000"/>
                </a:solidFill>
                <a:latin typeface="Helvetica" panose="020B0604020202020204" pitchFamily="34" charset="0"/>
              </a:rPr>
              <a:t>/</a:t>
            </a:r>
            <a:r>
              <a:rPr lang="zh-CN" altLang="en-US" b="1" dirty="0" smtClean="0">
                <a:solidFill>
                  <a:srgbClr val="000000"/>
                </a:solidFill>
                <a:latin typeface="Helvetica" panose="020B0604020202020204" pitchFamily="34" charset="0"/>
              </a:rPr>
              <a:t>段 </a:t>
            </a:r>
            <a:r>
              <a:rPr lang="en-US" altLang="zh-CN" b="1" dirty="0" smtClean="0">
                <a:solidFill>
                  <a:srgbClr val="000000"/>
                </a:solidFill>
                <a:latin typeface="Helvetica" panose="020B0604020202020204" pitchFamily="34" charset="0"/>
              </a:rPr>
              <a:t>Segment</a:t>
            </a:r>
            <a:endParaRPr lang="zh-CN" altLang="en-US" b="1" dirty="0">
              <a:solidFill>
                <a:srgbClr val="000000"/>
              </a:solidFill>
              <a:latin typeface="Helvetica" panose="020B0604020202020204" pitchFamily="34" charset="0"/>
            </a:endParaRPr>
          </a:p>
        </p:txBody>
      </p:sp>
      <p:sp>
        <p:nvSpPr>
          <p:cNvPr id="463918" name="Text Box 46"/>
          <p:cNvSpPr txBox="1">
            <a:spLocks noChangeArrowheads="1"/>
          </p:cNvSpPr>
          <p:nvPr/>
        </p:nvSpPr>
        <p:spPr bwMode="auto">
          <a:xfrm>
            <a:off x="8996364" y="3809082"/>
            <a:ext cx="2282997"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pPr eaLnBrk="0" fontAlgn="base" hangingPunct="0">
              <a:spcBef>
                <a:spcPct val="0"/>
              </a:spcBef>
              <a:spcAft>
                <a:spcPct val="0"/>
              </a:spcAft>
            </a:pPr>
            <a:r>
              <a:rPr lang="zh-CN" altLang="en-US" b="1" dirty="0" smtClean="0">
                <a:solidFill>
                  <a:srgbClr val="000000"/>
                </a:solidFill>
                <a:latin typeface="Helvetica" panose="020B0604020202020204" pitchFamily="34" charset="0"/>
              </a:rPr>
              <a:t>分组</a:t>
            </a:r>
            <a:r>
              <a:rPr lang="en-US" altLang="zh-CN" b="1" dirty="0" smtClean="0">
                <a:solidFill>
                  <a:srgbClr val="000000"/>
                </a:solidFill>
                <a:latin typeface="Helvetica" panose="020B0604020202020204" pitchFamily="34" charset="0"/>
              </a:rPr>
              <a:t>/</a:t>
            </a:r>
            <a:r>
              <a:rPr lang="zh-CN" altLang="en-US" b="1" dirty="0" smtClean="0">
                <a:solidFill>
                  <a:srgbClr val="000000"/>
                </a:solidFill>
                <a:latin typeface="Helvetica" panose="020B0604020202020204" pitchFamily="34" charset="0"/>
              </a:rPr>
              <a:t>数据报 </a:t>
            </a:r>
            <a:r>
              <a:rPr lang="en-US" altLang="zh-CN" b="1" dirty="0" smtClean="0">
                <a:solidFill>
                  <a:srgbClr val="000000"/>
                </a:solidFill>
                <a:latin typeface="Helvetica" panose="020B0604020202020204" pitchFamily="34" charset="0"/>
              </a:rPr>
              <a:t>Packet</a:t>
            </a:r>
          </a:p>
        </p:txBody>
      </p:sp>
      <p:sp>
        <p:nvSpPr>
          <p:cNvPr id="463919" name="Text Box 47"/>
          <p:cNvSpPr txBox="1">
            <a:spLocks noChangeArrowheads="1"/>
          </p:cNvSpPr>
          <p:nvPr/>
        </p:nvSpPr>
        <p:spPr bwMode="auto">
          <a:xfrm>
            <a:off x="8996364" y="6071269"/>
            <a:ext cx="1021433"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pPr eaLnBrk="0" fontAlgn="base" hangingPunct="0">
              <a:spcBef>
                <a:spcPct val="0"/>
              </a:spcBef>
              <a:spcAft>
                <a:spcPct val="0"/>
              </a:spcAft>
            </a:pPr>
            <a:r>
              <a:rPr lang="zh-CN" altLang="en-US" b="1" dirty="0" smtClean="0">
                <a:solidFill>
                  <a:srgbClr val="000000"/>
                </a:solidFill>
                <a:latin typeface="Helvetica" panose="020B0604020202020204" pitchFamily="34" charset="0"/>
              </a:rPr>
              <a:t>比特 </a:t>
            </a:r>
            <a:r>
              <a:rPr lang="en-US" altLang="zh-CN" b="1" dirty="0" smtClean="0">
                <a:solidFill>
                  <a:srgbClr val="000000"/>
                </a:solidFill>
                <a:latin typeface="Helvetica" panose="020B0604020202020204" pitchFamily="34" charset="0"/>
              </a:rPr>
              <a:t>Bit</a:t>
            </a:r>
            <a:endParaRPr lang="zh-CN" altLang="en-US" b="1" dirty="0">
              <a:solidFill>
                <a:srgbClr val="000000"/>
              </a:solidFill>
              <a:latin typeface="Helvetica" panose="020B0604020202020204" pitchFamily="34" charset="0"/>
            </a:endParaRPr>
          </a:p>
        </p:txBody>
      </p:sp>
      <p:sp>
        <p:nvSpPr>
          <p:cNvPr id="463920" name="Text Box 48"/>
          <p:cNvSpPr txBox="1">
            <a:spLocks noChangeArrowheads="1"/>
          </p:cNvSpPr>
          <p:nvPr/>
        </p:nvSpPr>
        <p:spPr bwMode="auto">
          <a:xfrm>
            <a:off x="8977314" y="4928269"/>
            <a:ext cx="1173719"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pPr eaLnBrk="0" fontAlgn="base" hangingPunct="0">
              <a:spcBef>
                <a:spcPct val="0"/>
              </a:spcBef>
              <a:spcAft>
                <a:spcPct val="0"/>
              </a:spcAft>
            </a:pPr>
            <a:r>
              <a:rPr lang="zh-CN" altLang="en-US" b="1" dirty="0" smtClean="0">
                <a:solidFill>
                  <a:srgbClr val="000000"/>
                </a:solidFill>
                <a:latin typeface="Helvetica" panose="020B0604020202020204" pitchFamily="34" charset="0"/>
              </a:rPr>
              <a:t>帧 </a:t>
            </a:r>
            <a:r>
              <a:rPr lang="en-US" altLang="zh-CN" b="1" dirty="0" smtClean="0">
                <a:solidFill>
                  <a:srgbClr val="000000"/>
                </a:solidFill>
                <a:latin typeface="Helvetica" panose="020B0604020202020204" pitchFamily="34" charset="0"/>
              </a:rPr>
              <a:t>Frame</a:t>
            </a:r>
            <a:endParaRPr lang="zh-CN" altLang="en-US" b="1" dirty="0">
              <a:solidFill>
                <a:srgbClr val="000000"/>
              </a:solidFill>
              <a:latin typeface="Helvetica" panose="020B0604020202020204" pitchFamily="34" charset="0"/>
            </a:endParaRPr>
          </a:p>
        </p:txBody>
      </p:sp>
      <p:grpSp>
        <p:nvGrpSpPr>
          <p:cNvPr id="463921" name="Group 49"/>
          <p:cNvGrpSpPr>
            <a:grpSpLocks/>
          </p:cNvGrpSpPr>
          <p:nvPr/>
        </p:nvGrpSpPr>
        <p:grpSpPr bwMode="auto">
          <a:xfrm>
            <a:off x="6119813" y="5435557"/>
            <a:ext cx="754062" cy="357888"/>
            <a:chOff x="2476" y="3722"/>
            <a:chExt cx="475" cy="399"/>
          </a:xfrm>
        </p:grpSpPr>
        <p:sp>
          <p:nvSpPr>
            <p:cNvPr id="463922" name="Rectangle 50"/>
            <p:cNvSpPr>
              <a:spLocks noChangeArrowheads="1"/>
            </p:cNvSpPr>
            <p:nvPr/>
          </p:nvSpPr>
          <p:spPr bwMode="auto">
            <a:xfrm>
              <a:off x="2573" y="3722"/>
              <a:ext cx="274" cy="399"/>
            </a:xfrm>
            <a:prstGeom prst="rect">
              <a:avLst/>
            </a:prstGeom>
            <a:solidFill>
              <a:schemeClr val="bg1"/>
            </a:solidFill>
            <a:ln w="19050">
              <a:solidFill>
                <a:schemeClr val="tx1"/>
              </a:solidFill>
              <a:miter lim="800000"/>
              <a:headEnd type="none" w="sm" len="sm"/>
              <a:tailEnd type="none" w="sm" len="sm"/>
            </a:ln>
            <a:effectLst>
              <a:outerShdw dist="35921" dir="2700000" algn="ctr" rotWithShape="0">
                <a:schemeClr val="tx1"/>
              </a:outerShdw>
            </a:effectLst>
          </p:spPr>
          <p:txBody>
            <a:bodyPr anchor="ctr">
              <a:spAutoFit/>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3923" name="Text Box 51"/>
            <p:cNvSpPr txBox="1">
              <a:spLocks noChangeArrowheads="1"/>
            </p:cNvSpPr>
            <p:nvPr/>
          </p:nvSpPr>
          <p:spPr bwMode="auto">
            <a:xfrm>
              <a:off x="2476" y="3783"/>
              <a:ext cx="475"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anchor="ctr">
              <a:spAutoFit/>
            </a:bodyPr>
            <a:lstStyle/>
            <a:p>
              <a:pPr algn="ctr" eaLnBrk="0" fontAlgn="base" hangingPunct="0">
                <a:spcBef>
                  <a:spcPct val="0"/>
                </a:spcBef>
                <a:spcAft>
                  <a:spcPct val="0"/>
                </a:spcAft>
              </a:pPr>
              <a:r>
                <a:rPr lang="en-US" altLang="zh-CN" sz="1600" b="1">
                  <a:solidFill>
                    <a:srgbClr val="000000"/>
                  </a:solidFill>
                  <a:latin typeface="Helvetica" panose="020B0604020202020204" pitchFamily="34" charset="0"/>
                </a:rPr>
                <a:t>FCS</a:t>
              </a:r>
            </a:p>
          </p:txBody>
        </p:sp>
      </p:grpSp>
      <p:grpSp>
        <p:nvGrpSpPr>
          <p:cNvPr id="463924" name="Group 52"/>
          <p:cNvGrpSpPr>
            <a:grpSpLocks/>
          </p:cNvGrpSpPr>
          <p:nvPr/>
        </p:nvGrpSpPr>
        <p:grpSpPr bwMode="auto">
          <a:xfrm>
            <a:off x="6088009" y="4684338"/>
            <a:ext cx="754062" cy="387709"/>
            <a:chOff x="2476" y="3713"/>
            <a:chExt cx="475" cy="417"/>
          </a:xfrm>
        </p:grpSpPr>
        <p:sp>
          <p:nvSpPr>
            <p:cNvPr id="463925" name="Rectangle 53"/>
            <p:cNvSpPr>
              <a:spLocks noChangeArrowheads="1"/>
            </p:cNvSpPr>
            <p:nvPr/>
          </p:nvSpPr>
          <p:spPr bwMode="auto">
            <a:xfrm>
              <a:off x="2573" y="3713"/>
              <a:ext cx="274" cy="417"/>
            </a:xfrm>
            <a:prstGeom prst="rect">
              <a:avLst/>
            </a:prstGeom>
            <a:solidFill>
              <a:schemeClr val="bg1"/>
            </a:solidFill>
            <a:ln w="19050">
              <a:solidFill>
                <a:schemeClr val="tx1"/>
              </a:solidFill>
              <a:miter lim="800000"/>
              <a:headEnd type="none" w="sm" len="sm"/>
              <a:tailEnd type="none" w="sm" len="sm"/>
            </a:ln>
            <a:effectLst>
              <a:outerShdw dist="35921" dir="2700000" algn="ctr" rotWithShape="0">
                <a:schemeClr val="tx1"/>
              </a:outerShdw>
            </a:effectLst>
          </p:spPr>
          <p:txBody>
            <a:bodyPr anchor="ctr">
              <a:spAutoFit/>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3926" name="Text Box 54"/>
            <p:cNvSpPr txBox="1">
              <a:spLocks noChangeArrowheads="1"/>
            </p:cNvSpPr>
            <p:nvPr/>
          </p:nvSpPr>
          <p:spPr bwMode="auto">
            <a:xfrm>
              <a:off x="2476" y="3777"/>
              <a:ext cx="475" cy="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anchor="ctr">
              <a:spAutoFit/>
            </a:bodyPr>
            <a:lstStyle/>
            <a:p>
              <a:pPr algn="ctr" eaLnBrk="0" fontAlgn="base" hangingPunct="0">
                <a:spcBef>
                  <a:spcPct val="0"/>
                </a:spcBef>
                <a:spcAft>
                  <a:spcPct val="0"/>
                </a:spcAft>
              </a:pPr>
              <a:r>
                <a:rPr lang="en-US" altLang="zh-CN" sz="1600" b="1">
                  <a:solidFill>
                    <a:srgbClr val="000000"/>
                  </a:solidFill>
                  <a:latin typeface="Helvetica" panose="020B0604020202020204" pitchFamily="34" charset="0"/>
                </a:rPr>
                <a:t>FCS</a:t>
              </a:r>
            </a:p>
          </p:txBody>
        </p:sp>
      </p:grpSp>
      <p:sp>
        <p:nvSpPr>
          <p:cNvPr id="463927" name="AutoShape 55"/>
          <p:cNvSpPr>
            <a:spLocks noChangeArrowheads="1"/>
          </p:cNvSpPr>
          <p:nvPr/>
        </p:nvSpPr>
        <p:spPr bwMode="auto">
          <a:xfrm>
            <a:off x="7316788" y="4172174"/>
            <a:ext cx="438150" cy="515243"/>
          </a:xfrm>
          <a:prstGeom prst="downArrow">
            <a:avLst>
              <a:gd name="adj1" fmla="val 50000"/>
              <a:gd name="adj2" fmla="val 25000"/>
            </a:avLst>
          </a:prstGeom>
          <a:solidFill>
            <a:srgbClr val="798CA6"/>
          </a:solidFill>
          <a:ln w="12700">
            <a:solidFill>
              <a:schemeClr val="tx1"/>
            </a:solidFill>
            <a:miter lim="800000"/>
            <a:headEnd type="none" w="sm" len="sm"/>
            <a:tailEnd type="none" w="sm" len="sm"/>
          </a:ln>
          <a:effectLst>
            <a:outerShdw dist="35921" dir="2700000" algn="ctr" rotWithShape="0">
              <a:schemeClr val="tx1"/>
            </a:outerShdw>
          </a:effectLst>
        </p:spPr>
        <p:txBody>
          <a:bodyPr anchor="ctr">
            <a:spAutoFit/>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3928" name="AutoShape 56"/>
          <p:cNvSpPr>
            <a:spLocks noChangeArrowheads="1"/>
          </p:cNvSpPr>
          <p:nvPr/>
        </p:nvSpPr>
        <p:spPr bwMode="auto">
          <a:xfrm>
            <a:off x="7316788" y="5415980"/>
            <a:ext cx="438150" cy="515243"/>
          </a:xfrm>
          <a:prstGeom prst="downArrow">
            <a:avLst>
              <a:gd name="adj1" fmla="val 50000"/>
              <a:gd name="adj2" fmla="val 25000"/>
            </a:avLst>
          </a:prstGeom>
          <a:solidFill>
            <a:srgbClr val="798CA6"/>
          </a:solidFill>
          <a:ln w="12700">
            <a:solidFill>
              <a:schemeClr val="tx1"/>
            </a:solidFill>
            <a:miter lim="800000"/>
            <a:headEnd type="none" w="sm" len="sm"/>
            <a:tailEnd type="none" w="sm" len="sm"/>
          </a:ln>
          <a:effectLst>
            <a:outerShdw dist="35921" dir="2700000" algn="ctr" rotWithShape="0">
              <a:schemeClr val="tx1"/>
            </a:outerShdw>
          </a:effectLst>
        </p:spPr>
        <p:txBody>
          <a:bodyPr anchor="ctr">
            <a:spAutoFit/>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3929" name="AutoShape 57"/>
          <p:cNvSpPr>
            <a:spLocks noChangeArrowheads="1"/>
          </p:cNvSpPr>
          <p:nvPr/>
        </p:nvSpPr>
        <p:spPr bwMode="auto">
          <a:xfrm>
            <a:off x="8386763" y="2834356"/>
            <a:ext cx="533400" cy="641350"/>
          </a:xfrm>
          <a:prstGeom prst="homePlate">
            <a:avLst>
              <a:gd name="adj" fmla="val 25000"/>
            </a:avLst>
          </a:prstGeom>
          <a:gradFill rotWithShape="0">
            <a:gsLst>
              <a:gs pos="0">
                <a:srgbClr val="FFCC99"/>
              </a:gs>
              <a:gs pos="100000">
                <a:srgbClr val="FFCC99">
                  <a:gamma/>
                  <a:shade val="46275"/>
                  <a:invGamma/>
                </a:srgbClr>
              </a:gs>
            </a:gsLst>
            <a:lin ang="0" scaled="1"/>
          </a:gradFill>
          <a:ln w="6350">
            <a:solidFill>
              <a:schemeClr val="tx1"/>
            </a:solidFill>
            <a:miter lim="800000"/>
            <a:headEnd/>
            <a:tailEnd/>
          </a:ln>
          <a:effectLst>
            <a:outerShdw dist="35921" dir="2700000" algn="ctr" rotWithShape="0">
              <a:schemeClr val="bg2"/>
            </a:outerShdw>
          </a:effectLst>
        </p:spPr>
        <p:txBody>
          <a:bodyPr wrap="none" anchor="ct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3930" name="AutoShape 58"/>
          <p:cNvSpPr>
            <a:spLocks noChangeArrowheads="1"/>
          </p:cNvSpPr>
          <p:nvPr/>
        </p:nvSpPr>
        <p:spPr bwMode="auto">
          <a:xfrm>
            <a:off x="8383588" y="5844256"/>
            <a:ext cx="533400" cy="706438"/>
          </a:xfrm>
          <a:prstGeom prst="homePlate">
            <a:avLst>
              <a:gd name="adj" fmla="val 25000"/>
            </a:avLst>
          </a:prstGeom>
          <a:gradFill rotWithShape="0">
            <a:gsLst>
              <a:gs pos="0">
                <a:srgbClr val="FFCC99"/>
              </a:gs>
              <a:gs pos="100000">
                <a:srgbClr val="FFCC99">
                  <a:gamma/>
                  <a:shade val="46275"/>
                  <a:invGamma/>
                </a:srgbClr>
              </a:gs>
            </a:gsLst>
            <a:lin ang="0" scaled="1"/>
          </a:gradFill>
          <a:ln w="6350">
            <a:solidFill>
              <a:schemeClr val="tx1"/>
            </a:solidFill>
            <a:miter lim="800000"/>
            <a:headEnd/>
            <a:tailEnd/>
          </a:ln>
          <a:effectLst>
            <a:outerShdw dist="35921" dir="2700000" algn="ctr" rotWithShape="0">
              <a:schemeClr val="bg2"/>
            </a:outerShdw>
          </a:effectLst>
        </p:spPr>
        <p:txBody>
          <a:bodyPr wrap="none" anchor="ct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3931" name="AutoShape 59"/>
          <p:cNvSpPr>
            <a:spLocks noChangeArrowheads="1"/>
          </p:cNvSpPr>
          <p:nvPr/>
        </p:nvSpPr>
        <p:spPr bwMode="auto">
          <a:xfrm>
            <a:off x="8377238" y="3667794"/>
            <a:ext cx="533400" cy="666750"/>
          </a:xfrm>
          <a:prstGeom prst="homePlate">
            <a:avLst>
              <a:gd name="adj" fmla="val 25000"/>
            </a:avLst>
          </a:prstGeom>
          <a:gradFill rotWithShape="0">
            <a:gsLst>
              <a:gs pos="0">
                <a:srgbClr val="FFCC99"/>
              </a:gs>
              <a:gs pos="100000">
                <a:srgbClr val="FFCC99">
                  <a:gamma/>
                  <a:shade val="46275"/>
                  <a:invGamma/>
                </a:srgbClr>
              </a:gs>
            </a:gsLst>
            <a:lin ang="0" scaled="1"/>
          </a:gradFill>
          <a:ln w="6350">
            <a:solidFill>
              <a:schemeClr val="tx1"/>
            </a:solidFill>
            <a:miter lim="800000"/>
            <a:headEnd/>
            <a:tailEnd/>
          </a:ln>
          <a:effectLst>
            <a:outerShdw dist="35921" dir="2700000" algn="ctr" rotWithShape="0">
              <a:schemeClr val="bg2"/>
            </a:outerShdw>
          </a:effectLst>
        </p:spPr>
        <p:txBody>
          <a:bodyPr wrap="none" anchor="ct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3932" name="AutoShape 60"/>
          <p:cNvSpPr>
            <a:spLocks noChangeArrowheads="1"/>
          </p:cNvSpPr>
          <p:nvPr/>
        </p:nvSpPr>
        <p:spPr bwMode="auto">
          <a:xfrm>
            <a:off x="8374063" y="4607595"/>
            <a:ext cx="533400" cy="993775"/>
          </a:xfrm>
          <a:prstGeom prst="homePlate">
            <a:avLst>
              <a:gd name="adj" fmla="val 25000"/>
            </a:avLst>
          </a:prstGeom>
          <a:gradFill rotWithShape="0">
            <a:gsLst>
              <a:gs pos="0">
                <a:srgbClr val="FFCC99"/>
              </a:gs>
              <a:gs pos="100000">
                <a:srgbClr val="FFCC99">
                  <a:gamma/>
                  <a:shade val="46275"/>
                  <a:invGamma/>
                </a:srgbClr>
              </a:gs>
            </a:gsLst>
            <a:lin ang="0" scaled="1"/>
          </a:gradFill>
          <a:ln w="6350">
            <a:solidFill>
              <a:schemeClr val="tx1"/>
            </a:solidFill>
            <a:miter lim="800000"/>
            <a:headEnd/>
            <a:tailEnd/>
          </a:ln>
          <a:effectLst>
            <a:outerShdw dist="35921" dir="2700000" algn="ctr" rotWithShape="0">
              <a:schemeClr val="bg2"/>
            </a:outerShdw>
          </a:effectLst>
        </p:spPr>
        <p:txBody>
          <a:bodyPr wrap="none" anchor="ct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Tree>
    <p:extLst>
      <p:ext uri="{BB962C8B-B14F-4D97-AF65-F5344CB8AC3E}">
        <p14:creationId xmlns:p14="http://schemas.microsoft.com/office/powerpoint/2010/main" val="388302039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noChangeArrowheads="1"/>
          </p:cNvSpPr>
          <p:nvPr>
            <p:ph type="body" idx="4294967295"/>
          </p:nvPr>
        </p:nvSpPr>
        <p:spPr>
          <a:xfrm>
            <a:off x="1697937" y="1438302"/>
            <a:ext cx="8340918" cy="1296988"/>
          </a:xfrm>
        </p:spPr>
        <p:txBody>
          <a:bodyPr/>
          <a:lstStyle/>
          <a:p>
            <a:pPr marL="0" indent="0" algn="ctr">
              <a:lnSpc>
                <a:spcPct val="90000"/>
              </a:lnSpc>
              <a:buNone/>
            </a:pPr>
            <a:r>
              <a:rPr lang="en-US" altLang="zh-CN" sz="2400"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TCP</a:t>
            </a:r>
            <a:r>
              <a:rPr lang="zh-CN" altLang="en-US" sz="2400"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报文段</a:t>
            </a:r>
            <a:r>
              <a:rPr lang="en-US" altLang="zh-CN" sz="2400"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(segment</a:t>
            </a:r>
            <a:r>
              <a:rPr lang="en-US" altLang="zh-CN" sz="2400" b="1" dirty="0" smtClean="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b="1" dirty="0" smtClean="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的格式  </a:t>
            </a:r>
            <a:endParaRPr lang="zh-CN" altLang="en-US" sz="2400"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endParaRPr>
          </a:p>
          <a:p>
            <a:pPr marL="609600" indent="-609600" algn="ctr">
              <a:lnSpc>
                <a:spcPct val="90000"/>
              </a:lnSpc>
              <a:buNone/>
            </a:pPr>
            <a:r>
              <a:rPr lang="zh-CN" altLang="en-US" sz="1800" b="1" dirty="0">
                <a:solidFill>
                  <a:srgbClr val="CC0000"/>
                </a:solidFill>
              </a:rPr>
              <a:t>  </a:t>
            </a:r>
          </a:p>
          <a:p>
            <a:pPr marL="609600" indent="-609600" algn="ctr">
              <a:lnSpc>
                <a:spcPct val="90000"/>
              </a:lnSpc>
              <a:buNone/>
            </a:pPr>
            <a:r>
              <a:rPr lang="zh-CN" altLang="en-US" sz="1800" b="1" dirty="0">
                <a:solidFill>
                  <a:srgbClr val="CC0000"/>
                </a:solidFill>
              </a:rPr>
              <a:t>        </a:t>
            </a:r>
            <a:r>
              <a:rPr lang="en-US" altLang="zh-CN" sz="2000" b="1" dirty="0">
                <a:solidFill>
                  <a:schemeClr val="tx2"/>
                </a:solidFill>
              </a:rPr>
              <a:t>0             </a:t>
            </a:r>
            <a:r>
              <a:rPr lang="en-US" altLang="zh-CN" sz="2000" b="1" dirty="0" smtClean="0">
                <a:solidFill>
                  <a:schemeClr val="tx2"/>
                </a:solidFill>
              </a:rPr>
              <a:t>4              </a:t>
            </a:r>
            <a:r>
              <a:rPr lang="en-US" altLang="zh-CN" sz="2000" b="1" dirty="0">
                <a:solidFill>
                  <a:schemeClr val="tx2"/>
                </a:solidFill>
              </a:rPr>
              <a:t>10                16                </a:t>
            </a:r>
            <a:r>
              <a:rPr lang="en-US" altLang="zh-CN" sz="2000" b="1" dirty="0" smtClean="0">
                <a:solidFill>
                  <a:schemeClr val="tx2"/>
                </a:solidFill>
              </a:rPr>
              <a:t> 24                    31</a:t>
            </a:r>
            <a:endParaRPr lang="zh-CN" altLang="en-US" sz="2400" b="1" dirty="0">
              <a:solidFill>
                <a:schemeClr val="tx2"/>
              </a:solidFill>
            </a:endParaRPr>
          </a:p>
          <a:p>
            <a:pPr marL="609600" indent="-609600" algn="ctr">
              <a:lnSpc>
                <a:spcPct val="90000"/>
              </a:lnSpc>
              <a:buNone/>
            </a:pPr>
            <a:endParaRPr lang="zh-CN" altLang="en-US" sz="2400" b="1" dirty="0">
              <a:solidFill>
                <a:schemeClr val="tx2"/>
              </a:solidFill>
            </a:endParaRPr>
          </a:p>
          <a:p>
            <a:pPr marL="609600" indent="-609600" algn="ctr">
              <a:lnSpc>
                <a:spcPct val="90000"/>
              </a:lnSpc>
              <a:buNone/>
            </a:pPr>
            <a:endParaRPr lang="zh-CN" altLang="en-US" sz="1800" b="1" dirty="0">
              <a:solidFill>
                <a:srgbClr val="CC0000"/>
              </a:solidFill>
            </a:endParaRPr>
          </a:p>
          <a:p>
            <a:pPr marL="609600" indent="-609600" algn="ctr">
              <a:lnSpc>
                <a:spcPct val="90000"/>
              </a:lnSpc>
              <a:buNone/>
            </a:pPr>
            <a:endParaRPr lang="zh-CN" altLang="en-US" sz="1800" b="1" dirty="0">
              <a:solidFill>
                <a:srgbClr val="CC0000"/>
              </a:solidFill>
            </a:endParaRPr>
          </a:p>
          <a:p>
            <a:pPr marL="609600" indent="-609600" algn="ctr">
              <a:lnSpc>
                <a:spcPct val="90000"/>
              </a:lnSpc>
              <a:buNone/>
            </a:pPr>
            <a:endParaRPr lang="en-US" altLang="zh-CN" sz="1800" b="1" dirty="0">
              <a:solidFill>
                <a:srgbClr val="CC0000"/>
              </a:solidFill>
            </a:endParaRPr>
          </a:p>
        </p:txBody>
      </p:sp>
      <p:graphicFrame>
        <p:nvGraphicFramePr>
          <p:cNvPr id="24580" name="Group 4"/>
          <p:cNvGraphicFramePr>
            <a:graphicFrameLocks noGrp="1"/>
          </p:cNvGraphicFramePr>
          <p:nvPr/>
        </p:nvGraphicFramePr>
        <p:xfrm>
          <a:off x="2667000" y="2438400"/>
          <a:ext cx="7086600" cy="3048000"/>
        </p:xfrm>
        <a:graphic>
          <a:graphicData uri="http://schemas.openxmlformats.org/drawingml/2006/table">
            <a:tbl>
              <a:tblPr/>
              <a:tblGrid>
                <a:gridCol w="1219200"/>
                <a:gridCol w="1066800"/>
                <a:gridCol w="1257300"/>
                <a:gridCol w="2125663"/>
                <a:gridCol w="1417637"/>
              </a:tblGrid>
              <a:tr h="425450">
                <a:tc gridSpan="3">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源 端 口</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hMerge="1">
                  <a:txBody>
                    <a:bodyPr/>
                    <a:lstStyle/>
                    <a:p>
                      <a:endParaRPr lang="zh-CN" altLang="en-US"/>
                    </a:p>
                  </a:txBody>
                  <a:tcPr/>
                </a:tc>
                <a:tc hMerge="1">
                  <a:txBody>
                    <a:bodyPr/>
                    <a:lstStyle/>
                    <a:p>
                      <a:endParaRPr lang="zh-CN" altLang="en-US"/>
                    </a:p>
                  </a:txBody>
                  <a:tcPr/>
                </a:tc>
                <a:tc gridSpan="2">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目 的 端 口</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hMerge="1">
                  <a:txBody>
                    <a:bodyPr/>
                    <a:lstStyle/>
                    <a:p>
                      <a:endParaRPr lang="zh-CN" altLang="en-US"/>
                    </a:p>
                  </a:txBody>
                  <a:tcPr/>
                </a:tc>
              </a:tr>
              <a:tr h="425450">
                <a:tc gridSpan="5">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序   号</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r>
              <a:tr h="425450">
                <a:tc gridSpan="5">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确 认 序 号</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r>
              <a:tr h="42545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首部长度</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保 留</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码元比特</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gridSpan="2">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窗    口</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hMerge="1">
                  <a:txBody>
                    <a:bodyPr/>
                    <a:lstStyle/>
                    <a:p>
                      <a:endParaRPr lang="zh-CN" altLang="en-US"/>
                    </a:p>
                  </a:txBody>
                  <a:tcPr/>
                </a:tc>
              </a:tr>
              <a:tr h="425450">
                <a:tc gridSpan="3">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校  验  和</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hMerge="1">
                  <a:txBody>
                    <a:bodyPr/>
                    <a:lstStyle/>
                    <a:p>
                      <a:endParaRPr lang="zh-CN" altLang="en-US"/>
                    </a:p>
                  </a:txBody>
                  <a:tcPr/>
                </a:tc>
                <a:tc hMerge="1">
                  <a:txBody>
                    <a:bodyPr/>
                    <a:lstStyle/>
                    <a:p>
                      <a:endParaRPr lang="zh-CN" altLang="en-US"/>
                    </a:p>
                  </a:txBody>
                  <a:tcPr/>
                </a:tc>
                <a:tc gridSpan="2">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紧 急 指 针</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hMerge="1">
                  <a:txBody>
                    <a:bodyPr/>
                    <a:lstStyle/>
                    <a:p>
                      <a:endParaRPr lang="zh-CN" altLang="en-US"/>
                    </a:p>
                  </a:txBody>
                  <a:tcPr/>
                </a:tc>
              </a:tr>
              <a:tr h="425450">
                <a:tc gridSpan="4">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选     项</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填 充 域</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r>
              <a:tr h="495300">
                <a:tc gridSpan="5">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数    据</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7C80"/>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r>
            </a:tbl>
          </a:graphicData>
        </a:graphic>
      </p:graphicFrame>
      <p:sp>
        <p:nvSpPr>
          <p:cNvPr id="24609" name="Line 33"/>
          <p:cNvSpPr>
            <a:spLocks noChangeShapeType="1"/>
          </p:cNvSpPr>
          <p:nvPr/>
        </p:nvSpPr>
        <p:spPr bwMode="auto">
          <a:xfrm>
            <a:off x="2362200" y="4648200"/>
            <a:ext cx="457200"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 name="Text Box 2"/>
          <p:cNvSpPr txBox="1">
            <a:spLocks noChangeArrowheads="1"/>
          </p:cNvSpPr>
          <p:nvPr/>
        </p:nvSpPr>
        <p:spPr bwMode="auto">
          <a:xfrm>
            <a:off x="3889203" y="231720"/>
            <a:ext cx="632177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fontAlgn="base">
              <a:spcBef>
                <a:spcPct val="0"/>
              </a:spcBef>
              <a:spcAft>
                <a:spcPct val="0"/>
              </a:spcAft>
            </a:pPr>
            <a:r>
              <a:rPr lang="en-US" altLang="zh-CN" sz="4000" b="1" dirty="0" smtClean="0">
                <a:solidFill>
                  <a:srgbClr val="FFFF00"/>
                </a:solidFill>
                <a:latin typeface="Times New Roman" panose="02020603050405020304" pitchFamily="18" charset="0"/>
                <a:ea typeface="黑体" panose="02010609060101010101" pitchFamily="49" charset="-122"/>
                <a:cs typeface="Times New Roman" panose="02020603050405020304" pitchFamily="18" charset="0"/>
              </a:rPr>
              <a:t>TCP</a:t>
            </a:r>
            <a:r>
              <a:rPr lang="zh-CN" altLang="en-US" sz="4000" b="1" dirty="0" smtClean="0">
                <a:solidFill>
                  <a:srgbClr val="FFFF00"/>
                </a:solidFill>
                <a:latin typeface="Times New Roman" panose="02020603050405020304" pitchFamily="18" charset="0"/>
                <a:ea typeface="黑体" panose="02010609060101010101" pitchFamily="49" charset="-122"/>
                <a:cs typeface="Times New Roman" panose="02020603050405020304" pitchFamily="18" charset="0"/>
              </a:rPr>
              <a:t>数据格式</a:t>
            </a:r>
            <a:endParaRPr lang="zh-CN" altLang="en-US" sz="4000" b="1" dirty="0">
              <a:solidFill>
                <a:srgbClr val="FFFF00"/>
              </a:solidFill>
              <a:latin typeface="Times New Roman" panose="02020603050405020304" pitchFamily="18" charset="0"/>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917485944"/>
      </p:ext>
    </p:extLst>
  </p:cSld>
  <p:clrMapOvr>
    <a:masterClrMapping/>
  </p:clrMapOvr>
  <p:transition spd="med">
    <p:random/>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idx="4294967295"/>
          </p:nvPr>
        </p:nvSpPr>
        <p:spPr>
          <a:xfrm>
            <a:off x="2133600" y="1622522"/>
            <a:ext cx="7848600" cy="519112"/>
          </a:xfrm>
        </p:spPr>
        <p:txBody>
          <a:bodyPr/>
          <a:lstStyle/>
          <a:p>
            <a:r>
              <a:rPr lang="en-US" altLang="zh-CN" sz="2400" b="1" dirty="0" smtClean="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IP</a:t>
            </a:r>
            <a:r>
              <a:rPr lang="zh-CN" altLang="en-US" sz="2400" b="1" dirty="0" smtClean="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分组（</a:t>
            </a:r>
            <a:r>
              <a:rPr lang="en-US" altLang="zh-CN" sz="2400" b="1" dirty="0" smtClean="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packet</a:t>
            </a:r>
            <a:r>
              <a:rPr lang="zh-CN" altLang="en-US" sz="2400" b="1" dirty="0" smtClean="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）的格式 </a:t>
            </a:r>
            <a:endParaRPr lang="en-US" altLang="zh-CN" sz="2400"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0243" name="Rectangle 3"/>
          <p:cNvSpPr>
            <a:spLocks noGrp="1" noChangeArrowheads="1"/>
          </p:cNvSpPr>
          <p:nvPr>
            <p:ph type="body" idx="4294967295"/>
          </p:nvPr>
        </p:nvSpPr>
        <p:spPr>
          <a:xfrm>
            <a:off x="1932167" y="2368219"/>
            <a:ext cx="8555603" cy="453171"/>
          </a:xfrm>
        </p:spPr>
        <p:txBody>
          <a:bodyPr/>
          <a:lstStyle/>
          <a:p>
            <a:pPr>
              <a:buFontTx/>
              <a:buNone/>
            </a:pPr>
            <a:r>
              <a:rPr lang="en-US" altLang="zh-CN" sz="2400" dirty="0"/>
              <a:t> 0       </a:t>
            </a:r>
            <a:r>
              <a:rPr lang="en-US" altLang="zh-CN" sz="2400" dirty="0" smtClean="0"/>
              <a:t>4             8                    16         </a:t>
            </a:r>
            <a:r>
              <a:rPr lang="en-US" altLang="zh-CN" sz="2400" dirty="0"/>
              <a:t>19                  </a:t>
            </a:r>
            <a:r>
              <a:rPr lang="en-US" altLang="zh-CN" sz="2400" dirty="0" smtClean="0"/>
              <a:t>     31</a:t>
            </a:r>
          </a:p>
        </p:txBody>
      </p:sp>
      <p:graphicFrame>
        <p:nvGraphicFramePr>
          <p:cNvPr id="10244" name="Group 4"/>
          <p:cNvGraphicFramePr>
            <a:graphicFrameLocks noGrp="1"/>
          </p:cNvGraphicFramePr>
          <p:nvPr>
            <p:extLst>
              <p:ext uri="{D42A27DB-BD31-4B8C-83A1-F6EECF244321}">
                <p14:modId xmlns:p14="http://schemas.microsoft.com/office/powerpoint/2010/main" val="1174785026"/>
              </p:ext>
            </p:extLst>
          </p:nvPr>
        </p:nvGraphicFramePr>
        <p:xfrm>
          <a:off x="2133600" y="2821390"/>
          <a:ext cx="7620000" cy="3259138"/>
        </p:xfrm>
        <a:graphic>
          <a:graphicData uri="http://schemas.openxmlformats.org/drawingml/2006/table">
            <a:tbl>
              <a:tblPr/>
              <a:tblGrid>
                <a:gridCol w="838200"/>
                <a:gridCol w="1143000"/>
                <a:gridCol w="182563"/>
                <a:gridCol w="1646237"/>
                <a:gridCol w="1047750"/>
                <a:gridCol w="1143000"/>
                <a:gridCol w="1619250"/>
              </a:tblGrid>
              <a:tr h="45720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版本</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报头长</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gridSpan="2">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服务类型</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hMerge="1">
                  <a:txBody>
                    <a:bodyPr/>
                    <a:lstStyle/>
                    <a:p>
                      <a:endParaRPr lang="zh-CN" altLang="en-US"/>
                    </a:p>
                  </a:txBody>
                  <a:tcPr/>
                </a:tc>
                <a:tc gridSpan="3">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总 长</a:t>
                      </a:r>
                      <a:r>
                        <a:rPr kumimoji="1"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t>
                      </a:r>
                      <a:r>
                        <a:rPr kumimoji="1"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MAX: 65535</a:t>
                      </a:r>
                      <a:r>
                        <a:rPr kumimoji="1"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hMerge="1">
                  <a:txBody>
                    <a:bodyPr/>
                    <a:lstStyle/>
                    <a:p>
                      <a:endParaRPr lang="zh-CN" altLang="en-US"/>
                    </a:p>
                  </a:txBody>
                  <a:tcPr/>
                </a:tc>
                <a:tc hMerge="1">
                  <a:txBody>
                    <a:bodyPr/>
                    <a:lstStyle/>
                    <a:p>
                      <a:endParaRPr lang="zh-CN" altLang="en-US"/>
                    </a:p>
                  </a:txBody>
                  <a:tcPr/>
                </a:tc>
              </a:tr>
              <a:tr h="381000">
                <a:tc gridSpan="4">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标  识</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标 志</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gridSpan="2">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片 偏 移</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hMerge="1">
                  <a:txBody>
                    <a:bodyPr/>
                    <a:lstStyle/>
                    <a:p>
                      <a:endParaRPr lang="zh-CN" altLang="en-US"/>
                    </a:p>
                  </a:txBody>
                  <a:tcPr/>
                </a:tc>
              </a:tr>
              <a:tr h="382588">
                <a:tc gridSpan="3">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生 存 时 间</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hMerge="1">
                  <a:txBody>
                    <a:bodyPr/>
                    <a:lstStyle/>
                    <a:p>
                      <a:endParaRPr lang="zh-CN" altLang="en-US"/>
                    </a:p>
                  </a:txBody>
                  <a:tcPr/>
                </a:tc>
                <a:tc hMerge="1">
                  <a:txBody>
                    <a:bodyPr/>
                    <a:lstStyle/>
                    <a:p>
                      <a:endParaRPr lang="zh-CN" altLang="en-US"/>
                    </a:p>
                  </a:txBody>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协 议</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gridSpan="3">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头 校 验 和</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hMerge="1">
                  <a:txBody>
                    <a:bodyPr/>
                    <a:lstStyle/>
                    <a:p>
                      <a:endParaRPr lang="zh-CN" altLang="en-US"/>
                    </a:p>
                  </a:txBody>
                  <a:tcPr/>
                </a:tc>
                <a:tc hMerge="1">
                  <a:txBody>
                    <a:bodyPr/>
                    <a:lstStyle/>
                    <a:p>
                      <a:endParaRPr lang="zh-CN" altLang="en-US"/>
                    </a:p>
                  </a:txBody>
                  <a:tcPr/>
                </a:tc>
              </a:tr>
              <a:tr h="460375">
                <a:tc gridSpan="7">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源 </a:t>
                      </a:r>
                      <a:r>
                        <a:rPr kumimoji="1" lang="en-US" altLang="zh-CN" sz="24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IP </a:t>
                      </a:r>
                      <a:r>
                        <a:rPr kumimoji="1" lang="zh-CN" altLang="en-US" sz="24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地 址</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r>
              <a:tr h="430213">
                <a:tc gridSpan="7">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目 的 </a:t>
                      </a:r>
                      <a:r>
                        <a:rPr kumimoji="1" lang="en-US" altLang="zh-CN" sz="24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IP </a:t>
                      </a:r>
                      <a:r>
                        <a:rPr kumimoji="1" lang="zh-CN" altLang="en-US" sz="24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地 址</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r>
              <a:tr h="385763">
                <a:tc gridSpan="6">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IP </a:t>
                      </a:r>
                      <a:r>
                        <a:rPr kumimoji="1" lang="zh-CN" altLang="en-US" sz="24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选 项 </a:t>
                      </a:r>
                      <a:r>
                        <a:rPr kumimoji="1" lang="en-US" altLang="zh-CN" sz="20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(MAX: 40)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填充域</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FF"/>
                    </a:solidFill>
                  </a:tcPr>
                </a:tc>
              </a:tr>
              <a:tr h="512763">
                <a:tc gridSpan="7">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数           据</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9999"/>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r>
            </a:tbl>
          </a:graphicData>
        </a:graphic>
      </p:graphicFrame>
      <p:sp>
        <p:nvSpPr>
          <p:cNvPr id="5" name="Text Box 2"/>
          <p:cNvSpPr txBox="1">
            <a:spLocks noChangeArrowheads="1"/>
          </p:cNvSpPr>
          <p:nvPr/>
        </p:nvSpPr>
        <p:spPr bwMode="auto">
          <a:xfrm>
            <a:off x="3889203" y="231720"/>
            <a:ext cx="632177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fontAlgn="base">
              <a:spcBef>
                <a:spcPct val="0"/>
              </a:spcBef>
              <a:spcAft>
                <a:spcPct val="0"/>
              </a:spcAft>
            </a:pPr>
            <a:r>
              <a:rPr lang="en-US" altLang="zh-CN" sz="4000" b="1" dirty="0" smtClean="0">
                <a:solidFill>
                  <a:srgbClr val="FFFF00"/>
                </a:solidFill>
                <a:latin typeface="Times New Roman" panose="02020603050405020304" pitchFamily="18" charset="0"/>
                <a:ea typeface="黑体" panose="02010609060101010101" pitchFamily="49" charset="-122"/>
                <a:cs typeface="Times New Roman" panose="02020603050405020304" pitchFamily="18" charset="0"/>
              </a:rPr>
              <a:t>IP</a:t>
            </a:r>
            <a:r>
              <a:rPr lang="zh-CN" altLang="en-US" sz="4000" b="1" dirty="0" smtClean="0">
                <a:solidFill>
                  <a:srgbClr val="FFFF00"/>
                </a:solidFill>
                <a:latin typeface="Times New Roman" panose="02020603050405020304" pitchFamily="18" charset="0"/>
                <a:ea typeface="黑体" panose="02010609060101010101" pitchFamily="49" charset="-122"/>
                <a:cs typeface="Times New Roman" panose="02020603050405020304" pitchFamily="18" charset="0"/>
              </a:rPr>
              <a:t>数据格式</a:t>
            </a:r>
            <a:endParaRPr lang="zh-CN" altLang="en-US" sz="4000" b="1" dirty="0">
              <a:solidFill>
                <a:srgbClr val="FFFF00"/>
              </a:solidFill>
              <a:latin typeface="Times New Roman" panose="02020603050405020304" pitchFamily="18" charset="0"/>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18871039"/>
      </p:ext>
    </p:extLst>
  </p:cSld>
  <p:clrMapOvr>
    <a:masterClrMapping/>
  </p:clrMapOvr>
  <p:transition spd="med">
    <p:random/>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6739" name="Rectangle 3"/>
          <p:cNvSpPr>
            <a:spLocks noGrp="1" noChangeArrowheads="1"/>
          </p:cNvSpPr>
          <p:nvPr>
            <p:ph type="body" idx="4294967295"/>
          </p:nvPr>
        </p:nvSpPr>
        <p:spPr>
          <a:xfrm>
            <a:off x="623832" y="1348685"/>
            <a:ext cx="10363200" cy="60325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marL="0" indent="0" algn="ctr">
              <a:spcBef>
                <a:spcPct val="0"/>
              </a:spcBef>
              <a:buNone/>
            </a:pPr>
            <a:r>
              <a:rPr lang="zh-CN" altLang="en-US" sz="2400"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数据链路层</a:t>
            </a:r>
            <a:r>
              <a:rPr lang="zh-CN" altLang="en-US" sz="2400" dirty="0" smtClean="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帧</a:t>
            </a:r>
            <a:r>
              <a:rPr lang="en-US" altLang="zh-CN" sz="2400" dirty="0" smtClean="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dirty="0" smtClean="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以太网</a:t>
            </a:r>
            <a:r>
              <a:rPr lang="zh-CN" altLang="en-US" sz="2400" b="1" dirty="0" smtClean="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帧格式</a:t>
            </a:r>
            <a:endParaRPr lang="en-US" altLang="zh-CN" sz="2400"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1396743"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5050" y="1884458"/>
            <a:ext cx="8828150" cy="27214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pic>
      <p:sp>
        <p:nvSpPr>
          <p:cNvPr id="5" name="Rectangle 3"/>
          <p:cNvSpPr txBox="1">
            <a:spLocks noChangeArrowheads="1"/>
          </p:cNvSpPr>
          <p:nvPr/>
        </p:nvSpPr>
        <p:spPr bwMode="auto">
          <a:xfrm>
            <a:off x="623832" y="3093816"/>
            <a:ext cx="11032779" cy="3831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ltLang="zh-CN" dirty="0" smtClean="0">
              <a:ea typeface="宋体" panose="02010600030101010101" pitchFamily="2" charset="-122"/>
            </a:endParaRPr>
          </a:p>
          <a:p>
            <a:endParaRPr lang="en-US" altLang="zh-CN" dirty="0" smtClean="0">
              <a:ea typeface="宋体" panose="02010600030101010101" pitchFamily="2" charset="-122"/>
            </a:endParaRPr>
          </a:p>
          <a:p>
            <a:endParaRPr lang="en-US" altLang="zh-CN" sz="2400" dirty="0" smtClean="0">
              <a:ea typeface="宋体" panose="02010600030101010101" pitchFamily="2" charset="-122"/>
            </a:endParaRPr>
          </a:p>
          <a:p>
            <a:r>
              <a:rPr lang="zh-CN" altLang="en-US" sz="2400" b="1" dirty="0" smtClean="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帧首字段：告知网络中的其他设备一个帧将沿介质传输过来。</a:t>
            </a:r>
          </a:p>
          <a:p>
            <a:r>
              <a:rPr lang="zh-CN" altLang="en-US" sz="2400" b="1" dirty="0" smtClean="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地址字段：用于存储数据链路源地址和目的地址。是链路层地址，也叫物理</a:t>
            </a:r>
            <a:r>
              <a:rPr lang="zh-CN" altLang="en-US" sz="2400"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地址、硬件地址、</a:t>
            </a:r>
            <a:r>
              <a:rPr lang="en-US" altLang="zh-CN" sz="2400"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MAC</a:t>
            </a:r>
            <a:r>
              <a:rPr lang="zh-CN" altLang="en-US" sz="2400"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地址</a:t>
            </a:r>
          </a:p>
          <a:p>
            <a:r>
              <a:rPr lang="zh-CN" altLang="en-US" sz="2400" b="1" dirty="0" smtClean="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类型</a:t>
            </a:r>
            <a:r>
              <a:rPr lang="en-US" altLang="zh-CN" sz="2400" b="1" dirty="0" smtClean="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b="1" dirty="0" smtClean="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长度字段：可选字段，某些协议用其说明即将传输的数据类型，也可能用于说明帧的长度。</a:t>
            </a:r>
            <a:endParaRPr lang="en-US" altLang="zh-CN" sz="2400" b="1" dirty="0" smtClean="0">
              <a:solidFill>
                <a:srgbClr val="002060"/>
              </a:solidFill>
              <a:latin typeface="Times New Roman" panose="02020603050405020304" pitchFamily="18" charset="0"/>
              <a:ea typeface="楷体" panose="02010609060101010101" pitchFamily="49" charset="-122"/>
              <a:cs typeface="Times New Roman" panose="02020603050405020304" pitchFamily="18" charset="0"/>
            </a:endParaRPr>
          </a:p>
          <a:p>
            <a:endParaRPr lang="en-US" altLang="zh-CN" dirty="0">
              <a:ea typeface="宋体" panose="02010600030101010101" pitchFamily="2" charset="-122"/>
            </a:endParaRPr>
          </a:p>
        </p:txBody>
      </p:sp>
      <p:sp>
        <p:nvSpPr>
          <p:cNvPr id="6" name="Text Box 2"/>
          <p:cNvSpPr txBox="1">
            <a:spLocks noChangeArrowheads="1"/>
          </p:cNvSpPr>
          <p:nvPr/>
        </p:nvSpPr>
        <p:spPr bwMode="auto">
          <a:xfrm>
            <a:off x="3889203" y="231720"/>
            <a:ext cx="632177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fontAlgn="base">
              <a:spcBef>
                <a:spcPct val="0"/>
              </a:spcBef>
              <a:spcAft>
                <a:spcPct val="0"/>
              </a:spcAft>
            </a:pPr>
            <a:r>
              <a:rPr lang="zh-CN" altLang="en-US" sz="4000" b="1" dirty="0" smtClean="0">
                <a:solidFill>
                  <a:srgbClr val="FFFF00"/>
                </a:solidFill>
                <a:latin typeface="Times New Roman" panose="02020603050405020304" pitchFamily="18" charset="0"/>
                <a:ea typeface="黑体" panose="02010609060101010101" pitchFamily="49" charset="-122"/>
                <a:cs typeface="Times New Roman" panose="02020603050405020304" pitchFamily="18" charset="0"/>
              </a:rPr>
              <a:t>数据帧格式</a:t>
            </a:r>
            <a:endParaRPr lang="zh-CN" altLang="en-US" sz="4000" b="1" dirty="0">
              <a:solidFill>
                <a:srgbClr val="FFFF00"/>
              </a:solidFill>
              <a:latin typeface="Times New Roman" panose="02020603050405020304" pitchFamily="18" charset="0"/>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91073217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7763" name="Rectangle 3"/>
          <p:cNvSpPr>
            <a:spLocks noGrp="1" noChangeArrowheads="1"/>
          </p:cNvSpPr>
          <p:nvPr>
            <p:ph type="body" idx="4294967295"/>
          </p:nvPr>
        </p:nvSpPr>
        <p:spPr>
          <a:xfrm>
            <a:off x="1669774" y="1311966"/>
            <a:ext cx="10363200" cy="809625"/>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marL="0" indent="0" algn="ctr">
              <a:spcBef>
                <a:spcPct val="0"/>
              </a:spcBef>
              <a:buNone/>
            </a:pPr>
            <a:r>
              <a:rPr lang="zh-CN" altLang="en-US" sz="2400"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数据链路层</a:t>
            </a:r>
            <a:r>
              <a:rPr lang="zh-CN" altLang="en-US" sz="2400" dirty="0" smtClean="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帧</a:t>
            </a:r>
            <a:r>
              <a:rPr lang="en-US" altLang="zh-CN" sz="2400" dirty="0" smtClean="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dirty="0" smtClean="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广域网</a:t>
            </a:r>
            <a:r>
              <a:rPr lang="en-US" altLang="zh-CN" sz="2400"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WAN </a:t>
            </a:r>
            <a:r>
              <a:rPr lang="zh-CN" altLang="en-US" sz="2400" b="1" dirty="0" smtClean="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帧格式</a:t>
            </a:r>
            <a:endParaRPr lang="en-US" altLang="zh-CN" sz="2400"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1397767"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84174" y="1883052"/>
            <a:ext cx="7600632" cy="48760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pic>
      <p:sp>
        <p:nvSpPr>
          <p:cNvPr id="4" name="Text Box 2"/>
          <p:cNvSpPr txBox="1">
            <a:spLocks noChangeArrowheads="1"/>
          </p:cNvSpPr>
          <p:nvPr/>
        </p:nvSpPr>
        <p:spPr bwMode="auto">
          <a:xfrm>
            <a:off x="3889203" y="231720"/>
            <a:ext cx="632177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fontAlgn="base">
              <a:spcBef>
                <a:spcPct val="0"/>
              </a:spcBef>
              <a:spcAft>
                <a:spcPct val="0"/>
              </a:spcAft>
            </a:pPr>
            <a:r>
              <a:rPr lang="zh-CN" altLang="en-US" sz="4000" b="1" dirty="0" smtClean="0">
                <a:solidFill>
                  <a:srgbClr val="FFFF00"/>
                </a:solidFill>
                <a:latin typeface="Times New Roman" panose="02020603050405020304" pitchFamily="18" charset="0"/>
                <a:ea typeface="黑体" panose="02010609060101010101" pitchFamily="49" charset="-122"/>
                <a:cs typeface="Times New Roman" panose="02020603050405020304" pitchFamily="18" charset="0"/>
              </a:rPr>
              <a:t>数据帧格式</a:t>
            </a:r>
            <a:endParaRPr lang="zh-CN" altLang="en-US" sz="4000" b="1" dirty="0">
              <a:solidFill>
                <a:srgbClr val="FFFF00"/>
              </a:solidFill>
              <a:latin typeface="Times New Roman" panose="02020603050405020304" pitchFamily="18" charset="0"/>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89641018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4898" name="Rectangle 2"/>
          <p:cNvSpPr>
            <a:spLocks noGrp="1" noChangeArrowheads="1"/>
          </p:cNvSpPr>
          <p:nvPr>
            <p:ph type="title" idx="4294967295"/>
          </p:nvPr>
        </p:nvSpPr>
        <p:spPr>
          <a:xfrm>
            <a:off x="3432176" y="82654"/>
            <a:ext cx="7772400" cy="1143000"/>
          </a:xfrm>
        </p:spPr>
        <p:txBody>
          <a:bodyPr/>
          <a:lstStyle/>
          <a:p>
            <a:r>
              <a:rPr lang="zh-CN" altLang="en-US" dirty="0">
                <a:latin typeface="Times New Roman" panose="02020603050405020304" pitchFamily="18" charset="0"/>
                <a:ea typeface="黑体" panose="02010609060101010101" pitchFamily="49" charset="-122"/>
                <a:cs typeface="Times New Roman" panose="02020603050405020304" pitchFamily="18" charset="0"/>
              </a:rPr>
              <a:t>举例：</a:t>
            </a:r>
            <a:r>
              <a:rPr lang="en-US" altLang="zh-CN" dirty="0">
                <a:latin typeface="Times New Roman" panose="02020603050405020304" pitchFamily="18" charset="0"/>
                <a:ea typeface="黑体" panose="02010609060101010101" pitchFamily="49" charset="-122"/>
                <a:cs typeface="Times New Roman" panose="02020603050405020304" pitchFamily="18" charset="0"/>
              </a:rPr>
              <a:t>TCP/IP </a:t>
            </a:r>
            <a:r>
              <a:rPr lang="zh-CN" altLang="en-US" dirty="0">
                <a:latin typeface="Times New Roman" panose="02020603050405020304" pitchFamily="18" charset="0"/>
                <a:ea typeface="黑体" panose="02010609060101010101" pitchFamily="49" charset="-122"/>
                <a:cs typeface="Times New Roman" panose="02020603050405020304" pitchFamily="18" charset="0"/>
              </a:rPr>
              <a:t>数据</a:t>
            </a:r>
            <a:r>
              <a:rPr lang="zh-CN" altLang="en-US" dirty="0" smtClean="0">
                <a:latin typeface="Times New Roman" panose="02020603050405020304" pitchFamily="18" charset="0"/>
                <a:ea typeface="黑体" panose="02010609060101010101" pitchFamily="49" charset="-122"/>
                <a:cs typeface="Times New Roman" panose="02020603050405020304" pitchFamily="18" charset="0"/>
              </a:rPr>
              <a:t>解封装</a:t>
            </a:r>
            <a:endParaRPr lang="zh-CN" altLang="en-US"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64899" name="Rectangle 3"/>
          <p:cNvSpPr>
            <a:spLocks noChangeArrowheads="1"/>
          </p:cNvSpPr>
          <p:nvPr/>
        </p:nvSpPr>
        <p:spPr bwMode="auto">
          <a:xfrm>
            <a:off x="1982789" y="2057921"/>
            <a:ext cx="1602669" cy="321094"/>
          </a:xfrm>
          <a:prstGeom prst="rect">
            <a:avLst/>
          </a:prstGeom>
          <a:solidFill>
            <a:srgbClr val="CCFF66"/>
          </a:solidFill>
          <a:ln w="28575">
            <a:solidFill>
              <a:schemeClr val="tx1"/>
            </a:solidFill>
            <a:miter lim="800000"/>
            <a:headEnd type="none" w="sm" len="sm"/>
            <a:tailEnd type="none" w="sm" len="sm"/>
          </a:ln>
          <a:effectLst>
            <a:outerShdw dist="35921" dir="2700000" algn="ctr" rotWithShape="0">
              <a:schemeClr val="tx1"/>
            </a:outerShdw>
          </a:effectLst>
        </p:spPr>
        <p:txBody>
          <a:bodyPr wrap="square" anchor="ctr">
            <a:spAutoFit/>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4900" name="Rectangle 4"/>
          <p:cNvSpPr>
            <a:spLocks noChangeArrowheads="1"/>
          </p:cNvSpPr>
          <p:nvPr/>
        </p:nvSpPr>
        <p:spPr bwMode="auto">
          <a:xfrm>
            <a:off x="5718175" y="2382195"/>
            <a:ext cx="1973264" cy="358776"/>
          </a:xfrm>
          <a:prstGeom prst="rect">
            <a:avLst/>
          </a:prstGeom>
          <a:solidFill>
            <a:schemeClr val="bg1"/>
          </a:solidFill>
          <a:ln w="19050">
            <a:solidFill>
              <a:schemeClr val="tx1"/>
            </a:solidFill>
            <a:miter lim="800000"/>
            <a:headEnd type="none" w="sm" len="sm"/>
            <a:tailEnd type="none" w="sm" len="sm"/>
          </a:ln>
          <a:effectLst>
            <a:outerShdw dist="35921" dir="2700000" algn="ctr" rotWithShape="0">
              <a:schemeClr val="tx1"/>
            </a:outerShdw>
          </a:effectLst>
        </p:spPr>
        <p:txBody>
          <a:bodyPr wrap="square" anchor="ctr">
            <a:spAutoFit/>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4901" name="Text Box 5"/>
          <p:cNvSpPr txBox="1">
            <a:spLocks noChangeArrowheads="1"/>
          </p:cNvSpPr>
          <p:nvPr/>
        </p:nvSpPr>
        <p:spPr bwMode="auto">
          <a:xfrm>
            <a:off x="5630864" y="2430463"/>
            <a:ext cx="20605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anchor="ctr">
            <a:spAutoFit/>
          </a:bodyPr>
          <a:lstStyle/>
          <a:p>
            <a:pPr algn="ctr" eaLnBrk="0" fontAlgn="base" hangingPunct="0">
              <a:spcBef>
                <a:spcPct val="0"/>
              </a:spcBef>
              <a:spcAft>
                <a:spcPct val="0"/>
              </a:spcAft>
            </a:pPr>
            <a:r>
              <a:rPr lang="zh-CN" altLang="en-US" sz="1600" b="1">
                <a:solidFill>
                  <a:srgbClr val="000000"/>
                </a:solidFill>
                <a:latin typeface="Helvetica" panose="020B0604020202020204" pitchFamily="34" charset="0"/>
              </a:rPr>
              <a:t>上层数据</a:t>
            </a:r>
          </a:p>
        </p:txBody>
      </p:sp>
      <p:pic>
        <p:nvPicPr>
          <p:cNvPr id="464902" name="Picture 6"/>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99214" y="1255272"/>
            <a:ext cx="731837" cy="57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464903" name="Rectangle 7"/>
          <p:cNvSpPr>
            <a:spLocks noChangeArrowheads="1"/>
          </p:cNvSpPr>
          <p:nvPr/>
        </p:nvSpPr>
        <p:spPr bwMode="auto">
          <a:xfrm>
            <a:off x="6357938" y="5146826"/>
            <a:ext cx="3931050" cy="396384"/>
          </a:xfrm>
          <a:prstGeom prst="rect">
            <a:avLst/>
          </a:prstGeom>
          <a:solidFill>
            <a:schemeClr val="bg1"/>
          </a:solidFill>
          <a:ln w="19050">
            <a:solidFill>
              <a:schemeClr val="tx1"/>
            </a:solidFill>
            <a:miter lim="800000"/>
            <a:headEnd type="none" w="sm" len="sm"/>
            <a:tailEnd type="none" w="sm" len="sm"/>
          </a:ln>
          <a:effectLst>
            <a:outerShdw dist="35921" dir="2700000" algn="ctr" rotWithShape="0">
              <a:schemeClr val="tx1"/>
            </a:outerShdw>
          </a:effectLst>
        </p:spPr>
        <p:txBody>
          <a:bodyPr wrap="square" anchor="ctr">
            <a:spAutoFit/>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4904" name="Text Box 8"/>
          <p:cNvSpPr txBox="1">
            <a:spLocks noChangeArrowheads="1"/>
          </p:cNvSpPr>
          <p:nvPr/>
        </p:nvSpPr>
        <p:spPr bwMode="auto">
          <a:xfrm>
            <a:off x="6230238" y="5181970"/>
            <a:ext cx="359701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square" anchor="ctr">
            <a:spAutoFit/>
          </a:bodyPr>
          <a:lstStyle/>
          <a:p>
            <a:pPr algn="ctr" eaLnBrk="0" fontAlgn="base" hangingPunct="0">
              <a:spcBef>
                <a:spcPct val="0"/>
              </a:spcBef>
              <a:spcAft>
                <a:spcPct val="0"/>
              </a:spcAft>
            </a:pPr>
            <a:r>
              <a:rPr lang="en-US" altLang="zh-CN" sz="1600" b="1">
                <a:solidFill>
                  <a:srgbClr val="000000"/>
                </a:solidFill>
                <a:latin typeface="Helvetica" panose="020B0604020202020204" pitchFamily="34" charset="0"/>
              </a:rPr>
              <a:t>LLC </a:t>
            </a:r>
            <a:r>
              <a:rPr lang="zh-CN" altLang="en-US" sz="1600" b="1">
                <a:solidFill>
                  <a:srgbClr val="000000"/>
                </a:solidFill>
                <a:latin typeface="Helvetica" panose="020B0604020202020204" pitchFamily="34" charset="0"/>
              </a:rPr>
              <a:t>头 </a:t>
            </a:r>
            <a:r>
              <a:rPr lang="en-US" altLang="zh-CN" sz="1600" b="1">
                <a:solidFill>
                  <a:srgbClr val="000000"/>
                </a:solidFill>
                <a:latin typeface="Helvetica" panose="020B0604020202020204" pitchFamily="34" charset="0"/>
              </a:rPr>
              <a:t>+ IP + TCP + </a:t>
            </a:r>
            <a:r>
              <a:rPr lang="zh-CN" altLang="en-US" sz="1600" b="1">
                <a:solidFill>
                  <a:srgbClr val="000000"/>
                </a:solidFill>
                <a:latin typeface="Helvetica" panose="020B0604020202020204" pitchFamily="34" charset="0"/>
              </a:rPr>
              <a:t>上层数据</a:t>
            </a:r>
          </a:p>
        </p:txBody>
      </p:sp>
      <p:sp>
        <p:nvSpPr>
          <p:cNvPr id="464905" name="Rectangle 9"/>
          <p:cNvSpPr>
            <a:spLocks noChangeArrowheads="1"/>
          </p:cNvSpPr>
          <p:nvPr/>
        </p:nvSpPr>
        <p:spPr bwMode="auto">
          <a:xfrm rot="-1165828">
            <a:off x="4576983" y="5455571"/>
            <a:ext cx="1720067" cy="364687"/>
          </a:xfrm>
          <a:prstGeom prst="rect">
            <a:avLst/>
          </a:prstGeom>
          <a:solidFill>
            <a:schemeClr val="bg1"/>
          </a:solidFill>
          <a:ln w="19050">
            <a:solidFill>
              <a:schemeClr val="tx1"/>
            </a:solidFill>
            <a:miter lim="800000"/>
            <a:headEnd type="none" w="sm" len="sm"/>
            <a:tailEnd type="none" w="sm" len="sm"/>
          </a:ln>
          <a:effectLst>
            <a:outerShdw dist="35921" dir="2700000" algn="ctr" rotWithShape="0">
              <a:schemeClr val="tx1"/>
            </a:outerShdw>
          </a:effectLst>
        </p:spPr>
        <p:txBody>
          <a:bodyPr wrap="square" anchor="ctr">
            <a:spAutoFit/>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4906" name="Text Box 10"/>
          <p:cNvSpPr txBox="1">
            <a:spLocks noChangeArrowheads="1"/>
          </p:cNvSpPr>
          <p:nvPr/>
        </p:nvSpPr>
        <p:spPr bwMode="auto">
          <a:xfrm rot="-1165828">
            <a:off x="5011120" y="5515561"/>
            <a:ext cx="91563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algn="ctr" eaLnBrk="0" fontAlgn="base" hangingPunct="0">
              <a:spcBef>
                <a:spcPct val="0"/>
              </a:spcBef>
              <a:spcAft>
                <a:spcPct val="0"/>
              </a:spcAft>
            </a:pPr>
            <a:r>
              <a:rPr lang="en-US" altLang="zh-CN" sz="1600" b="1">
                <a:solidFill>
                  <a:srgbClr val="000000"/>
                </a:solidFill>
                <a:latin typeface="Helvetica" panose="020B0604020202020204" pitchFamily="34" charset="0"/>
              </a:rPr>
              <a:t>MAC </a:t>
            </a:r>
            <a:r>
              <a:rPr lang="zh-CN" altLang="en-US" sz="1600" b="1">
                <a:solidFill>
                  <a:srgbClr val="000000"/>
                </a:solidFill>
                <a:latin typeface="Helvetica" panose="020B0604020202020204" pitchFamily="34" charset="0"/>
              </a:rPr>
              <a:t>头</a:t>
            </a:r>
          </a:p>
        </p:txBody>
      </p:sp>
      <p:sp>
        <p:nvSpPr>
          <p:cNvPr id="464907" name="Rectangle 11"/>
          <p:cNvSpPr>
            <a:spLocks noChangeArrowheads="1"/>
          </p:cNvSpPr>
          <p:nvPr/>
        </p:nvSpPr>
        <p:spPr bwMode="auto">
          <a:xfrm>
            <a:off x="6238875" y="4457850"/>
            <a:ext cx="3048248" cy="341665"/>
          </a:xfrm>
          <a:prstGeom prst="rect">
            <a:avLst/>
          </a:prstGeom>
          <a:solidFill>
            <a:schemeClr val="bg1"/>
          </a:solidFill>
          <a:ln w="19050">
            <a:solidFill>
              <a:schemeClr val="tx1"/>
            </a:solidFill>
            <a:miter lim="800000"/>
            <a:headEnd type="none" w="sm" len="sm"/>
            <a:tailEnd type="none" w="sm" len="sm"/>
          </a:ln>
          <a:effectLst>
            <a:outerShdw dist="35921" dir="2700000" algn="ctr" rotWithShape="0">
              <a:schemeClr val="tx1"/>
            </a:outerShdw>
          </a:effectLst>
        </p:spPr>
        <p:txBody>
          <a:bodyPr wrap="square" anchor="ctr">
            <a:spAutoFit/>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4908" name="Text Box 12"/>
          <p:cNvSpPr txBox="1">
            <a:spLocks noChangeArrowheads="1"/>
          </p:cNvSpPr>
          <p:nvPr/>
        </p:nvSpPr>
        <p:spPr bwMode="auto">
          <a:xfrm>
            <a:off x="5981191" y="4494186"/>
            <a:ext cx="30765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anchor="ctr">
            <a:spAutoFit/>
          </a:bodyPr>
          <a:lstStyle/>
          <a:p>
            <a:pPr algn="ctr" eaLnBrk="0" fontAlgn="base" hangingPunct="0">
              <a:spcBef>
                <a:spcPct val="0"/>
              </a:spcBef>
              <a:spcAft>
                <a:spcPct val="0"/>
              </a:spcAft>
            </a:pPr>
            <a:r>
              <a:rPr lang="en-US" altLang="zh-CN" sz="1600" b="1" dirty="0">
                <a:solidFill>
                  <a:srgbClr val="000000"/>
                </a:solidFill>
                <a:latin typeface="Helvetica" panose="020B0604020202020204" pitchFamily="34" charset="0"/>
              </a:rPr>
              <a:t>IP + TCP +</a:t>
            </a:r>
            <a:r>
              <a:rPr lang="zh-CN" altLang="en-US" sz="1600" b="1" dirty="0">
                <a:solidFill>
                  <a:srgbClr val="000000"/>
                </a:solidFill>
                <a:latin typeface="Helvetica" panose="020B0604020202020204" pitchFamily="34" charset="0"/>
              </a:rPr>
              <a:t>上层数据</a:t>
            </a:r>
          </a:p>
        </p:txBody>
      </p:sp>
      <p:sp>
        <p:nvSpPr>
          <p:cNvPr id="464909" name="Text Box 13"/>
          <p:cNvSpPr txBox="1">
            <a:spLocks noChangeArrowheads="1"/>
          </p:cNvSpPr>
          <p:nvPr/>
        </p:nvSpPr>
        <p:spPr bwMode="auto">
          <a:xfrm>
            <a:off x="4830763" y="4506913"/>
            <a:ext cx="1841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algn="ctr" eaLnBrk="0" fontAlgn="base" hangingPunct="0">
              <a:spcBef>
                <a:spcPct val="0"/>
              </a:spcBef>
              <a:spcAft>
                <a:spcPct val="0"/>
              </a:spcAft>
            </a:pPr>
            <a:endParaRPr lang="zh-CN" altLang="zh-CN" sz="1600" b="1">
              <a:solidFill>
                <a:srgbClr val="000000"/>
              </a:solidFill>
              <a:latin typeface="Times" panose="02020603050405020304" pitchFamily="18" charset="0"/>
            </a:endParaRPr>
          </a:p>
        </p:txBody>
      </p:sp>
      <p:sp>
        <p:nvSpPr>
          <p:cNvPr id="464910" name="Rectangle 14"/>
          <p:cNvSpPr>
            <a:spLocks noChangeArrowheads="1"/>
          </p:cNvSpPr>
          <p:nvPr/>
        </p:nvSpPr>
        <p:spPr bwMode="auto">
          <a:xfrm rot="-1290379">
            <a:off x="4264088" y="4819774"/>
            <a:ext cx="1915402" cy="333995"/>
          </a:xfrm>
          <a:prstGeom prst="rect">
            <a:avLst/>
          </a:prstGeom>
          <a:solidFill>
            <a:schemeClr val="bg1"/>
          </a:solidFill>
          <a:ln w="19050">
            <a:solidFill>
              <a:schemeClr val="tx1"/>
            </a:solidFill>
            <a:miter lim="800000"/>
            <a:headEnd type="none" w="sm" len="sm"/>
            <a:tailEnd type="none" w="sm" len="sm"/>
          </a:ln>
          <a:effectLst>
            <a:outerShdw dist="35921" dir="2700000" algn="ctr" rotWithShape="0">
              <a:schemeClr val="tx1"/>
            </a:outerShdw>
          </a:effectLst>
        </p:spPr>
        <p:txBody>
          <a:bodyPr wrap="square" anchor="ctr">
            <a:spAutoFit/>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4911" name="Text Box 15"/>
          <p:cNvSpPr txBox="1">
            <a:spLocks noChangeArrowheads="1"/>
          </p:cNvSpPr>
          <p:nvPr/>
        </p:nvSpPr>
        <p:spPr bwMode="auto">
          <a:xfrm rot="-1290379">
            <a:off x="4848225" y="4816475"/>
            <a:ext cx="8397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algn="ctr" eaLnBrk="0" fontAlgn="base" hangingPunct="0">
              <a:spcBef>
                <a:spcPct val="0"/>
              </a:spcBef>
              <a:spcAft>
                <a:spcPct val="0"/>
              </a:spcAft>
            </a:pPr>
            <a:r>
              <a:rPr lang="en-US" altLang="zh-CN" sz="1600" b="1">
                <a:solidFill>
                  <a:srgbClr val="000000"/>
                </a:solidFill>
                <a:latin typeface="Helvetica" panose="020B0604020202020204" pitchFamily="34" charset="0"/>
              </a:rPr>
              <a:t>LLC </a:t>
            </a:r>
            <a:r>
              <a:rPr lang="zh-CN" altLang="en-US" sz="1600" b="1">
                <a:solidFill>
                  <a:srgbClr val="000000"/>
                </a:solidFill>
                <a:latin typeface="Helvetica" panose="020B0604020202020204" pitchFamily="34" charset="0"/>
              </a:rPr>
              <a:t>头</a:t>
            </a:r>
          </a:p>
        </p:txBody>
      </p:sp>
      <p:sp>
        <p:nvSpPr>
          <p:cNvPr id="464912" name="Rectangle 16"/>
          <p:cNvSpPr>
            <a:spLocks noChangeArrowheads="1"/>
          </p:cNvSpPr>
          <p:nvPr/>
        </p:nvSpPr>
        <p:spPr bwMode="auto">
          <a:xfrm>
            <a:off x="5885019" y="3794646"/>
            <a:ext cx="2360805" cy="380200"/>
          </a:xfrm>
          <a:prstGeom prst="rect">
            <a:avLst/>
          </a:prstGeom>
          <a:solidFill>
            <a:schemeClr val="bg1"/>
          </a:solidFill>
          <a:ln w="19050">
            <a:solidFill>
              <a:schemeClr val="tx1"/>
            </a:solidFill>
            <a:miter lim="800000"/>
            <a:headEnd type="none" w="sm" len="sm"/>
            <a:tailEnd type="none" w="sm" len="sm"/>
          </a:ln>
          <a:effectLst>
            <a:outerShdw dist="35921" dir="2700000" algn="ctr" rotWithShape="0">
              <a:schemeClr val="tx1"/>
            </a:outerShdw>
          </a:effectLst>
        </p:spPr>
        <p:txBody>
          <a:bodyPr wrap="square" anchor="ctr">
            <a:spAutoFit/>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4913" name="Text Box 17"/>
          <p:cNvSpPr txBox="1">
            <a:spLocks noChangeArrowheads="1"/>
          </p:cNvSpPr>
          <p:nvPr/>
        </p:nvSpPr>
        <p:spPr bwMode="auto">
          <a:xfrm>
            <a:off x="5481362" y="3832171"/>
            <a:ext cx="30749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anchor="ctr">
            <a:spAutoFit/>
          </a:bodyPr>
          <a:lstStyle/>
          <a:p>
            <a:pPr algn="ctr" eaLnBrk="0" fontAlgn="base" hangingPunct="0">
              <a:spcBef>
                <a:spcPct val="0"/>
              </a:spcBef>
              <a:spcAft>
                <a:spcPct val="0"/>
              </a:spcAft>
            </a:pPr>
            <a:r>
              <a:rPr lang="en-US" altLang="zh-CN" sz="1600" b="1" dirty="0">
                <a:solidFill>
                  <a:srgbClr val="000000"/>
                </a:solidFill>
                <a:latin typeface="Helvetica" panose="020B0604020202020204" pitchFamily="34" charset="0"/>
              </a:rPr>
              <a:t>TCP+</a:t>
            </a:r>
            <a:r>
              <a:rPr lang="zh-CN" altLang="en-US" sz="1600" b="1" dirty="0">
                <a:solidFill>
                  <a:srgbClr val="000000"/>
                </a:solidFill>
                <a:latin typeface="Helvetica" panose="020B0604020202020204" pitchFamily="34" charset="0"/>
              </a:rPr>
              <a:t>上层数据</a:t>
            </a:r>
          </a:p>
        </p:txBody>
      </p:sp>
      <p:sp>
        <p:nvSpPr>
          <p:cNvPr id="464914" name="Rectangle 18"/>
          <p:cNvSpPr>
            <a:spLocks noChangeArrowheads="1"/>
          </p:cNvSpPr>
          <p:nvPr/>
        </p:nvSpPr>
        <p:spPr bwMode="auto">
          <a:xfrm rot="-1290379">
            <a:off x="4110370" y="4112555"/>
            <a:ext cx="1724335" cy="384262"/>
          </a:xfrm>
          <a:prstGeom prst="rect">
            <a:avLst/>
          </a:prstGeom>
          <a:solidFill>
            <a:schemeClr val="bg1"/>
          </a:solidFill>
          <a:ln w="19050">
            <a:solidFill>
              <a:schemeClr val="tx1"/>
            </a:solidFill>
            <a:miter lim="800000"/>
            <a:headEnd type="none" w="sm" len="sm"/>
            <a:tailEnd type="none" w="sm" len="sm"/>
          </a:ln>
          <a:effectLst>
            <a:outerShdw dist="35921" dir="2700000" algn="ctr" rotWithShape="0">
              <a:schemeClr val="tx1"/>
            </a:outerShdw>
          </a:effectLst>
        </p:spPr>
        <p:txBody>
          <a:bodyPr wrap="square" anchor="ctr">
            <a:spAutoFit/>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4915" name="Text Box 19"/>
          <p:cNvSpPr txBox="1">
            <a:spLocks noChangeArrowheads="1"/>
          </p:cNvSpPr>
          <p:nvPr/>
        </p:nvSpPr>
        <p:spPr bwMode="auto">
          <a:xfrm rot="-1290379">
            <a:off x="4652964" y="4092575"/>
            <a:ext cx="6381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algn="ctr" eaLnBrk="0" fontAlgn="base" hangingPunct="0">
              <a:spcBef>
                <a:spcPct val="0"/>
              </a:spcBef>
              <a:spcAft>
                <a:spcPct val="0"/>
              </a:spcAft>
            </a:pPr>
            <a:r>
              <a:rPr lang="en-US" altLang="zh-CN" sz="1600" b="1">
                <a:solidFill>
                  <a:srgbClr val="000000"/>
                </a:solidFill>
                <a:latin typeface="Helvetica" panose="020B0604020202020204" pitchFamily="34" charset="0"/>
              </a:rPr>
              <a:t>IP </a:t>
            </a:r>
            <a:r>
              <a:rPr lang="zh-CN" altLang="en-US" sz="1600" b="1">
                <a:solidFill>
                  <a:srgbClr val="000000"/>
                </a:solidFill>
                <a:latin typeface="Helvetica" panose="020B0604020202020204" pitchFamily="34" charset="0"/>
              </a:rPr>
              <a:t>头</a:t>
            </a:r>
          </a:p>
        </p:txBody>
      </p:sp>
      <p:sp>
        <p:nvSpPr>
          <p:cNvPr id="464916" name="Rectangle 20"/>
          <p:cNvSpPr>
            <a:spLocks noChangeArrowheads="1"/>
          </p:cNvSpPr>
          <p:nvPr/>
        </p:nvSpPr>
        <p:spPr bwMode="auto">
          <a:xfrm>
            <a:off x="5718175" y="3093395"/>
            <a:ext cx="1835564" cy="334022"/>
          </a:xfrm>
          <a:prstGeom prst="rect">
            <a:avLst/>
          </a:prstGeom>
          <a:solidFill>
            <a:schemeClr val="bg1"/>
          </a:solidFill>
          <a:ln w="19050">
            <a:solidFill>
              <a:schemeClr val="tx1"/>
            </a:solidFill>
            <a:miter lim="800000"/>
            <a:headEnd type="none" w="sm" len="sm"/>
            <a:tailEnd type="none" w="sm" len="sm"/>
          </a:ln>
          <a:effectLst>
            <a:outerShdw dist="35921" dir="2700000" algn="ctr" rotWithShape="0">
              <a:schemeClr val="tx1"/>
            </a:outerShdw>
          </a:effectLst>
        </p:spPr>
        <p:txBody>
          <a:bodyPr wrap="square" anchor="ctr">
            <a:spAutoFit/>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4917" name="Text Box 21"/>
          <p:cNvSpPr txBox="1">
            <a:spLocks noChangeArrowheads="1"/>
          </p:cNvSpPr>
          <p:nvPr/>
        </p:nvSpPr>
        <p:spPr bwMode="auto">
          <a:xfrm>
            <a:off x="5630864" y="3144838"/>
            <a:ext cx="20605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anchor="ctr">
            <a:spAutoFit/>
          </a:bodyPr>
          <a:lstStyle/>
          <a:p>
            <a:pPr algn="ctr" eaLnBrk="0" fontAlgn="base" hangingPunct="0">
              <a:spcBef>
                <a:spcPct val="0"/>
              </a:spcBef>
              <a:spcAft>
                <a:spcPct val="0"/>
              </a:spcAft>
            </a:pPr>
            <a:r>
              <a:rPr lang="zh-CN" altLang="en-US" sz="1600" b="1" dirty="0">
                <a:solidFill>
                  <a:srgbClr val="000000"/>
                </a:solidFill>
                <a:latin typeface="Helvetica" panose="020B0604020202020204" pitchFamily="34" charset="0"/>
              </a:rPr>
              <a:t>上层数据</a:t>
            </a:r>
          </a:p>
        </p:txBody>
      </p:sp>
      <p:sp>
        <p:nvSpPr>
          <p:cNvPr id="464918" name="Rectangle 22"/>
          <p:cNvSpPr>
            <a:spLocks noChangeArrowheads="1"/>
          </p:cNvSpPr>
          <p:nvPr/>
        </p:nvSpPr>
        <p:spPr bwMode="auto">
          <a:xfrm rot="-1290379">
            <a:off x="3943351" y="3387875"/>
            <a:ext cx="1736725" cy="461665"/>
          </a:xfrm>
          <a:prstGeom prst="rect">
            <a:avLst/>
          </a:prstGeom>
          <a:solidFill>
            <a:schemeClr val="bg1"/>
          </a:solidFill>
          <a:ln w="19050">
            <a:solidFill>
              <a:schemeClr val="tx1"/>
            </a:solidFill>
            <a:miter lim="800000"/>
            <a:headEnd type="none" w="sm" len="sm"/>
            <a:tailEnd type="none" w="sm" len="sm"/>
          </a:ln>
          <a:effectLst>
            <a:outerShdw dist="35921" dir="2700000" algn="ctr" rotWithShape="0">
              <a:schemeClr val="tx1"/>
            </a:outerShdw>
          </a:effectLst>
        </p:spPr>
        <p:txBody>
          <a:bodyPr anchor="ctr">
            <a:spAutoFit/>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4919" name="Text Box 23"/>
          <p:cNvSpPr txBox="1">
            <a:spLocks noChangeArrowheads="1"/>
          </p:cNvSpPr>
          <p:nvPr/>
        </p:nvSpPr>
        <p:spPr bwMode="auto">
          <a:xfrm rot="-1290379">
            <a:off x="4395788" y="3459163"/>
            <a:ext cx="8509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spAutoFit/>
          </a:bodyPr>
          <a:lstStyle/>
          <a:p>
            <a:pPr algn="ctr" eaLnBrk="0" fontAlgn="base" hangingPunct="0">
              <a:spcBef>
                <a:spcPct val="0"/>
              </a:spcBef>
              <a:spcAft>
                <a:spcPct val="0"/>
              </a:spcAft>
            </a:pPr>
            <a:r>
              <a:rPr lang="en-US" altLang="zh-CN" sz="1600" b="1">
                <a:solidFill>
                  <a:srgbClr val="000000"/>
                </a:solidFill>
                <a:latin typeface="Helvetica" panose="020B0604020202020204" pitchFamily="34" charset="0"/>
              </a:rPr>
              <a:t>TCP </a:t>
            </a:r>
            <a:r>
              <a:rPr lang="zh-CN" altLang="en-US" sz="1600" b="1">
                <a:solidFill>
                  <a:srgbClr val="000000"/>
                </a:solidFill>
                <a:latin typeface="Helvetica" panose="020B0604020202020204" pitchFamily="34" charset="0"/>
              </a:rPr>
              <a:t>头</a:t>
            </a:r>
          </a:p>
        </p:txBody>
      </p:sp>
      <p:sp>
        <p:nvSpPr>
          <p:cNvPr id="464920" name="AutoShape 24"/>
          <p:cNvSpPr>
            <a:spLocks noChangeArrowheads="1"/>
          </p:cNvSpPr>
          <p:nvPr/>
        </p:nvSpPr>
        <p:spPr bwMode="auto">
          <a:xfrm flipV="1">
            <a:off x="6492875" y="1850331"/>
            <a:ext cx="451824" cy="505821"/>
          </a:xfrm>
          <a:prstGeom prst="downArrow">
            <a:avLst>
              <a:gd name="adj1" fmla="val 50000"/>
              <a:gd name="adj2" fmla="val 25000"/>
            </a:avLst>
          </a:prstGeom>
          <a:solidFill>
            <a:srgbClr val="798CA6"/>
          </a:solidFill>
          <a:ln w="12700">
            <a:solidFill>
              <a:schemeClr val="tx1"/>
            </a:solidFill>
            <a:miter lim="800000"/>
            <a:headEnd type="none" w="sm" len="sm"/>
            <a:tailEnd type="none" w="sm" len="sm"/>
          </a:ln>
          <a:effectLst>
            <a:outerShdw dist="35921" dir="2700000" algn="ctr" rotWithShape="0">
              <a:schemeClr val="tx1"/>
            </a:outerShdw>
          </a:effectLst>
        </p:spPr>
        <p:txBody>
          <a:bodyPr wrap="square" anchor="ctr">
            <a:spAutoFit/>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4921" name="Rectangle 25"/>
          <p:cNvSpPr>
            <a:spLocks noChangeArrowheads="1"/>
          </p:cNvSpPr>
          <p:nvPr/>
        </p:nvSpPr>
        <p:spPr bwMode="auto">
          <a:xfrm>
            <a:off x="5410201" y="5969150"/>
            <a:ext cx="3148013" cy="461665"/>
          </a:xfrm>
          <a:prstGeom prst="rect">
            <a:avLst/>
          </a:prstGeom>
          <a:solidFill>
            <a:schemeClr val="bg1"/>
          </a:solidFill>
          <a:ln w="19050">
            <a:solidFill>
              <a:schemeClr val="tx1"/>
            </a:solidFill>
            <a:miter lim="800000"/>
            <a:headEnd type="none" w="sm" len="sm"/>
            <a:tailEnd type="none" w="sm" len="sm"/>
          </a:ln>
          <a:effectLst>
            <a:outerShdw dist="35921" dir="2700000" algn="ctr" rotWithShape="0">
              <a:schemeClr val="tx1"/>
            </a:outerShdw>
          </a:effectLst>
        </p:spPr>
        <p:txBody>
          <a:bodyPr anchor="ctr">
            <a:spAutoFit/>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4922" name="Text Box 26"/>
          <p:cNvSpPr txBox="1">
            <a:spLocks noChangeArrowheads="1"/>
          </p:cNvSpPr>
          <p:nvPr/>
        </p:nvSpPr>
        <p:spPr bwMode="auto">
          <a:xfrm>
            <a:off x="5284789" y="6043613"/>
            <a:ext cx="3463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anchor="ctr">
            <a:spAutoFit/>
          </a:bodyPr>
          <a:lstStyle/>
          <a:p>
            <a:pPr algn="ctr" eaLnBrk="0" fontAlgn="base" hangingPunct="0">
              <a:spcBef>
                <a:spcPct val="0"/>
              </a:spcBef>
              <a:spcAft>
                <a:spcPct val="0"/>
              </a:spcAft>
            </a:pPr>
            <a:r>
              <a:rPr lang="en-US" altLang="zh-CN" sz="1600" b="1">
                <a:solidFill>
                  <a:srgbClr val="000000"/>
                </a:solidFill>
                <a:latin typeface="Helvetica" panose="020B0604020202020204" pitchFamily="34" charset="0"/>
              </a:rPr>
              <a:t>0101110101001000010</a:t>
            </a:r>
          </a:p>
        </p:txBody>
      </p:sp>
      <p:sp>
        <p:nvSpPr>
          <p:cNvPr id="464923" name="AutoShape 27"/>
          <p:cNvSpPr>
            <a:spLocks noChangeArrowheads="1"/>
          </p:cNvSpPr>
          <p:nvPr/>
        </p:nvSpPr>
        <p:spPr bwMode="auto">
          <a:xfrm flipV="1">
            <a:off x="6492875" y="5503430"/>
            <a:ext cx="451824" cy="433043"/>
          </a:xfrm>
          <a:prstGeom prst="downArrow">
            <a:avLst>
              <a:gd name="adj1" fmla="val 50000"/>
              <a:gd name="adj2" fmla="val 25000"/>
            </a:avLst>
          </a:prstGeom>
          <a:solidFill>
            <a:srgbClr val="798CA6"/>
          </a:solidFill>
          <a:ln w="12700">
            <a:solidFill>
              <a:schemeClr val="tx1"/>
            </a:solidFill>
            <a:miter lim="800000"/>
            <a:headEnd type="none" w="sm" len="sm"/>
            <a:tailEnd type="none" w="sm" len="sm"/>
          </a:ln>
          <a:effectLst>
            <a:outerShdw dist="35921" dir="2700000" algn="ctr" rotWithShape="0">
              <a:schemeClr val="tx1"/>
            </a:outerShdw>
          </a:effectLst>
        </p:spPr>
        <p:txBody>
          <a:bodyPr wrap="square" anchor="ctr">
            <a:spAutoFit/>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4924" name="AutoShape 28"/>
          <p:cNvSpPr>
            <a:spLocks noChangeArrowheads="1"/>
          </p:cNvSpPr>
          <p:nvPr/>
        </p:nvSpPr>
        <p:spPr bwMode="auto">
          <a:xfrm flipV="1">
            <a:off x="6492874" y="4773167"/>
            <a:ext cx="451825" cy="366061"/>
          </a:xfrm>
          <a:prstGeom prst="downArrow">
            <a:avLst>
              <a:gd name="adj1" fmla="val 50000"/>
              <a:gd name="adj2" fmla="val 25000"/>
            </a:avLst>
          </a:prstGeom>
          <a:solidFill>
            <a:srgbClr val="798CA6"/>
          </a:solidFill>
          <a:ln w="12700">
            <a:solidFill>
              <a:schemeClr val="tx1"/>
            </a:solidFill>
            <a:miter lim="800000"/>
            <a:headEnd type="none" w="sm" len="sm"/>
            <a:tailEnd type="none" w="sm" len="sm"/>
          </a:ln>
          <a:effectLst>
            <a:outerShdw dist="35921" dir="2700000" algn="ctr" rotWithShape="0">
              <a:schemeClr val="tx1"/>
            </a:outerShdw>
          </a:effectLst>
        </p:spPr>
        <p:txBody>
          <a:bodyPr wrap="square" anchor="ctr">
            <a:spAutoFit/>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4925" name="AutoShape 29"/>
          <p:cNvSpPr>
            <a:spLocks noChangeArrowheads="1"/>
          </p:cNvSpPr>
          <p:nvPr/>
        </p:nvSpPr>
        <p:spPr bwMode="auto">
          <a:xfrm flipV="1">
            <a:off x="6492875" y="3415814"/>
            <a:ext cx="451824" cy="378831"/>
          </a:xfrm>
          <a:prstGeom prst="downArrow">
            <a:avLst>
              <a:gd name="adj1" fmla="val 50000"/>
              <a:gd name="adj2" fmla="val 25000"/>
            </a:avLst>
          </a:prstGeom>
          <a:solidFill>
            <a:srgbClr val="798CA6"/>
          </a:solidFill>
          <a:ln w="12700">
            <a:solidFill>
              <a:schemeClr val="tx1"/>
            </a:solidFill>
            <a:miter lim="800000"/>
            <a:headEnd type="none" w="sm" len="sm"/>
            <a:tailEnd type="none" w="sm" len="sm"/>
          </a:ln>
          <a:effectLst>
            <a:outerShdw dist="35921" dir="2700000" algn="ctr" rotWithShape="0">
              <a:schemeClr val="tx1"/>
            </a:outerShdw>
          </a:effectLst>
        </p:spPr>
        <p:txBody>
          <a:bodyPr wrap="square" anchor="ctr">
            <a:spAutoFit/>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4926" name="AutoShape 30"/>
          <p:cNvSpPr>
            <a:spLocks noChangeArrowheads="1"/>
          </p:cNvSpPr>
          <p:nvPr/>
        </p:nvSpPr>
        <p:spPr bwMode="auto">
          <a:xfrm flipV="1">
            <a:off x="6492875" y="2699798"/>
            <a:ext cx="451824" cy="437672"/>
          </a:xfrm>
          <a:prstGeom prst="downArrow">
            <a:avLst>
              <a:gd name="adj1" fmla="val 50000"/>
              <a:gd name="adj2" fmla="val 25000"/>
            </a:avLst>
          </a:prstGeom>
          <a:solidFill>
            <a:srgbClr val="798CA6"/>
          </a:solidFill>
          <a:ln w="12700">
            <a:solidFill>
              <a:schemeClr val="tx1"/>
            </a:solidFill>
            <a:miter lim="800000"/>
            <a:headEnd type="none" w="sm" len="sm"/>
            <a:tailEnd type="none" w="sm" len="sm"/>
          </a:ln>
          <a:effectLst>
            <a:outerShdw dist="35921" dir="2700000" algn="ctr" rotWithShape="0">
              <a:schemeClr val="tx1"/>
            </a:outerShdw>
          </a:effectLst>
        </p:spPr>
        <p:txBody>
          <a:bodyPr wrap="square" anchor="ctr">
            <a:spAutoFit/>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4927" name="AutoShape 31"/>
          <p:cNvSpPr>
            <a:spLocks noChangeArrowheads="1"/>
          </p:cNvSpPr>
          <p:nvPr/>
        </p:nvSpPr>
        <p:spPr bwMode="auto">
          <a:xfrm flipV="1">
            <a:off x="6492875" y="4106418"/>
            <a:ext cx="451824" cy="343834"/>
          </a:xfrm>
          <a:prstGeom prst="downArrow">
            <a:avLst>
              <a:gd name="adj1" fmla="val 50000"/>
              <a:gd name="adj2" fmla="val 25000"/>
            </a:avLst>
          </a:prstGeom>
          <a:solidFill>
            <a:srgbClr val="798CA6"/>
          </a:solidFill>
          <a:ln w="12700">
            <a:solidFill>
              <a:schemeClr val="tx1"/>
            </a:solidFill>
            <a:miter lim="800000"/>
            <a:headEnd type="none" w="sm" len="sm"/>
            <a:tailEnd type="none" w="sm" len="sm"/>
          </a:ln>
          <a:effectLst>
            <a:outerShdw dist="35921" dir="2700000" algn="ctr" rotWithShape="0">
              <a:schemeClr val="tx1"/>
            </a:outerShdw>
          </a:effectLst>
        </p:spPr>
        <p:txBody>
          <a:bodyPr wrap="square" anchor="ctr">
            <a:spAutoFit/>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4928" name="Rectangle 32"/>
          <p:cNvSpPr>
            <a:spLocks noChangeArrowheads="1"/>
          </p:cNvSpPr>
          <p:nvPr/>
        </p:nvSpPr>
        <p:spPr bwMode="auto">
          <a:xfrm>
            <a:off x="1982789" y="2728269"/>
            <a:ext cx="1602669" cy="586638"/>
          </a:xfrm>
          <a:prstGeom prst="rect">
            <a:avLst/>
          </a:prstGeom>
          <a:solidFill>
            <a:srgbClr val="FFCC99"/>
          </a:solidFill>
          <a:ln w="28575">
            <a:solidFill>
              <a:schemeClr val="tx1"/>
            </a:solidFill>
            <a:miter lim="800000"/>
            <a:headEnd type="none" w="sm" len="sm"/>
            <a:tailEnd type="none" w="sm" len="sm"/>
          </a:ln>
          <a:effectLst>
            <a:outerShdw dist="35921" dir="2700000" algn="ctr" rotWithShape="0">
              <a:schemeClr val="tx1"/>
            </a:outerShdw>
          </a:effectLst>
        </p:spPr>
        <p:txBody>
          <a:bodyPr wrap="square" anchor="ctr">
            <a:spAutoFit/>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4929" name="Text Box 33"/>
          <p:cNvSpPr txBox="1">
            <a:spLocks noChangeArrowheads="1"/>
          </p:cNvSpPr>
          <p:nvPr/>
        </p:nvSpPr>
        <p:spPr bwMode="auto">
          <a:xfrm>
            <a:off x="2295526" y="2776538"/>
            <a:ext cx="938213"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pPr eaLnBrk="0" fontAlgn="base" hangingPunct="0">
              <a:spcBef>
                <a:spcPct val="0"/>
              </a:spcBef>
              <a:spcAft>
                <a:spcPct val="0"/>
              </a:spcAft>
            </a:pPr>
            <a:r>
              <a:rPr lang="zh-CN" altLang="en-US" b="1">
                <a:solidFill>
                  <a:srgbClr val="000000"/>
                </a:solidFill>
                <a:latin typeface="Helvetica" panose="020B0604020202020204" pitchFamily="34" charset="0"/>
              </a:rPr>
              <a:t>传输层 </a:t>
            </a:r>
          </a:p>
        </p:txBody>
      </p:sp>
      <p:sp>
        <p:nvSpPr>
          <p:cNvPr id="464930" name="Rectangle 34"/>
          <p:cNvSpPr>
            <a:spLocks noChangeArrowheads="1"/>
          </p:cNvSpPr>
          <p:nvPr/>
        </p:nvSpPr>
        <p:spPr bwMode="auto">
          <a:xfrm>
            <a:off x="1982789" y="4417021"/>
            <a:ext cx="1602669" cy="1103504"/>
          </a:xfrm>
          <a:prstGeom prst="rect">
            <a:avLst/>
          </a:prstGeom>
          <a:solidFill>
            <a:srgbClr val="FFCC99"/>
          </a:solidFill>
          <a:ln w="28575">
            <a:solidFill>
              <a:schemeClr val="tx1"/>
            </a:solidFill>
            <a:miter lim="800000"/>
            <a:headEnd type="none" w="sm" len="sm"/>
            <a:tailEnd type="none" w="sm" len="sm"/>
          </a:ln>
          <a:effectLst>
            <a:outerShdw dist="35921" dir="2700000" algn="ctr" rotWithShape="0">
              <a:schemeClr val="tx1"/>
            </a:outerShdw>
          </a:effectLst>
        </p:spPr>
        <p:txBody>
          <a:bodyPr wrap="square" anchor="ctr">
            <a:spAutoFit/>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4931" name="Text Box 35"/>
          <p:cNvSpPr txBox="1">
            <a:spLocks noChangeArrowheads="1"/>
          </p:cNvSpPr>
          <p:nvPr/>
        </p:nvSpPr>
        <p:spPr bwMode="auto">
          <a:xfrm>
            <a:off x="2097089" y="4691063"/>
            <a:ext cx="1335087"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pPr eaLnBrk="0" fontAlgn="base" hangingPunct="0">
              <a:spcBef>
                <a:spcPct val="0"/>
              </a:spcBef>
              <a:spcAft>
                <a:spcPct val="0"/>
              </a:spcAft>
            </a:pPr>
            <a:r>
              <a:rPr lang="zh-CN" altLang="en-US" b="1">
                <a:solidFill>
                  <a:srgbClr val="000000"/>
                </a:solidFill>
                <a:latin typeface="Helvetica" panose="020B0604020202020204" pitchFamily="34" charset="0"/>
              </a:rPr>
              <a:t>数据链路层</a:t>
            </a:r>
          </a:p>
        </p:txBody>
      </p:sp>
      <p:sp>
        <p:nvSpPr>
          <p:cNvPr id="464932" name="Rectangle 36"/>
          <p:cNvSpPr>
            <a:spLocks noChangeArrowheads="1"/>
          </p:cNvSpPr>
          <p:nvPr/>
        </p:nvSpPr>
        <p:spPr bwMode="auto">
          <a:xfrm>
            <a:off x="1982789" y="5766744"/>
            <a:ext cx="1627535" cy="745374"/>
          </a:xfrm>
          <a:prstGeom prst="rect">
            <a:avLst/>
          </a:prstGeom>
          <a:solidFill>
            <a:srgbClr val="FFCC99"/>
          </a:solidFill>
          <a:ln w="28575">
            <a:solidFill>
              <a:schemeClr val="tx1"/>
            </a:solidFill>
            <a:miter lim="800000"/>
            <a:headEnd type="none" w="sm" len="sm"/>
            <a:tailEnd type="none" w="sm" len="sm"/>
          </a:ln>
          <a:effectLst>
            <a:outerShdw dist="35921" dir="2700000" algn="ctr" rotWithShape="0">
              <a:schemeClr val="tx1"/>
            </a:outerShdw>
          </a:effectLst>
        </p:spPr>
        <p:txBody>
          <a:bodyPr wrap="square" anchor="ctr">
            <a:spAutoFit/>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4933" name="Text Box 37"/>
          <p:cNvSpPr txBox="1">
            <a:spLocks noChangeArrowheads="1"/>
          </p:cNvSpPr>
          <p:nvPr/>
        </p:nvSpPr>
        <p:spPr bwMode="auto">
          <a:xfrm>
            <a:off x="2315819" y="5961658"/>
            <a:ext cx="938213"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pPr eaLnBrk="0" fontAlgn="base" hangingPunct="0">
              <a:spcBef>
                <a:spcPct val="0"/>
              </a:spcBef>
              <a:spcAft>
                <a:spcPct val="0"/>
              </a:spcAft>
            </a:pPr>
            <a:r>
              <a:rPr lang="zh-CN" altLang="en-US" b="1" dirty="0">
                <a:solidFill>
                  <a:srgbClr val="000000"/>
                </a:solidFill>
                <a:latin typeface="Helvetica" panose="020B0604020202020204" pitchFamily="34" charset="0"/>
              </a:rPr>
              <a:t>物理层 </a:t>
            </a:r>
          </a:p>
        </p:txBody>
      </p:sp>
      <p:sp>
        <p:nvSpPr>
          <p:cNvPr id="464934" name="Rectangle 38"/>
          <p:cNvSpPr>
            <a:spLocks noChangeArrowheads="1"/>
          </p:cNvSpPr>
          <p:nvPr/>
        </p:nvSpPr>
        <p:spPr bwMode="auto">
          <a:xfrm>
            <a:off x="1982789" y="3512729"/>
            <a:ext cx="1602670" cy="715584"/>
          </a:xfrm>
          <a:prstGeom prst="rect">
            <a:avLst/>
          </a:prstGeom>
          <a:solidFill>
            <a:srgbClr val="FFCC99"/>
          </a:solidFill>
          <a:ln w="28575">
            <a:solidFill>
              <a:schemeClr val="tx1"/>
            </a:solidFill>
            <a:miter lim="800000"/>
            <a:headEnd type="none" w="sm" len="sm"/>
            <a:tailEnd type="none" w="sm" len="sm"/>
          </a:ln>
          <a:effectLst>
            <a:outerShdw dist="35921" dir="2700000" algn="ctr" rotWithShape="0">
              <a:schemeClr val="tx1"/>
            </a:outerShdw>
          </a:effectLst>
        </p:spPr>
        <p:txBody>
          <a:bodyPr wrap="square" anchor="ctr">
            <a:spAutoFit/>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4935" name="Text Box 39"/>
          <p:cNvSpPr txBox="1">
            <a:spLocks noChangeArrowheads="1"/>
          </p:cNvSpPr>
          <p:nvPr/>
        </p:nvSpPr>
        <p:spPr bwMode="auto">
          <a:xfrm>
            <a:off x="2295526" y="3695824"/>
            <a:ext cx="938213"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pPr eaLnBrk="0" fontAlgn="base" hangingPunct="0">
              <a:spcBef>
                <a:spcPct val="0"/>
              </a:spcBef>
              <a:spcAft>
                <a:spcPct val="0"/>
              </a:spcAft>
            </a:pPr>
            <a:r>
              <a:rPr lang="zh-CN" altLang="en-US" b="1" dirty="0">
                <a:solidFill>
                  <a:srgbClr val="000000"/>
                </a:solidFill>
                <a:latin typeface="Helvetica" panose="020B0604020202020204" pitchFamily="34" charset="0"/>
              </a:rPr>
              <a:t>网络层 </a:t>
            </a:r>
          </a:p>
        </p:txBody>
      </p:sp>
      <p:sp>
        <p:nvSpPr>
          <p:cNvPr id="464936" name="AutoShape 40"/>
          <p:cNvSpPr>
            <a:spLocks noChangeArrowheads="1"/>
          </p:cNvSpPr>
          <p:nvPr/>
        </p:nvSpPr>
        <p:spPr bwMode="auto">
          <a:xfrm flipV="1">
            <a:off x="2533649" y="3191519"/>
            <a:ext cx="434769" cy="437078"/>
          </a:xfrm>
          <a:prstGeom prst="downArrow">
            <a:avLst>
              <a:gd name="adj1" fmla="val 50000"/>
              <a:gd name="adj2" fmla="val 25000"/>
            </a:avLst>
          </a:prstGeom>
          <a:solidFill>
            <a:srgbClr val="798CA6"/>
          </a:solidFill>
          <a:ln w="12700">
            <a:solidFill>
              <a:schemeClr val="tx1"/>
            </a:solidFill>
            <a:miter lim="800000"/>
            <a:headEnd type="none" w="sm" len="sm"/>
            <a:tailEnd type="none" w="sm" len="sm"/>
          </a:ln>
          <a:effectLst>
            <a:outerShdw dist="35921" dir="2700000" algn="ctr" rotWithShape="0">
              <a:schemeClr val="tx1"/>
            </a:outerShdw>
          </a:effectLst>
        </p:spPr>
        <p:txBody>
          <a:bodyPr wrap="square" anchor="ctr">
            <a:spAutoFit/>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4937" name="Rectangle 41"/>
          <p:cNvSpPr>
            <a:spLocks noChangeArrowheads="1"/>
          </p:cNvSpPr>
          <p:nvPr/>
        </p:nvSpPr>
        <p:spPr bwMode="auto">
          <a:xfrm>
            <a:off x="1982789" y="1725327"/>
            <a:ext cx="1602670" cy="308178"/>
          </a:xfrm>
          <a:prstGeom prst="rect">
            <a:avLst/>
          </a:prstGeom>
          <a:solidFill>
            <a:srgbClr val="CCFF66"/>
          </a:solidFill>
          <a:ln w="28575">
            <a:solidFill>
              <a:schemeClr val="tx1"/>
            </a:solidFill>
            <a:miter lim="800000"/>
            <a:headEnd type="none" w="sm" len="sm"/>
            <a:tailEnd type="none" w="sm" len="sm"/>
          </a:ln>
          <a:effectLst>
            <a:outerShdw dist="35921" dir="2700000" algn="ctr" rotWithShape="0">
              <a:schemeClr val="tx1"/>
            </a:outerShdw>
          </a:effectLst>
        </p:spPr>
        <p:txBody>
          <a:bodyPr wrap="square" anchor="ctr">
            <a:spAutoFit/>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4938" name="Rectangle 42"/>
          <p:cNvSpPr>
            <a:spLocks noChangeArrowheads="1"/>
          </p:cNvSpPr>
          <p:nvPr/>
        </p:nvSpPr>
        <p:spPr bwMode="auto">
          <a:xfrm>
            <a:off x="1982789" y="2379015"/>
            <a:ext cx="1602669" cy="330295"/>
          </a:xfrm>
          <a:prstGeom prst="rect">
            <a:avLst/>
          </a:prstGeom>
          <a:solidFill>
            <a:srgbClr val="CCFF66"/>
          </a:solidFill>
          <a:ln w="28575">
            <a:solidFill>
              <a:schemeClr val="tx1"/>
            </a:solidFill>
            <a:miter lim="800000"/>
            <a:headEnd type="none" w="sm" len="sm"/>
            <a:tailEnd type="none" w="sm" len="sm"/>
          </a:ln>
          <a:effectLst>
            <a:outerShdw dist="35921" dir="2700000" algn="ctr" rotWithShape="0">
              <a:schemeClr val="tx1"/>
            </a:outerShdw>
          </a:effectLst>
        </p:spPr>
        <p:txBody>
          <a:bodyPr wrap="square" anchor="ctr">
            <a:spAutoFit/>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4939" name="AutoShape 43"/>
          <p:cNvSpPr>
            <a:spLocks noChangeArrowheads="1"/>
          </p:cNvSpPr>
          <p:nvPr/>
        </p:nvSpPr>
        <p:spPr bwMode="auto">
          <a:xfrm flipV="1">
            <a:off x="2562225" y="4079346"/>
            <a:ext cx="406193" cy="475405"/>
          </a:xfrm>
          <a:prstGeom prst="downArrow">
            <a:avLst>
              <a:gd name="adj1" fmla="val 50000"/>
              <a:gd name="adj2" fmla="val 25000"/>
            </a:avLst>
          </a:prstGeom>
          <a:solidFill>
            <a:srgbClr val="798CA6"/>
          </a:solidFill>
          <a:ln w="12700">
            <a:solidFill>
              <a:schemeClr val="tx1"/>
            </a:solidFill>
            <a:miter lim="800000"/>
            <a:headEnd type="none" w="sm" len="sm"/>
            <a:tailEnd type="none" w="sm" len="sm"/>
          </a:ln>
          <a:effectLst>
            <a:outerShdw dist="35921" dir="2700000" algn="ctr" rotWithShape="0">
              <a:schemeClr val="tx1"/>
            </a:outerShdw>
          </a:effectLst>
        </p:spPr>
        <p:txBody>
          <a:bodyPr wrap="square" anchor="ctr">
            <a:spAutoFit/>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4940" name="AutoShape 44"/>
          <p:cNvSpPr>
            <a:spLocks noChangeArrowheads="1"/>
          </p:cNvSpPr>
          <p:nvPr/>
        </p:nvSpPr>
        <p:spPr bwMode="auto">
          <a:xfrm flipV="1">
            <a:off x="2533650" y="5340699"/>
            <a:ext cx="438150" cy="515243"/>
          </a:xfrm>
          <a:prstGeom prst="downArrow">
            <a:avLst>
              <a:gd name="adj1" fmla="val 50000"/>
              <a:gd name="adj2" fmla="val 25000"/>
            </a:avLst>
          </a:prstGeom>
          <a:solidFill>
            <a:srgbClr val="798CA6"/>
          </a:solidFill>
          <a:ln w="12700">
            <a:solidFill>
              <a:schemeClr val="tx1"/>
            </a:solidFill>
            <a:miter lim="800000"/>
            <a:headEnd type="none" w="sm" len="sm"/>
            <a:tailEnd type="none" w="sm" len="sm"/>
          </a:ln>
          <a:effectLst>
            <a:outerShdw dist="35921" dir="2700000" algn="ctr" rotWithShape="0">
              <a:schemeClr val="tx1"/>
            </a:outerShdw>
          </a:effectLst>
        </p:spPr>
        <p:txBody>
          <a:bodyPr anchor="ctr">
            <a:spAutoFit/>
          </a:bodyPr>
          <a:lstStyle/>
          <a:p>
            <a:pPr fontAlgn="base">
              <a:spcBef>
                <a:spcPct val="50000"/>
              </a:spcBef>
              <a:spcAft>
                <a:spcPct val="0"/>
              </a:spcAft>
              <a:buClr>
                <a:srgbClr val="CCFFFF"/>
              </a:buClr>
              <a:buSzPct val="70000"/>
              <a:buFont typeface="Wingdings" panose="05000000000000000000" pitchFamily="2" charset="2"/>
              <a:buNone/>
            </a:pPr>
            <a:endParaRPr lang="zh-CN" altLang="en-US" sz="2400" b="1">
              <a:solidFill>
                <a:srgbClr val="CCFFFF"/>
              </a:solidFill>
              <a:latin typeface="Arial" panose="020B0604020202020204" pitchFamily="34" charset="0"/>
              <a:ea typeface="楷体_GB2312" pitchFamily="49" charset="-122"/>
            </a:endParaRPr>
          </a:p>
        </p:txBody>
      </p:sp>
      <p:sp>
        <p:nvSpPr>
          <p:cNvPr id="464941" name="Text Box 45"/>
          <p:cNvSpPr txBox="1">
            <a:spLocks noChangeArrowheads="1"/>
          </p:cNvSpPr>
          <p:nvPr/>
        </p:nvSpPr>
        <p:spPr bwMode="auto">
          <a:xfrm>
            <a:off x="2395648" y="2040114"/>
            <a:ext cx="863600"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a:spAutoFit/>
          </a:bodyPr>
          <a:lstStyle/>
          <a:p>
            <a:pPr eaLnBrk="0" fontAlgn="base" hangingPunct="0">
              <a:spcBef>
                <a:spcPct val="0"/>
              </a:spcBef>
              <a:spcAft>
                <a:spcPct val="0"/>
              </a:spcAft>
            </a:pPr>
            <a:r>
              <a:rPr lang="zh-CN" altLang="en-US" sz="1600" b="1">
                <a:solidFill>
                  <a:srgbClr val="000000"/>
                </a:solidFill>
                <a:latin typeface="Helvetica" panose="020B0604020202020204" pitchFamily="34" charset="0"/>
              </a:rPr>
              <a:t>表示层</a:t>
            </a:r>
          </a:p>
        </p:txBody>
      </p:sp>
      <p:sp>
        <p:nvSpPr>
          <p:cNvPr id="464942" name="Text Box 46"/>
          <p:cNvSpPr txBox="1">
            <a:spLocks noChangeArrowheads="1"/>
          </p:cNvSpPr>
          <p:nvPr/>
        </p:nvSpPr>
        <p:spPr bwMode="auto">
          <a:xfrm>
            <a:off x="2389229" y="1717949"/>
            <a:ext cx="798513"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pPr eaLnBrk="0" fontAlgn="base" hangingPunct="0">
              <a:spcBef>
                <a:spcPct val="0"/>
              </a:spcBef>
              <a:spcAft>
                <a:spcPct val="0"/>
              </a:spcAft>
            </a:pPr>
            <a:r>
              <a:rPr lang="zh-CN" altLang="en-US" sz="1600" b="1" dirty="0">
                <a:solidFill>
                  <a:srgbClr val="000000"/>
                </a:solidFill>
                <a:latin typeface="Helvetica" panose="020B0604020202020204" pitchFamily="34" charset="0"/>
              </a:rPr>
              <a:t>应用层</a:t>
            </a:r>
          </a:p>
        </p:txBody>
      </p:sp>
      <p:sp>
        <p:nvSpPr>
          <p:cNvPr id="464943" name="Text Box 47"/>
          <p:cNvSpPr txBox="1">
            <a:spLocks noChangeArrowheads="1"/>
          </p:cNvSpPr>
          <p:nvPr/>
        </p:nvSpPr>
        <p:spPr bwMode="auto">
          <a:xfrm>
            <a:off x="2373327" y="2360761"/>
            <a:ext cx="798513"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pPr eaLnBrk="0" fontAlgn="base" hangingPunct="0">
              <a:spcBef>
                <a:spcPct val="0"/>
              </a:spcBef>
              <a:spcAft>
                <a:spcPct val="0"/>
              </a:spcAft>
            </a:pPr>
            <a:r>
              <a:rPr lang="zh-CN" altLang="en-US" sz="1600" b="1">
                <a:solidFill>
                  <a:srgbClr val="000000"/>
                </a:solidFill>
                <a:latin typeface="Helvetica" panose="020B0604020202020204" pitchFamily="34" charset="0"/>
              </a:rPr>
              <a:t>会话层</a:t>
            </a:r>
          </a:p>
        </p:txBody>
      </p:sp>
    </p:spTree>
    <p:extLst>
      <p:ext uri="{BB962C8B-B14F-4D97-AF65-F5344CB8AC3E}">
        <p14:creationId xmlns:p14="http://schemas.microsoft.com/office/powerpoint/2010/main" val="127784185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idx="4294967295"/>
          </p:nvPr>
        </p:nvSpPr>
        <p:spPr>
          <a:xfrm>
            <a:off x="978011" y="1567070"/>
            <a:ext cx="7772400" cy="609600"/>
          </a:xfrm>
        </p:spPr>
        <p:txBody>
          <a:bodyPr/>
          <a:lstStyle/>
          <a:p>
            <a:pPr marL="457200" indent="-457200" algn="l">
              <a:buFont typeface="Wingdings" panose="05000000000000000000" pitchFamily="2" charset="2"/>
              <a:buChar char="n"/>
            </a:pPr>
            <a:r>
              <a:rPr lang="en-US" altLang="zh-CN" sz="2800" b="1" dirty="0" smtClean="0">
                <a:solidFill>
                  <a:srgbClr val="0000CC"/>
                </a:solidFill>
              </a:rPr>
              <a:t>TCP</a:t>
            </a:r>
            <a:r>
              <a:rPr lang="zh-CN" altLang="en-US" sz="2800" b="1" dirty="0" smtClean="0">
                <a:solidFill>
                  <a:srgbClr val="0000CC"/>
                </a:solidFill>
              </a:rPr>
              <a:t>连接管理</a:t>
            </a:r>
            <a:endParaRPr lang="zh-CN" altLang="en-US" sz="2800" b="1" dirty="0">
              <a:solidFill>
                <a:srgbClr val="0000CC"/>
              </a:solidFill>
            </a:endParaRPr>
          </a:p>
        </p:txBody>
      </p:sp>
      <p:sp>
        <p:nvSpPr>
          <p:cNvPr id="27651" name="Rectangle 3"/>
          <p:cNvSpPr>
            <a:spLocks noGrp="1" noChangeArrowheads="1"/>
          </p:cNvSpPr>
          <p:nvPr>
            <p:ph type="body" idx="4294967295"/>
          </p:nvPr>
        </p:nvSpPr>
        <p:spPr>
          <a:xfrm>
            <a:off x="1693628" y="2383403"/>
            <a:ext cx="7772400" cy="3921981"/>
          </a:xfrm>
        </p:spPr>
        <p:txBody>
          <a:bodyPr/>
          <a:lstStyle/>
          <a:p>
            <a:pPr marL="609600" indent="-609600">
              <a:buFontTx/>
              <a:buAutoNum type="arabicPeriod"/>
            </a:pPr>
            <a:r>
              <a:rPr lang="zh-CN" altLang="en-US" sz="2400" b="1" dirty="0" smtClean="0">
                <a:solidFill>
                  <a:srgbClr val="FF0000"/>
                </a:solidFill>
              </a:rPr>
              <a:t>建立</a:t>
            </a:r>
            <a:r>
              <a:rPr lang="en-US" altLang="zh-CN" sz="2400" b="1" dirty="0" smtClean="0">
                <a:solidFill>
                  <a:srgbClr val="FF0000"/>
                </a:solidFill>
              </a:rPr>
              <a:t>TCP</a:t>
            </a:r>
            <a:r>
              <a:rPr lang="zh-CN" altLang="en-US" sz="2400" b="1" dirty="0" smtClean="0">
                <a:solidFill>
                  <a:srgbClr val="FF0000"/>
                </a:solidFill>
              </a:rPr>
              <a:t>连接</a:t>
            </a:r>
            <a:r>
              <a:rPr lang="zh-CN" altLang="en-US" sz="2400" b="1" dirty="0" smtClean="0">
                <a:solidFill>
                  <a:srgbClr val="CC0000"/>
                </a:solidFill>
              </a:rPr>
              <a:t>   </a:t>
            </a:r>
            <a:endParaRPr lang="en-US" altLang="zh-CN" sz="2400" b="1" dirty="0" smtClean="0">
              <a:solidFill>
                <a:srgbClr val="CC0000"/>
              </a:solidFill>
            </a:endParaRPr>
          </a:p>
          <a:p>
            <a:pPr marL="0" indent="0">
              <a:buNone/>
            </a:pPr>
            <a:endParaRPr lang="zh-CN" altLang="en-US" sz="1000" b="1" dirty="0" smtClean="0">
              <a:solidFill>
                <a:srgbClr val="CC0000"/>
              </a:solidFill>
            </a:endParaRPr>
          </a:p>
          <a:p>
            <a:pPr marL="609600" indent="-609600">
              <a:buFont typeface="Wingdings" panose="05000000000000000000" pitchFamily="2" charset="2"/>
              <a:buChar char="Ø"/>
            </a:pPr>
            <a:r>
              <a:rPr lang="zh-CN" altLang="en-US" sz="2400" b="1" dirty="0" smtClean="0"/>
              <a:t>传输层连接分</a:t>
            </a:r>
            <a:r>
              <a:rPr lang="en-US" altLang="zh-CN" sz="2400" b="1" dirty="0" smtClean="0"/>
              <a:t>3</a:t>
            </a:r>
            <a:r>
              <a:rPr lang="zh-CN" altLang="en-US" sz="2400" b="1" dirty="0" smtClean="0"/>
              <a:t>个阶段：</a:t>
            </a:r>
          </a:p>
          <a:p>
            <a:pPr marL="609600" indent="-609600">
              <a:buNone/>
            </a:pPr>
            <a:r>
              <a:rPr lang="zh-CN" altLang="en-US" sz="2400" b="1" dirty="0" smtClean="0">
                <a:solidFill>
                  <a:srgbClr val="FF0000"/>
                </a:solidFill>
              </a:rPr>
              <a:t>      连接建立</a:t>
            </a:r>
            <a:r>
              <a:rPr lang="zh-CN" altLang="en-US" sz="2400" b="1" dirty="0" smtClean="0"/>
              <a:t>、</a:t>
            </a:r>
            <a:r>
              <a:rPr lang="zh-CN" altLang="en-US" sz="2400" b="1" dirty="0" smtClean="0">
                <a:solidFill>
                  <a:srgbClr val="FF0000"/>
                </a:solidFill>
              </a:rPr>
              <a:t>数据传送</a:t>
            </a:r>
            <a:r>
              <a:rPr lang="zh-CN" altLang="en-US" sz="2400" b="1" dirty="0" smtClean="0"/>
              <a:t>、</a:t>
            </a:r>
            <a:r>
              <a:rPr lang="zh-CN" altLang="en-US" sz="2400" b="1" dirty="0" smtClean="0">
                <a:solidFill>
                  <a:srgbClr val="FF0000"/>
                </a:solidFill>
              </a:rPr>
              <a:t>连接释放</a:t>
            </a:r>
            <a:endParaRPr lang="en-US" altLang="zh-CN" sz="2400" b="1" dirty="0" smtClean="0">
              <a:solidFill>
                <a:srgbClr val="FF0000"/>
              </a:solidFill>
            </a:endParaRPr>
          </a:p>
          <a:p>
            <a:pPr marL="609600" indent="-609600">
              <a:buNone/>
            </a:pPr>
            <a:endParaRPr lang="zh-CN" altLang="en-US" sz="2400" b="1" dirty="0" smtClean="0">
              <a:solidFill>
                <a:srgbClr val="FF0000"/>
              </a:solidFill>
            </a:endParaRPr>
          </a:p>
          <a:p>
            <a:pPr marL="609600" indent="-609600">
              <a:buFont typeface="Wingdings" panose="05000000000000000000" pitchFamily="2" charset="2"/>
              <a:buChar char="Ø"/>
            </a:pPr>
            <a:r>
              <a:rPr lang="zh-CN" altLang="en-US" sz="2400" b="1" dirty="0" smtClean="0"/>
              <a:t>采用客户－服务器方式。</a:t>
            </a:r>
          </a:p>
          <a:p>
            <a:pPr>
              <a:buFont typeface="Arial" panose="020B0604020202020204" pitchFamily="34" charset="0"/>
              <a:buChar char="•"/>
            </a:pPr>
            <a:r>
              <a:rPr lang="zh-CN" altLang="en-US" sz="2400" b="1" dirty="0" smtClean="0"/>
              <a:t>客户（</a:t>
            </a:r>
            <a:r>
              <a:rPr lang="en-US" altLang="zh-CN" sz="2400" b="1" dirty="0" smtClean="0"/>
              <a:t>client</a:t>
            </a:r>
            <a:r>
              <a:rPr lang="zh-CN" altLang="en-US" sz="2400" b="1" dirty="0" smtClean="0"/>
              <a:t>）：主动发起连接建立的应用进程</a:t>
            </a:r>
          </a:p>
          <a:p>
            <a:pPr>
              <a:buFont typeface="Arial" panose="020B0604020202020204" pitchFamily="34" charset="0"/>
              <a:buChar char="•"/>
            </a:pPr>
            <a:r>
              <a:rPr lang="zh-CN" altLang="en-US" sz="2400" b="1" dirty="0" smtClean="0"/>
              <a:t>服务器（</a:t>
            </a:r>
            <a:r>
              <a:rPr lang="en-US" altLang="zh-CN" sz="2400" b="1" dirty="0" smtClean="0"/>
              <a:t>server</a:t>
            </a:r>
            <a:r>
              <a:rPr lang="zh-CN" altLang="en-US" sz="2400" b="1" dirty="0" smtClean="0"/>
              <a:t>）：被动等待连接建立的应用进程；经常用于提供服务</a:t>
            </a:r>
          </a:p>
          <a:p>
            <a:pPr marL="609600" indent="-609600">
              <a:buNone/>
            </a:pPr>
            <a:endParaRPr lang="en-US" altLang="zh-CN" sz="2800" b="1" dirty="0"/>
          </a:p>
        </p:txBody>
      </p:sp>
      <p:sp>
        <p:nvSpPr>
          <p:cNvPr id="6" name="标题 3"/>
          <p:cNvSpPr txBox="1">
            <a:spLocks/>
          </p:cNvSpPr>
          <p:nvPr/>
        </p:nvSpPr>
        <p:spPr>
          <a:xfrm>
            <a:off x="1787525" y="200025"/>
            <a:ext cx="10058400" cy="858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rtl="0" fontAlgn="base">
              <a:spcBef>
                <a:spcPct val="0"/>
              </a:spcBef>
              <a:spcAft>
                <a:spcPct val="0"/>
              </a:spcAft>
              <a:defRPr sz="4000" b="1" kern="1200">
                <a:solidFill>
                  <a:srgbClr val="FFFF00"/>
                </a:solidFill>
                <a:latin typeface="+mj-lt"/>
                <a:ea typeface="+mj-ea"/>
                <a:cs typeface="+mj-cs"/>
              </a:defRPr>
            </a:lvl1pPr>
            <a:lvl2pPr algn="ctr" rtl="0" fontAlgn="base">
              <a:spcBef>
                <a:spcPct val="0"/>
              </a:spcBef>
              <a:spcAft>
                <a:spcPct val="0"/>
              </a:spcAft>
              <a:defRPr sz="4000" b="1">
                <a:solidFill>
                  <a:srgbClr val="FFFF00"/>
                </a:solidFill>
                <a:latin typeface="Arial" panose="020B0604020202020204" pitchFamily="34" charset="0"/>
                <a:ea typeface="黑体" panose="02010609060101010101" pitchFamily="49" charset="-122"/>
              </a:defRPr>
            </a:lvl2pPr>
            <a:lvl3pPr algn="ctr" rtl="0" fontAlgn="base">
              <a:spcBef>
                <a:spcPct val="0"/>
              </a:spcBef>
              <a:spcAft>
                <a:spcPct val="0"/>
              </a:spcAft>
              <a:defRPr sz="4000" b="1">
                <a:solidFill>
                  <a:srgbClr val="FFFF00"/>
                </a:solidFill>
                <a:latin typeface="Arial" panose="020B0604020202020204" pitchFamily="34" charset="0"/>
                <a:ea typeface="黑体" panose="02010609060101010101" pitchFamily="49" charset="-122"/>
              </a:defRPr>
            </a:lvl3pPr>
            <a:lvl4pPr algn="ctr" rtl="0" fontAlgn="base">
              <a:spcBef>
                <a:spcPct val="0"/>
              </a:spcBef>
              <a:spcAft>
                <a:spcPct val="0"/>
              </a:spcAft>
              <a:defRPr sz="4000" b="1">
                <a:solidFill>
                  <a:srgbClr val="FFFF00"/>
                </a:solidFill>
                <a:latin typeface="Arial" panose="020B0604020202020204" pitchFamily="34" charset="0"/>
                <a:ea typeface="黑体" panose="02010609060101010101" pitchFamily="49" charset="-122"/>
              </a:defRPr>
            </a:lvl4pPr>
            <a:lvl5pPr algn="ctr" rtl="0" fontAlgn="base">
              <a:spcBef>
                <a:spcPct val="0"/>
              </a:spcBef>
              <a:spcAft>
                <a:spcPct val="0"/>
              </a:spcAft>
              <a:defRPr sz="4000" b="1">
                <a:solidFill>
                  <a:srgbClr val="FFFF00"/>
                </a:solidFill>
                <a:latin typeface="Arial" panose="020B0604020202020204" pitchFamily="34" charset="0"/>
                <a:ea typeface="黑体" panose="02010609060101010101" pitchFamily="49" charset="-122"/>
              </a:defRPr>
            </a:lvl5pPr>
            <a:lvl6pPr marL="457200" algn="ctr" rtl="0" fontAlgn="base">
              <a:spcBef>
                <a:spcPct val="0"/>
              </a:spcBef>
              <a:spcAft>
                <a:spcPct val="0"/>
              </a:spcAft>
              <a:defRPr sz="4000" b="1">
                <a:solidFill>
                  <a:srgbClr val="FFFF00"/>
                </a:solidFill>
                <a:latin typeface="Arial" panose="020B0604020202020204" pitchFamily="34" charset="0"/>
                <a:ea typeface="黑体" panose="02010609060101010101" pitchFamily="49" charset="-122"/>
              </a:defRPr>
            </a:lvl6pPr>
            <a:lvl7pPr marL="914400" algn="ctr" rtl="0" fontAlgn="base">
              <a:spcBef>
                <a:spcPct val="0"/>
              </a:spcBef>
              <a:spcAft>
                <a:spcPct val="0"/>
              </a:spcAft>
              <a:defRPr sz="4000" b="1">
                <a:solidFill>
                  <a:srgbClr val="FFFF00"/>
                </a:solidFill>
                <a:latin typeface="Arial" panose="020B0604020202020204" pitchFamily="34" charset="0"/>
                <a:ea typeface="黑体" panose="02010609060101010101" pitchFamily="49" charset="-122"/>
              </a:defRPr>
            </a:lvl7pPr>
            <a:lvl8pPr marL="1371600" algn="ctr" rtl="0" fontAlgn="base">
              <a:spcBef>
                <a:spcPct val="0"/>
              </a:spcBef>
              <a:spcAft>
                <a:spcPct val="0"/>
              </a:spcAft>
              <a:defRPr sz="4000" b="1">
                <a:solidFill>
                  <a:srgbClr val="FFFF00"/>
                </a:solidFill>
                <a:latin typeface="Arial" panose="020B0604020202020204" pitchFamily="34" charset="0"/>
                <a:ea typeface="黑体" panose="02010609060101010101" pitchFamily="49" charset="-122"/>
              </a:defRPr>
            </a:lvl8pPr>
            <a:lvl9pPr marL="1828800" algn="ctr" rtl="0" fontAlgn="base">
              <a:spcBef>
                <a:spcPct val="0"/>
              </a:spcBef>
              <a:spcAft>
                <a:spcPct val="0"/>
              </a:spcAft>
              <a:defRPr sz="4000" b="1">
                <a:solidFill>
                  <a:srgbClr val="FFFF00"/>
                </a:solidFill>
                <a:latin typeface="Arial" panose="020B0604020202020204" pitchFamily="34" charset="0"/>
                <a:ea typeface="黑体" panose="02010609060101010101" pitchFamily="49" charset="-122"/>
              </a:defRPr>
            </a:lvl9pPr>
          </a:lstStyle>
          <a:p>
            <a:r>
              <a:rPr lang="en-US" altLang="zh-CN" dirty="0" smtClean="0">
                <a:solidFill>
                  <a:schemeClr val="tx1"/>
                </a:solidFill>
                <a:latin typeface="Times New Roman" panose="02020603050405020304" pitchFamily="18" charset="0"/>
                <a:cs typeface="Times New Roman" panose="02020603050405020304" pitchFamily="18" charset="0"/>
              </a:rPr>
              <a:t/>
            </a:r>
            <a:br>
              <a:rPr lang="en-US" altLang="zh-CN" dirty="0" smtClean="0">
                <a:solidFill>
                  <a:schemeClr val="tx1"/>
                </a:solidFill>
                <a:latin typeface="Times New Roman" panose="02020603050405020304" pitchFamily="18" charset="0"/>
                <a:cs typeface="Times New Roman" panose="02020603050405020304" pitchFamily="18" charset="0"/>
              </a:rPr>
            </a:br>
            <a:r>
              <a:rPr lang="en-US" altLang="zh-CN" dirty="0" smtClean="0">
                <a:solidFill>
                  <a:schemeClr val="tx1"/>
                </a:solidFill>
                <a:latin typeface="Times New Roman" panose="02020603050405020304" pitchFamily="18" charset="0"/>
                <a:cs typeface="Times New Roman" panose="02020603050405020304" pitchFamily="18" charset="0"/>
              </a:rPr>
              <a:t/>
            </a:r>
            <a:br>
              <a:rPr lang="en-US" altLang="zh-CN" dirty="0" smtClean="0">
                <a:solidFill>
                  <a:schemeClr val="tx1"/>
                </a:solidFill>
                <a:latin typeface="Times New Roman" panose="02020603050405020304" pitchFamily="18" charset="0"/>
                <a:cs typeface="Times New Roman" panose="02020603050405020304" pitchFamily="18" charset="0"/>
              </a:rPr>
            </a:br>
            <a:r>
              <a:rPr lang="en-US" altLang="zh-CN" dirty="0" smtClean="0">
                <a:solidFill>
                  <a:schemeClr val="tx1"/>
                </a:solidFill>
                <a:latin typeface="Times New Roman" panose="02020603050405020304" pitchFamily="18" charset="0"/>
                <a:cs typeface="Times New Roman" panose="02020603050405020304" pitchFamily="18" charset="0"/>
              </a:rPr>
              <a:t/>
            </a:r>
            <a:br>
              <a:rPr lang="en-US" altLang="zh-CN" dirty="0" smtClean="0">
                <a:solidFill>
                  <a:schemeClr val="tx1"/>
                </a:solidFill>
                <a:latin typeface="Times New Roman" panose="02020603050405020304" pitchFamily="18" charset="0"/>
                <a:cs typeface="Times New Roman" panose="02020603050405020304" pitchFamily="18" charset="0"/>
              </a:rPr>
            </a:br>
            <a:r>
              <a:rPr lang="zh-CN" altLang="en-US" dirty="0">
                <a:latin typeface="黑体" panose="02010609060101010101" pitchFamily="49" charset="-122"/>
                <a:ea typeface="黑体" panose="02010609060101010101" pitchFamily="49" charset="-122"/>
                <a:cs typeface="Times New Roman" panose="02020603050405020304" pitchFamily="18" charset="0"/>
              </a:rPr>
              <a:t>网络协议交互</a:t>
            </a:r>
          </a:p>
        </p:txBody>
      </p:sp>
    </p:spTree>
    <p:extLst>
      <p:ext uri="{BB962C8B-B14F-4D97-AF65-F5344CB8AC3E}">
        <p14:creationId xmlns:p14="http://schemas.microsoft.com/office/powerpoint/2010/main" val="2704107236"/>
      </p:ext>
    </p:extLst>
  </p:cSld>
  <p:clrMapOvr>
    <a:masterClrMapping/>
  </p:clrMapOvr>
  <p:transition spd="med">
    <p:random/>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3"/>
          <p:cNvSpPr>
            <a:spLocks noGrp="1" noChangeArrowheads="1"/>
          </p:cNvSpPr>
          <p:nvPr>
            <p:ph type="body" idx="4294967295"/>
          </p:nvPr>
        </p:nvSpPr>
        <p:spPr>
          <a:xfrm>
            <a:off x="1057524" y="1700917"/>
            <a:ext cx="7772400" cy="4800600"/>
          </a:xfrm>
        </p:spPr>
        <p:txBody>
          <a:bodyPr/>
          <a:lstStyle/>
          <a:p>
            <a:pPr marL="609600" indent="-609600">
              <a:buFontTx/>
              <a:buAutoNum type="arabicPeriod"/>
            </a:pPr>
            <a:r>
              <a:rPr lang="zh-CN" altLang="en-US" sz="2800" b="1" dirty="0">
                <a:solidFill>
                  <a:srgbClr val="CC0000"/>
                </a:solidFill>
              </a:rPr>
              <a:t>建立</a:t>
            </a:r>
            <a:r>
              <a:rPr lang="en-US" altLang="zh-CN" sz="2800" b="1" dirty="0">
                <a:solidFill>
                  <a:srgbClr val="CC0000"/>
                </a:solidFill>
              </a:rPr>
              <a:t>TCP</a:t>
            </a:r>
            <a:r>
              <a:rPr lang="zh-CN" altLang="en-US" sz="2800" b="1" dirty="0">
                <a:solidFill>
                  <a:srgbClr val="CC0000"/>
                </a:solidFill>
              </a:rPr>
              <a:t>连接（续）   </a:t>
            </a:r>
          </a:p>
          <a:p>
            <a:pPr marL="609600" indent="-609600">
              <a:buNone/>
            </a:pPr>
            <a:r>
              <a:rPr lang="zh-CN" altLang="en-US" sz="2800" b="1" dirty="0"/>
              <a:t>    </a:t>
            </a:r>
            <a:r>
              <a:rPr lang="zh-CN" altLang="en-US" sz="2800" b="1" dirty="0">
                <a:solidFill>
                  <a:srgbClr val="CC0000"/>
                </a:solidFill>
              </a:rPr>
              <a:t>三次握手</a:t>
            </a:r>
            <a:r>
              <a:rPr lang="zh-CN" altLang="en-US" sz="2800" b="1" dirty="0"/>
              <a:t>（</a:t>
            </a:r>
            <a:r>
              <a:rPr lang="en-US" altLang="zh-CN" sz="2800" b="1" dirty="0"/>
              <a:t>three-way handshake) : </a:t>
            </a:r>
          </a:p>
          <a:p>
            <a:pPr marL="609600" indent="-609600" algn="just">
              <a:buNone/>
            </a:pPr>
            <a:r>
              <a:rPr lang="en-US" altLang="zh-CN" sz="2800" b="1" dirty="0"/>
              <a:t>① </a:t>
            </a:r>
            <a:r>
              <a:rPr lang="zh-CN" altLang="en-US" sz="2800" b="1" dirty="0"/>
              <a:t>主机</a:t>
            </a:r>
            <a:r>
              <a:rPr lang="en-US" altLang="zh-CN" sz="2800" b="1" dirty="0"/>
              <a:t>A</a:t>
            </a:r>
            <a:r>
              <a:rPr lang="zh-CN" altLang="en-US" sz="2800" b="1" dirty="0"/>
              <a:t>发起连接</a:t>
            </a:r>
          </a:p>
          <a:p>
            <a:pPr marL="609600" indent="-609600" algn="just">
              <a:buNone/>
            </a:pPr>
            <a:r>
              <a:rPr lang="zh-CN" altLang="en-US" sz="2800" b="1" dirty="0"/>
              <a:t>     发同步报文段，</a:t>
            </a:r>
            <a:r>
              <a:rPr lang="en-US" altLang="zh-CN" sz="2800" b="1" dirty="0"/>
              <a:t>SYN=1</a:t>
            </a:r>
            <a:r>
              <a:rPr lang="zh-CN" altLang="en-US" sz="2800" b="1" dirty="0"/>
              <a:t>，</a:t>
            </a:r>
            <a:r>
              <a:rPr lang="en-US" altLang="zh-CN" sz="2800" b="1" dirty="0" err="1"/>
              <a:t>seq</a:t>
            </a:r>
            <a:r>
              <a:rPr lang="en-US" altLang="zh-CN" sz="2800" b="1" dirty="0"/>
              <a:t>=x </a:t>
            </a:r>
            <a:r>
              <a:rPr lang="zh-CN" altLang="en-US" sz="2800" b="1" dirty="0"/>
              <a:t>，</a:t>
            </a:r>
            <a:r>
              <a:rPr lang="en-US" altLang="zh-CN" sz="2800" b="1" dirty="0"/>
              <a:t>ACK=0 ;</a:t>
            </a:r>
          </a:p>
          <a:p>
            <a:pPr marL="609600" indent="-609600" algn="just">
              <a:buNone/>
            </a:pPr>
            <a:r>
              <a:rPr lang="en-US" altLang="zh-CN" sz="2800" b="1" dirty="0"/>
              <a:t>② </a:t>
            </a:r>
            <a:r>
              <a:rPr lang="zh-CN" altLang="en-US" sz="2800" b="1" dirty="0"/>
              <a:t>主机</a:t>
            </a:r>
            <a:r>
              <a:rPr lang="en-US" altLang="zh-CN" sz="2800" b="1" dirty="0"/>
              <a:t>B</a:t>
            </a:r>
            <a:r>
              <a:rPr lang="zh-CN" altLang="en-US" sz="2800" b="1" dirty="0"/>
              <a:t>响应</a:t>
            </a:r>
          </a:p>
          <a:p>
            <a:pPr marL="609600" indent="-609600" algn="just">
              <a:buNone/>
            </a:pPr>
            <a:r>
              <a:rPr lang="zh-CN" altLang="en-US" sz="2800" b="1" dirty="0"/>
              <a:t>     发同步报文段并对</a:t>
            </a:r>
            <a:r>
              <a:rPr lang="en-US" altLang="zh-CN" sz="2800" b="1" dirty="0"/>
              <a:t>A</a:t>
            </a:r>
            <a:r>
              <a:rPr lang="zh-CN" altLang="en-US" sz="2800" b="1" dirty="0"/>
              <a:t>确认，</a:t>
            </a:r>
            <a:r>
              <a:rPr lang="en-US" altLang="zh-CN" sz="2800" b="1" dirty="0"/>
              <a:t>SYN=1</a:t>
            </a:r>
            <a:r>
              <a:rPr lang="zh-CN" altLang="en-US" sz="2800" b="1" dirty="0"/>
              <a:t>，</a:t>
            </a:r>
            <a:r>
              <a:rPr lang="en-US" altLang="zh-CN" sz="2800" b="1" dirty="0" err="1"/>
              <a:t>seq</a:t>
            </a:r>
            <a:r>
              <a:rPr lang="en-US" altLang="zh-CN" sz="2800" b="1" dirty="0"/>
              <a:t>=y, </a:t>
            </a:r>
          </a:p>
          <a:p>
            <a:pPr marL="609600" indent="-609600" algn="just">
              <a:buNone/>
            </a:pPr>
            <a:r>
              <a:rPr lang="en-US" altLang="zh-CN" sz="2800" b="1" dirty="0"/>
              <a:t>     ACK=1, </a:t>
            </a:r>
            <a:r>
              <a:rPr lang="en-US" altLang="zh-CN" sz="2800" b="1" dirty="0" err="1"/>
              <a:t>ackseq</a:t>
            </a:r>
            <a:r>
              <a:rPr lang="en-US" altLang="zh-CN" sz="2800" b="1" dirty="0"/>
              <a:t> =x+1;</a:t>
            </a:r>
          </a:p>
          <a:p>
            <a:pPr marL="609600" indent="-609600" algn="just">
              <a:buNone/>
            </a:pPr>
            <a:r>
              <a:rPr lang="en-US" altLang="zh-CN" sz="2800" b="1" dirty="0"/>
              <a:t>③ </a:t>
            </a:r>
            <a:r>
              <a:rPr lang="zh-CN" altLang="en-US" sz="2800" b="1" dirty="0"/>
              <a:t>主机确认</a:t>
            </a:r>
            <a:r>
              <a:rPr lang="en-US" altLang="zh-CN" sz="2800" b="1" dirty="0"/>
              <a:t>B</a:t>
            </a:r>
            <a:r>
              <a:rPr lang="zh-CN" altLang="en-US" sz="2800" b="1" dirty="0"/>
              <a:t>的同步报文段，连接建立</a:t>
            </a:r>
          </a:p>
          <a:p>
            <a:pPr marL="609600" indent="-609600" algn="just">
              <a:buNone/>
            </a:pPr>
            <a:r>
              <a:rPr lang="zh-CN" altLang="en-US" sz="2800" b="1" dirty="0"/>
              <a:t>    发出对</a:t>
            </a:r>
            <a:r>
              <a:rPr lang="en-US" altLang="zh-CN" sz="2800" b="1" dirty="0"/>
              <a:t>B</a:t>
            </a:r>
            <a:r>
              <a:rPr lang="zh-CN" altLang="en-US" sz="2800" b="1" dirty="0"/>
              <a:t>的确认，</a:t>
            </a:r>
            <a:r>
              <a:rPr lang="en-US" altLang="zh-CN" sz="2800" b="1" dirty="0"/>
              <a:t>ACK=1,  </a:t>
            </a:r>
            <a:r>
              <a:rPr lang="en-US" altLang="zh-CN" sz="2800" b="1" dirty="0" err="1"/>
              <a:t>ackseq</a:t>
            </a:r>
            <a:r>
              <a:rPr lang="en-US" altLang="zh-CN" sz="2800" b="1" dirty="0"/>
              <a:t>=y+1</a:t>
            </a:r>
            <a:r>
              <a:rPr lang="zh-CN" altLang="en-US" sz="2800" b="1" dirty="0"/>
              <a:t>。</a:t>
            </a:r>
          </a:p>
          <a:p>
            <a:pPr marL="609600" indent="-609600" algn="just">
              <a:buNone/>
            </a:pPr>
            <a:endParaRPr lang="zh-CN" altLang="en-US" sz="2800" b="1" dirty="0"/>
          </a:p>
          <a:p>
            <a:pPr marL="609600" indent="-609600">
              <a:buNone/>
            </a:pPr>
            <a:endParaRPr lang="en-US" altLang="zh-CN" sz="2400" b="1" dirty="0"/>
          </a:p>
        </p:txBody>
      </p:sp>
      <p:sp>
        <p:nvSpPr>
          <p:cNvPr id="6" name="标题 3"/>
          <p:cNvSpPr txBox="1">
            <a:spLocks/>
          </p:cNvSpPr>
          <p:nvPr/>
        </p:nvSpPr>
        <p:spPr>
          <a:xfrm>
            <a:off x="1787525" y="200025"/>
            <a:ext cx="10058400" cy="858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rtl="0" fontAlgn="base">
              <a:spcBef>
                <a:spcPct val="0"/>
              </a:spcBef>
              <a:spcAft>
                <a:spcPct val="0"/>
              </a:spcAft>
              <a:defRPr sz="4000" b="1" kern="1200">
                <a:solidFill>
                  <a:srgbClr val="FFFF00"/>
                </a:solidFill>
                <a:latin typeface="+mj-lt"/>
                <a:ea typeface="+mj-ea"/>
                <a:cs typeface="+mj-cs"/>
              </a:defRPr>
            </a:lvl1pPr>
            <a:lvl2pPr algn="ctr" rtl="0" fontAlgn="base">
              <a:spcBef>
                <a:spcPct val="0"/>
              </a:spcBef>
              <a:spcAft>
                <a:spcPct val="0"/>
              </a:spcAft>
              <a:defRPr sz="4000" b="1">
                <a:solidFill>
                  <a:srgbClr val="FFFF00"/>
                </a:solidFill>
                <a:latin typeface="Arial" panose="020B0604020202020204" pitchFamily="34" charset="0"/>
                <a:ea typeface="黑体" panose="02010609060101010101" pitchFamily="49" charset="-122"/>
              </a:defRPr>
            </a:lvl2pPr>
            <a:lvl3pPr algn="ctr" rtl="0" fontAlgn="base">
              <a:spcBef>
                <a:spcPct val="0"/>
              </a:spcBef>
              <a:spcAft>
                <a:spcPct val="0"/>
              </a:spcAft>
              <a:defRPr sz="4000" b="1">
                <a:solidFill>
                  <a:srgbClr val="FFFF00"/>
                </a:solidFill>
                <a:latin typeface="Arial" panose="020B0604020202020204" pitchFamily="34" charset="0"/>
                <a:ea typeface="黑体" panose="02010609060101010101" pitchFamily="49" charset="-122"/>
              </a:defRPr>
            </a:lvl3pPr>
            <a:lvl4pPr algn="ctr" rtl="0" fontAlgn="base">
              <a:spcBef>
                <a:spcPct val="0"/>
              </a:spcBef>
              <a:spcAft>
                <a:spcPct val="0"/>
              </a:spcAft>
              <a:defRPr sz="4000" b="1">
                <a:solidFill>
                  <a:srgbClr val="FFFF00"/>
                </a:solidFill>
                <a:latin typeface="Arial" panose="020B0604020202020204" pitchFamily="34" charset="0"/>
                <a:ea typeface="黑体" panose="02010609060101010101" pitchFamily="49" charset="-122"/>
              </a:defRPr>
            </a:lvl4pPr>
            <a:lvl5pPr algn="ctr" rtl="0" fontAlgn="base">
              <a:spcBef>
                <a:spcPct val="0"/>
              </a:spcBef>
              <a:spcAft>
                <a:spcPct val="0"/>
              </a:spcAft>
              <a:defRPr sz="4000" b="1">
                <a:solidFill>
                  <a:srgbClr val="FFFF00"/>
                </a:solidFill>
                <a:latin typeface="Arial" panose="020B0604020202020204" pitchFamily="34" charset="0"/>
                <a:ea typeface="黑体" panose="02010609060101010101" pitchFamily="49" charset="-122"/>
              </a:defRPr>
            </a:lvl5pPr>
            <a:lvl6pPr marL="457200" algn="ctr" rtl="0" fontAlgn="base">
              <a:spcBef>
                <a:spcPct val="0"/>
              </a:spcBef>
              <a:spcAft>
                <a:spcPct val="0"/>
              </a:spcAft>
              <a:defRPr sz="4000" b="1">
                <a:solidFill>
                  <a:srgbClr val="FFFF00"/>
                </a:solidFill>
                <a:latin typeface="Arial" panose="020B0604020202020204" pitchFamily="34" charset="0"/>
                <a:ea typeface="黑体" panose="02010609060101010101" pitchFamily="49" charset="-122"/>
              </a:defRPr>
            </a:lvl6pPr>
            <a:lvl7pPr marL="914400" algn="ctr" rtl="0" fontAlgn="base">
              <a:spcBef>
                <a:spcPct val="0"/>
              </a:spcBef>
              <a:spcAft>
                <a:spcPct val="0"/>
              </a:spcAft>
              <a:defRPr sz="4000" b="1">
                <a:solidFill>
                  <a:srgbClr val="FFFF00"/>
                </a:solidFill>
                <a:latin typeface="Arial" panose="020B0604020202020204" pitchFamily="34" charset="0"/>
                <a:ea typeface="黑体" panose="02010609060101010101" pitchFamily="49" charset="-122"/>
              </a:defRPr>
            </a:lvl7pPr>
            <a:lvl8pPr marL="1371600" algn="ctr" rtl="0" fontAlgn="base">
              <a:spcBef>
                <a:spcPct val="0"/>
              </a:spcBef>
              <a:spcAft>
                <a:spcPct val="0"/>
              </a:spcAft>
              <a:defRPr sz="4000" b="1">
                <a:solidFill>
                  <a:srgbClr val="FFFF00"/>
                </a:solidFill>
                <a:latin typeface="Arial" panose="020B0604020202020204" pitchFamily="34" charset="0"/>
                <a:ea typeface="黑体" panose="02010609060101010101" pitchFamily="49" charset="-122"/>
              </a:defRPr>
            </a:lvl8pPr>
            <a:lvl9pPr marL="1828800" algn="ctr" rtl="0" fontAlgn="base">
              <a:spcBef>
                <a:spcPct val="0"/>
              </a:spcBef>
              <a:spcAft>
                <a:spcPct val="0"/>
              </a:spcAft>
              <a:defRPr sz="4000" b="1">
                <a:solidFill>
                  <a:srgbClr val="FFFF00"/>
                </a:solidFill>
                <a:latin typeface="Arial" panose="020B0604020202020204" pitchFamily="34" charset="0"/>
                <a:ea typeface="黑体" panose="02010609060101010101" pitchFamily="49" charset="-122"/>
              </a:defRPr>
            </a:lvl9pPr>
          </a:lstStyle>
          <a:p>
            <a:r>
              <a:rPr lang="en-US" altLang="zh-CN" dirty="0" smtClean="0">
                <a:solidFill>
                  <a:schemeClr val="tx1"/>
                </a:solidFill>
                <a:latin typeface="Times New Roman" panose="02020603050405020304" pitchFamily="18" charset="0"/>
                <a:cs typeface="Times New Roman" panose="02020603050405020304" pitchFamily="18" charset="0"/>
              </a:rPr>
              <a:t/>
            </a:r>
            <a:br>
              <a:rPr lang="en-US" altLang="zh-CN" dirty="0" smtClean="0">
                <a:solidFill>
                  <a:schemeClr val="tx1"/>
                </a:solidFill>
                <a:latin typeface="Times New Roman" panose="02020603050405020304" pitchFamily="18" charset="0"/>
                <a:cs typeface="Times New Roman" panose="02020603050405020304" pitchFamily="18" charset="0"/>
              </a:rPr>
            </a:br>
            <a:r>
              <a:rPr lang="en-US" altLang="zh-CN" dirty="0" smtClean="0">
                <a:solidFill>
                  <a:schemeClr val="tx1"/>
                </a:solidFill>
                <a:latin typeface="Times New Roman" panose="02020603050405020304" pitchFamily="18" charset="0"/>
                <a:cs typeface="Times New Roman" panose="02020603050405020304" pitchFamily="18" charset="0"/>
              </a:rPr>
              <a:t/>
            </a:r>
            <a:br>
              <a:rPr lang="en-US" altLang="zh-CN" dirty="0" smtClean="0">
                <a:solidFill>
                  <a:schemeClr val="tx1"/>
                </a:solidFill>
                <a:latin typeface="Times New Roman" panose="02020603050405020304" pitchFamily="18" charset="0"/>
                <a:cs typeface="Times New Roman" panose="02020603050405020304" pitchFamily="18" charset="0"/>
              </a:rPr>
            </a:br>
            <a:r>
              <a:rPr lang="en-US" altLang="zh-CN" dirty="0" smtClean="0">
                <a:solidFill>
                  <a:schemeClr val="tx1"/>
                </a:solidFill>
                <a:latin typeface="Times New Roman" panose="02020603050405020304" pitchFamily="18" charset="0"/>
                <a:cs typeface="Times New Roman" panose="02020603050405020304" pitchFamily="18" charset="0"/>
              </a:rPr>
              <a:t/>
            </a:r>
            <a:br>
              <a:rPr lang="en-US" altLang="zh-CN" dirty="0" smtClean="0">
                <a:solidFill>
                  <a:schemeClr val="tx1"/>
                </a:solidFill>
                <a:latin typeface="Times New Roman" panose="02020603050405020304" pitchFamily="18" charset="0"/>
                <a:cs typeface="Times New Roman" panose="02020603050405020304" pitchFamily="18" charset="0"/>
              </a:rPr>
            </a:br>
            <a:r>
              <a:rPr lang="zh-CN" altLang="en-US" dirty="0">
                <a:latin typeface="黑体" panose="02010609060101010101" pitchFamily="49" charset="-122"/>
                <a:ea typeface="黑体" panose="02010609060101010101" pitchFamily="49" charset="-122"/>
                <a:cs typeface="Times New Roman" panose="02020603050405020304" pitchFamily="18" charset="0"/>
              </a:rPr>
              <a:t>网络协议交互</a:t>
            </a:r>
          </a:p>
        </p:txBody>
      </p:sp>
    </p:spTree>
    <p:extLst>
      <p:ext uri="{BB962C8B-B14F-4D97-AF65-F5344CB8AC3E}">
        <p14:creationId xmlns:p14="http://schemas.microsoft.com/office/powerpoint/2010/main" val="3429751247"/>
      </p:ext>
    </p:extLst>
  </p:cSld>
  <p:clrMapOvr>
    <a:masterClrMapping/>
  </p:clrMapOvr>
  <p:transition spd="med">
    <p:random/>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9" name="Text Box 7"/>
          <p:cNvSpPr txBox="1">
            <a:spLocks noChangeArrowheads="1"/>
          </p:cNvSpPr>
          <p:nvPr/>
        </p:nvSpPr>
        <p:spPr bwMode="auto">
          <a:xfrm>
            <a:off x="443658" y="1526276"/>
            <a:ext cx="28384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b="1" dirty="0">
                <a:solidFill>
                  <a:schemeClr val="accent2"/>
                </a:solidFill>
                <a:latin typeface="黑体" panose="02010609060101010101" pitchFamily="49" charset="-122"/>
                <a:ea typeface="黑体" panose="02010609060101010101" pitchFamily="49" charset="-122"/>
              </a:rPr>
              <a:t>TCP</a:t>
            </a:r>
            <a:r>
              <a:rPr lang="zh-CN" altLang="en-US" sz="3200" b="1" dirty="0">
                <a:solidFill>
                  <a:schemeClr val="accent2"/>
                </a:solidFill>
                <a:latin typeface="黑体" panose="02010609060101010101" pitchFamily="49" charset="-122"/>
                <a:ea typeface="黑体" panose="02010609060101010101" pitchFamily="49" charset="-122"/>
              </a:rPr>
              <a:t>连接的建立</a:t>
            </a:r>
          </a:p>
        </p:txBody>
      </p:sp>
      <p:grpSp>
        <p:nvGrpSpPr>
          <p:cNvPr id="28680" name="Group 8"/>
          <p:cNvGrpSpPr>
            <a:grpSpLocks/>
          </p:cNvGrpSpPr>
          <p:nvPr/>
        </p:nvGrpSpPr>
        <p:grpSpPr bwMode="auto">
          <a:xfrm>
            <a:off x="3987800" y="1781450"/>
            <a:ext cx="965200" cy="739775"/>
            <a:chOff x="1505" y="2024"/>
            <a:chExt cx="478" cy="390"/>
          </a:xfrm>
        </p:grpSpPr>
        <p:grpSp>
          <p:nvGrpSpPr>
            <p:cNvPr id="28681" name="Group 9"/>
            <p:cNvGrpSpPr>
              <a:grpSpLocks/>
            </p:cNvGrpSpPr>
            <p:nvPr/>
          </p:nvGrpSpPr>
          <p:grpSpPr bwMode="auto">
            <a:xfrm>
              <a:off x="1505" y="2024"/>
              <a:ext cx="478" cy="390"/>
              <a:chOff x="1505" y="2024"/>
              <a:chExt cx="478" cy="390"/>
            </a:xfrm>
          </p:grpSpPr>
          <p:sp>
            <p:nvSpPr>
              <p:cNvPr id="28682" name="Freeform 10"/>
              <p:cNvSpPr>
                <a:spLocks/>
              </p:cNvSpPr>
              <p:nvPr/>
            </p:nvSpPr>
            <p:spPr bwMode="auto">
              <a:xfrm>
                <a:off x="1507" y="2050"/>
                <a:ext cx="56" cy="225"/>
              </a:xfrm>
              <a:custGeom>
                <a:avLst/>
                <a:gdLst>
                  <a:gd name="T0" fmla="*/ 52 w 56"/>
                  <a:gd name="T1" fmla="*/ 10 h 225"/>
                  <a:gd name="T2" fmla="*/ 55 w 56"/>
                  <a:gd name="T3" fmla="*/ 224 h 225"/>
                  <a:gd name="T4" fmla="*/ 0 w 56"/>
                  <a:gd name="T5" fmla="*/ 142 h 225"/>
                  <a:gd name="T6" fmla="*/ 0 w 56"/>
                  <a:gd name="T7" fmla="*/ 0 h 225"/>
                  <a:gd name="T8" fmla="*/ 52 w 56"/>
                  <a:gd name="T9" fmla="*/ 10 h 225"/>
                </a:gdLst>
                <a:ahLst/>
                <a:cxnLst>
                  <a:cxn ang="0">
                    <a:pos x="T0" y="T1"/>
                  </a:cxn>
                  <a:cxn ang="0">
                    <a:pos x="T2" y="T3"/>
                  </a:cxn>
                  <a:cxn ang="0">
                    <a:pos x="T4" y="T5"/>
                  </a:cxn>
                  <a:cxn ang="0">
                    <a:pos x="T6" y="T7"/>
                  </a:cxn>
                  <a:cxn ang="0">
                    <a:pos x="T8" y="T9"/>
                  </a:cxn>
                </a:cxnLst>
                <a:rect l="0" t="0" r="r" b="b"/>
                <a:pathLst>
                  <a:path w="56" h="225">
                    <a:moveTo>
                      <a:pt x="52" y="10"/>
                    </a:moveTo>
                    <a:lnTo>
                      <a:pt x="55" y="224"/>
                    </a:lnTo>
                    <a:lnTo>
                      <a:pt x="0" y="142"/>
                    </a:lnTo>
                    <a:lnTo>
                      <a:pt x="0" y="0"/>
                    </a:lnTo>
                    <a:lnTo>
                      <a:pt x="52" y="10"/>
                    </a:lnTo>
                  </a:path>
                </a:pathLst>
              </a:custGeom>
              <a:solidFill>
                <a:srgbClr val="7D7C6B"/>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683" name="Freeform 11"/>
              <p:cNvSpPr>
                <a:spLocks/>
              </p:cNvSpPr>
              <p:nvPr/>
            </p:nvSpPr>
            <p:spPr bwMode="auto">
              <a:xfrm>
                <a:off x="1505" y="2050"/>
                <a:ext cx="260" cy="17"/>
              </a:xfrm>
              <a:custGeom>
                <a:avLst/>
                <a:gdLst>
                  <a:gd name="T0" fmla="*/ 259 w 260"/>
                  <a:gd name="T1" fmla="*/ 16 h 17"/>
                  <a:gd name="T2" fmla="*/ 53 w 260"/>
                  <a:gd name="T3" fmla="*/ 16 h 17"/>
                  <a:gd name="T4" fmla="*/ 0 w 260"/>
                  <a:gd name="T5" fmla="*/ 0 h 17"/>
                  <a:gd name="T6" fmla="*/ 202 w 260"/>
                  <a:gd name="T7" fmla="*/ 0 h 17"/>
                  <a:gd name="T8" fmla="*/ 259 w 260"/>
                  <a:gd name="T9" fmla="*/ 16 h 17"/>
                </a:gdLst>
                <a:ahLst/>
                <a:cxnLst>
                  <a:cxn ang="0">
                    <a:pos x="T0" y="T1"/>
                  </a:cxn>
                  <a:cxn ang="0">
                    <a:pos x="T2" y="T3"/>
                  </a:cxn>
                  <a:cxn ang="0">
                    <a:pos x="T4" y="T5"/>
                  </a:cxn>
                  <a:cxn ang="0">
                    <a:pos x="T6" y="T7"/>
                  </a:cxn>
                  <a:cxn ang="0">
                    <a:pos x="T8" y="T9"/>
                  </a:cxn>
                </a:cxnLst>
                <a:rect l="0" t="0" r="r" b="b"/>
                <a:pathLst>
                  <a:path w="260" h="17">
                    <a:moveTo>
                      <a:pt x="259" y="16"/>
                    </a:moveTo>
                    <a:lnTo>
                      <a:pt x="53" y="16"/>
                    </a:lnTo>
                    <a:lnTo>
                      <a:pt x="0" y="0"/>
                    </a:lnTo>
                    <a:lnTo>
                      <a:pt x="202" y="0"/>
                    </a:lnTo>
                    <a:lnTo>
                      <a:pt x="259" y="16"/>
                    </a:lnTo>
                  </a:path>
                </a:pathLst>
              </a:custGeom>
              <a:solidFill>
                <a:srgbClr val="E9E7D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684" name="Freeform 12"/>
              <p:cNvSpPr>
                <a:spLocks/>
              </p:cNvSpPr>
              <p:nvPr/>
            </p:nvSpPr>
            <p:spPr bwMode="auto">
              <a:xfrm>
                <a:off x="1610" y="2311"/>
                <a:ext cx="250" cy="22"/>
              </a:xfrm>
              <a:custGeom>
                <a:avLst/>
                <a:gdLst>
                  <a:gd name="T0" fmla="*/ 0 w 250"/>
                  <a:gd name="T1" fmla="*/ 21 h 22"/>
                  <a:gd name="T2" fmla="*/ 249 w 250"/>
                  <a:gd name="T3" fmla="*/ 21 h 22"/>
                  <a:gd name="T4" fmla="*/ 249 w 250"/>
                  <a:gd name="T5" fmla="*/ 0 h 22"/>
                  <a:gd name="T6" fmla="*/ 0 w 250"/>
                  <a:gd name="T7" fmla="*/ 0 h 22"/>
                  <a:gd name="T8" fmla="*/ 0 w 250"/>
                  <a:gd name="T9" fmla="*/ 21 h 22"/>
                </a:gdLst>
                <a:ahLst/>
                <a:cxnLst>
                  <a:cxn ang="0">
                    <a:pos x="T0" y="T1"/>
                  </a:cxn>
                  <a:cxn ang="0">
                    <a:pos x="T2" y="T3"/>
                  </a:cxn>
                  <a:cxn ang="0">
                    <a:pos x="T4" y="T5"/>
                  </a:cxn>
                  <a:cxn ang="0">
                    <a:pos x="T6" y="T7"/>
                  </a:cxn>
                  <a:cxn ang="0">
                    <a:pos x="T8" y="T9"/>
                  </a:cxn>
                </a:cxnLst>
                <a:rect l="0" t="0" r="r" b="b"/>
                <a:pathLst>
                  <a:path w="250" h="22">
                    <a:moveTo>
                      <a:pt x="0" y="21"/>
                    </a:moveTo>
                    <a:lnTo>
                      <a:pt x="249" y="21"/>
                    </a:lnTo>
                    <a:lnTo>
                      <a:pt x="249" y="0"/>
                    </a:lnTo>
                    <a:lnTo>
                      <a:pt x="0" y="0"/>
                    </a:lnTo>
                    <a:lnTo>
                      <a:pt x="0" y="21"/>
                    </a:lnTo>
                  </a:path>
                </a:pathLst>
              </a:custGeom>
              <a:solidFill>
                <a:srgbClr val="BCB7A4"/>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685" name="Freeform 13"/>
              <p:cNvSpPr>
                <a:spLocks/>
              </p:cNvSpPr>
              <p:nvPr/>
            </p:nvSpPr>
            <p:spPr bwMode="auto">
              <a:xfrm>
                <a:off x="1565" y="2267"/>
                <a:ext cx="289" cy="47"/>
              </a:xfrm>
              <a:custGeom>
                <a:avLst/>
                <a:gdLst>
                  <a:gd name="T0" fmla="*/ 288 w 289"/>
                  <a:gd name="T1" fmla="*/ 46 h 47"/>
                  <a:gd name="T2" fmla="*/ 49 w 289"/>
                  <a:gd name="T3" fmla="*/ 46 h 47"/>
                  <a:gd name="T4" fmla="*/ 0 w 289"/>
                  <a:gd name="T5" fmla="*/ 0 h 47"/>
                  <a:gd name="T6" fmla="*/ 238 w 289"/>
                  <a:gd name="T7" fmla="*/ 0 h 47"/>
                  <a:gd name="T8" fmla="*/ 288 w 289"/>
                  <a:gd name="T9" fmla="*/ 46 h 47"/>
                </a:gdLst>
                <a:ahLst/>
                <a:cxnLst>
                  <a:cxn ang="0">
                    <a:pos x="T0" y="T1"/>
                  </a:cxn>
                  <a:cxn ang="0">
                    <a:pos x="T2" y="T3"/>
                  </a:cxn>
                  <a:cxn ang="0">
                    <a:pos x="T4" y="T5"/>
                  </a:cxn>
                  <a:cxn ang="0">
                    <a:pos x="T6" y="T7"/>
                  </a:cxn>
                  <a:cxn ang="0">
                    <a:pos x="T8" y="T9"/>
                  </a:cxn>
                </a:cxnLst>
                <a:rect l="0" t="0" r="r" b="b"/>
                <a:pathLst>
                  <a:path w="289" h="47">
                    <a:moveTo>
                      <a:pt x="288" y="46"/>
                    </a:moveTo>
                    <a:lnTo>
                      <a:pt x="49" y="46"/>
                    </a:lnTo>
                    <a:lnTo>
                      <a:pt x="0" y="0"/>
                    </a:lnTo>
                    <a:lnTo>
                      <a:pt x="238" y="0"/>
                    </a:lnTo>
                    <a:lnTo>
                      <a:pt x="288" y="46"/>
                    </a:lnTo>
                  </a:path>
                </a:pathLst>
              </a:custGeom>
              <a:solidFill>
                <a:srgbClr val="E9E7D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686" name="Freeform 14"/>
              <p:cNvSpPr>
                <a:spLocks/>
              </p:cNvSpPr>
              <p:nvPr/>
            </p:nvSpPr>
            <p:spPr bwMode="auto">
              <a:xfrm>
                <a:off x="1566" y="2265"/>
                <a:ext cx="52" cy="72"/>
              </a:xfrm>
              <a:custGeom>
                <a:avLst/>
                <a:gdLst>
                  <a:gd name="T0" fmla="*/ 51 w 52"/>
                  <a:gd name="T1" fmla="*/ 46 h 72"/>
                  <a:gd name="T2" fmla="*/ 51 w 52"/>
                  <a:gd name="T3" fmla="*/ 71 h 72"/>
                  <a:gd name="T4" fmla="*/ 0 w 52"/>
                  <a:gd name="T5" fmla="*/ 21 h 72"/>
                  <a:gd name="T6" fmla="*/ 0 w 52"/>
                  <a:gd name="T7" fmla="*/ 0 h 72"/>
                  <a:gd name="T8" fmla="*/ 51 w 52"/>
                  <a:gd name="T9" fmla="*/ 46 h 72"/>
                </a:gdLst>
                <a:ahLst/>
                <a:cxnLst>
                  <a:cxn ang="0">
                    <a:pos x="T0" y="T1"/>
                  </a:cxn>
                  <a:cxn ang="0">
                    <a:pos x="T2" y="T3"/>
                  </a:cxn>
                  <a:cxn ang="0">
                    <a:pos x="T4" y="T5"/>
                  </a:cxn>
                  <a:cxn ang="0">
                    <a:pos x="T6" y="T7"/>
                  </a:cxn>
                  <a:cxn ang="0">
                    <a:pos x="T8" y="T9"/>
                  </a:cxn>
                </a:cxnLst>
                <a:rect l="0" t="0" r="r" b="b"/>
                <a:pathLst>
                  <a:path w="52" h="72">
                    <a:moveTo>
                      <a:pt x="51" y="46"/>
                    </a:moveTo>
                    <a:lnTo>
                      <a:pt x="51" y="71"/>
                    </a:lnTo>
                    <a:lnTo>
                      <a:pt x="0" y="21"/>
                    </a:lnTo>
                    <a:lnTo>
                      <a:pt x="0" y="0"/>
                    </a:lnTo>
                    <a:lnTo>
                      <a:pt x="51" y="46"/>
                    </a:lnTo>
                  </a:path>
                </a:pathLst>
              </a:custGeom>
              <a:solidFill>
                <a:srgbClr val="7D7C6B"/>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687" name="Freeform 15"/>
              <p:cNvSpPr>
                <a:spLocks/>
              </p:cNvSpPr>
              <p:nvPr/>
            </p:nvSpPr>
            <p:spPr bwMode="auto">
              <a:xfrm>
                <a:off x="1542" y="2024"/>
                <a:ext cx="332" cy="37"/>
              </a:xfrm>
              <a:custGeom>
                <a:avLst/>
                <a:gdLst>
                  <a:gd name="T0" fmla="*/ 331 w 332"/>
                  <a:gd name="T1" fmla="*/ 36 h 37"/>
                  <a:gd name="T2" fmla="*/ 35 w 332"/>
                  <a:gd name="T3" fmla="*/ 36 h 37"/>
                  <a:gd name="T4" fmla="*/ 0 w 332"/>
                  <a:gd name="T5" fmla="*/ 0 h 37"/>
                  <a:gd name="T6" fmla="*/ 291 w 332"/>
                  <a:gd name="T7" fmla="*/ 0 h 37"/>
                  <a:gd name="T8" fmla="*/ 331 w 332"/>
                  <a:gd name="T9" fmla="*/ 36 h 37"/>
                </a:gdLst>
                <a:ahLst/>
                <a:cxnLst>
                  <a:cxn ang="0">
                    <a:pos x="T0" y="T1"/>
                  </a:cxn>
                  <a:cxn ang="0">
                    <a:pos x="T2" y="T3"/>
                  </a:cxn>
                  <a:cxn ang="0">
                    <a:pos x="T4" y="T5"/>
                  </a:cxn>
                  <a:cxn ang="0">
                    <a:pos x="T6" y="T7"/>
                  </a:cxn>
                  <a:cxn ang="0">
                    <a:pos x="T8" y="T9"/>
                  </a:cxn>
                </a:cxnLst>
                <a:rect l="0" t="0" r="r" b="b"/>
                <a:pathLst>
                  <a:path w="332" h="37">
                    <a:moveTo>
                      <a:pt x="331" y="36"/>
                    </a:moveTo>
                    <a:lnTo>
                      <a:pt x="35" y="36"/>
                    </a:lnTo>
                    <a:lnTo>
                      <a:pt x="0" y="0"/>
                    </a:lnTo>
                    <a:lnTo>
                      <a:pt x="291" y="0"/>
                    </a:lnTo>
                    <a:lnTo>
                      <a:pt x="331" y="36"/>
                    </a:lnTo>
                  </a:path>
                </a:pathLst>
              </a:custGeom>
              <a:gradFill rotWithShape="0">
                <a:gsLst>
                  <a:gs pos="0">
                    <a:srgbClr val="7D7C6B"/>
                  </a:gs>
                  <a:gs pos="100000">
                    <a:srgbClr val="7D7C6B">
                      <a:gamma/>
                      <a:tint val="30196"/>
                      <a:invGamma/>
                    </a:srgbClr>
                  </a:gs>
                </a:gsLst>
                <a:lin ang="270000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688" name="Freeform 16"/>
              <p:cNvSpPr>
                <a:spLocks/>
              </p:cNvSpPr>
              <p:nvPr/>
            </p:nvSpPr>
            <p:spPr bwMode="auto">
              <a:xfrm>
                <a:off x="1543" y="2024"/>
                <a:ext cx="37" cy="272"/>
              </a:xfrm>
              <a:custGeom>
                <a:avLst/>
                <a:gdLst>
                  <a:gd name="T0" fmla="*/ 36 w 37"/>
                  <a:gd name="T1" fmla="*/ 31 h 272"/>
                  <a:gd name="T2" fmla="*/ 36 w 37"/>
                  <a:gd name="T3" fmla="*/ 271 h 272"/>
                  <a:gd name="T4" fmla="*/ 0 w 37"/>
                  <a:gd name="T5" fmla="*/ 236 h 272"/>
                  <a:gd name="T6" fmla="*/ 0 w 37"/>
                  <a:gd name="T7" fmla="*/ 0 h 272"/>
                  <a:gd name="T8" fmla="*/ 36 w 37"/>
                  <a:gd name="T9" fmla="*/ 31 h 272"/>
                </a:gdLst>
                <a:ahLst/>
                <a:cxnLst>
                  <a:cxn ang="0">
                    <a:pos x="T0" y="T1"/>
                  </a:cxn>
                  <a:cxn ang="0">
                    <a:pos x="T2" y="T3"/>
                  </a:cxn>
                  <a:cxn ang="0">
                    <a:pos x="T4" y="T5"/>
                  </a:cxn>
                  <a:cxn ang="0">
                    <a:pos x="T6" y="T7"/>
                  </a:cxn>
                  <a:cxn ang="0">
                    <a:pos x="T8" y="T9"/>
                  </a:cxn>
                </a:cxnLst>
                <a:rect l="0" t="0" r="r" b="b"/>
                <a:pathLst>
                  <a:path w="37" h="272">
                    <a:moveTo>
                      <a:pt x="36" y="31"/>
                    </a:moveTo>
                    <a:lnTo>
                      <a:pt x="36" y="271"/>
                    </a:lnTo>
                    <a:lnTo>
                      <a:pt x="0" y="236"/>
                    </a:lnTo>
                    <a:lnTo>
                      <a:pt x="0" y="0"/>
                    </a:lnTo>
                    <a:lnTo>
                      <a:pt x="36" y="31"/>
                    </a:lnTo>
                  </a:path>
                </a:pathLst>
              </a:custGeom>
              <a:solidFill>
                <a:srgbClr val="7D7C6B"/>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689" name="Freeform 17"/>
              <p:cNvSpPr>
                <a:spLocks/>
              </p:cNvSpPr>
              <p:nvPr/>
            </p:nvSpPr>
            <p:spPr bwMode="auto">
              <a:xfrm>
                <a:off x="1576" y="2057"/>
                <a:ext cx="296" cy="239"/>
              </a:xfrm>
              <a:custGeom>
                <a:avLst/>
                <a:gdLst>
                  <a:gd name="T0" fmla="*/ 0 w 296"/>
                  <a:gd name="T1" fmla="*/ 238 h 239"/>
                  <a:gd name="T2" fmla="*/ 295 w 296"/>
                  <a:gd name="T3" fmla="*/ 238 h 239"/>
                  <a:gd name="T4" fmla="*/ 295 w 296"/>
                  <a:gd name="T5" fmla="*/ 0 h 239"/>
                  <a:gd name="T6" fmla="*/ 0 w 296"/>
                  <a:gd name="T7" fmla="*/ 0 h 239"/>
                  <a:gd name="T8" fmla="*/ 0 w 296"/>
                  <a:gd name="T9" fmla="*/ 238 h 239"/>
                </a:gdLst>
                <a:ahLst/>
                <a:cxnLst>
                  <a:cxn ang="0">
                    <a:pos x="T0" y="T1"/>
                  </a:cxn>
                  <a:cxn ang="0">
                    <a:pos x="T2" y="T3"/>
                  </a:cxn>
                  <a:cxn ang="0">
                    <a:pos x="T4" y="T5"/>
                  </a:cxn>
                  <a:cxn ang="0">
                    <a:pos x="T6" y="T7"/>
                  </a:cxn>
                  <a:cxn ang="0">
                    <a:pos x="T8" y="T9"/>
                  </a:cxn>
                </a:cxnLst>
                <a:rect l="0" t="0" r="r" b="b"/>
                <a:pathLst>
                  <a:path w="296" h="239">
                    <a:moveTo>
                      <a:pt x="0" y="238"/>
                    </a:moveTo>
                    <a:lnTo>
                      <a:pt x="295" y="238"/>
                    </a:lnTo>
                    <a:lnTo>
                      <a:pt x="295" y="0"/>
                    </a:lnTo>
                    <a:lnTo>
                      <a:pt x="0" y="0"/>
                    </a:lnTo>
                    <a:lnTo>
                      <a:pt x="0" y="238"/>
                    </a:lnTo>
                  </a:path>
                </a:pathLst>
              </a:custGeom>
              <a:solidFill>
                <a:srgbClr val="BCB7A4"/>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690" name="Freeform 18"/>
              <p:cNvSpPr>
                <a:spLocks/>
              </p:cNvSpPr>
              <p:nvPr/>
            </p:nvSpPr>
            <p:spPr bwMode="auto">
              <a:xfrm>
                <a:off x="1506" y="2319"/>
                <a:ext cx="60" cy="95"/>
              </a:xfrm>
              <a:custGeom>
                <a:avLst/>
                <a:gdLst>
                  <a:gd name="T0" fmla="*/ 59 w 60"/>
                  <a:gd name="T1" fmla="*/ 75 h 95"/>
                  <a:gd name="T2" fmla="*/ 59 w 60"/>
                  <a:gd name="T3" fmla="*/ 94 h 95"/>
                  <a:gd name="T4" fmla="*/ 0 w 60"/>
                  <a:gd name="T5" fmla="*/ 36 h 95"/>
                  <a:gd name="T6" fmla="*/ 0 w 60"/>
                  <a:gd name="T7" fmla="*/ 0 h 95"/>
                  <a:gd name="T8" fmla="*/ 59 w 60"/>
                  <a:gd name="T9" fmla="*/ 75 h 95"/>
                </a:gdLst>
                <a:ahLst/>
                <a:cxnLst>
                  <a:cxn ang="0">
                    <a:pos x="T0" y="T1"/>
                  </a:cxn>
                  <a:cxn ang="0">
                    <a:pos x="T2" y="T3"/>
                  </a:cxn>
                  <a:cxn ang="0">
                    <a:pos x="T4" y="T5"/>
                  </a:cxn>
                  <a:cxn ang="0">
                    <a:pos x="T6" y="T7"/>
                  </a:cxn>
                  <a:cxn ang="0">
                    <a:pos x="T8" y="T9"/>
                  </a:cxn>
                </a:cxnLst>
                <a:rect l="0" t="0" r="r" b="b"/>
                <a:pathLst>
                  <a:path w="60" h="95">
                    <a:moveTo>
                      <a:pt x="59" y="75"/>
                    </a:moveTo>
                    <a:lnTo>
                      <a:pt x="59" y="94"/>
                    </a:lnTo>
                    <a:lnTo>
                      <a:pt x="0" y="36"/>
                    </a:lnTo>
                    <a:lnTo>
                      <a:pt x="0" y="0"/>
                    </a:lnTo>
                    <a:lnTo>
                      <a:pt x="59" y="75"/>
                    </a:lnTo>
                  </a:path>
                </a:pathLst>
              </a:custGeom>
              <a:solidFill>
                <a:srgbClr val="7D7C6B"/>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691" name="Freeform 19"/>
              <p:cNvSpPr>
                <a:spLocks/>
              </p:cNvSpPr>
              <p:nvPr/>
            </p:nvSpPr>
            <p:spPr bwMode="auto">
              <a:xfrm>
                <a:off x="1562" y="2393"/>
                <a:ext cx="421" cy="19"/>
              </a:xfrm>
              <a:custGeom>
                <a:avLst/>
                <a:gdLst>
                  <a:gd name="T0" fmla="*/ 0 w 421"/>
                  <a:gd name="T1" fmla="*/ 18 h 19"/>
                  <a:gd name="T2" fmla="*/ 420 w 421"/>
                  <a:gd name="T3" fmla="*/ 18 h 19"/>
                  <a:gd name="T4" fmla="*/ 420 w 421"/>
                  <a:gd name="T5" fmla="*/ 0 h 19"/>
                  <a:gd name="T6" fmla="*/ 0 w 421"/>
                  <a:gd name="T7" fmla="*/ 0 h 19"/>
                  <a:gd name="T8" fmla="*/ 0 w 421"/>
                  <a:gd name="T9" fmla="*/ 18 h 19"/>
                </a:gdLst>
                <a:ahLst/>
                <a:cxnLst>
                  <a:cxn ang="0">
                    <a:pos x="T0" y="T1"/>
                  </a:cxn>
                  <a:cxn ang="0">
                    <a:pos x="T2" y="T3"/>
                  </a:cxn>
                  <a:cxn ang="0">
                    <a:pos x="T4" y="T5"/>
                  </a:cxn>
                  <a:cxn ang="0">
                    <a:pos x="T6" y="T7"/>
                  </a:cxn>
                  <a:cxn ang="0">
                    <a:pos x="T8" y="T9"/>
                  </a:cxn>
                </a:cxnLst>
                <a:rect l="0" t="0" r="r" b="b"/>
                <a:pathLst>
                  <a:path w="421" h="19">
                    <a:moveTo>
                      <a:pt x="0" y="18"/>
                    </a:moveTo>
                    <a:lnTo>
                      <a:pt x="420" y="18"/>
                    </a:lnTo>
                    <a:lnTo>
                      <a:pt x="420" y="0"/>
                    </a:lnTo>
                    <a:lnTo>
                      <a:pt x="0" y="0"/>
                    </a:lnTo>
                    <a:lnTo>
                      <a:pt x="0" y="18"/>
                    </a:lnTo>
                  </a:path>
                </a:pathLst>
              </a:custGeom>
              <a:solidFill>
                <a:srgbClr val="BCB7A4"/>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8692" name="Group 20"/>
              <p:cNvGrpSpPr>
                <a:grpSpLocks/>
              </p:cNvGrpSpPr>
              <p:nvPr/>
            </p:nvGrpSpPr>
            <p:grpSpPr bwMode="auto">
              <a:xfrm>
                <a:off x="1609" y="2081"/>
                <a:ext cx="235" cy="186"/>
                <a:chOff x="1609" y="2081"/>
                <a:chExt cx="235" cy="186"/>
              </a:xfrm>
            </p:grpSpPr>
            <p:sp>
              <p:nvSpPr>
                <p:cNvPr id="28693" name="Freeform 21"/>
                <p:cNvSpPr>
                  <a:spLocks/>
                </p:cNvSpPr>
                <p:nvPr/>
              </p:nvSpPr>
              <p:spPr bwMode="auto">
                <a:xfrm>
                  <a:off x="1609" y="2083"/>
                  <a:ext cx="235" cy="182"/>
                </a:xfrm>
                <a:custGeom>
                  <a:avLst/>
                  <a:gdLst>
                    <a:gd name="T0" fmla="*/ 0 w 235"/>
                    <a:gd name="T1" fmla="*/ 0 h 182"/>
                    <a:gd name="T2" fmla="*/ 234 w 235"/>
                    <a:gd name="T3" fmla="*/ 181 h 182"/>
                    <a:gd name="T4" fmla="*/ 0 w 235"/>
                    <a:gd name="T5" fmla="*/ 181 h 182"/>
                    <a:gd name="T6" fmla="*/ 0 w 235"/>
                    <a:gd name="T7" fmla="*/ 0 h 182"/>
                  </a:gdLst>
                  <a:ahLst/>
                  <a:cxnLst>
                    <a:cxn ang="0">
                      <a:pos x="T0" y="T1"/>
                    </a:cxn>
                    <a:cxn ang="0">
                      <a:pos x="T2" y="T3"/>
                    </a:cxn>
                    <a:cxn ang="0">
                      <a:pos x="T4" y="T5"/>
                    </a:cxn>
                    <a:cxn ang="0">
                      <a:pos x="T6" y="T7"/>
                    </a:cxn>
                  </a:cxnLst>
                  <a:rect l="0" t="0" r="r" b="b"/>
                  <a:pathLst>
                    <a:path w="235" h="182">
                      <a:moveTo>
                        <a:pt x="0" y="0"/>
                      </a:moveTo>
                      <a:lnTo>
                        <a:pt x="234" y="181"/>
                      </a:lnTo>
                      <a:lnTo>
                        <a:pt x="0" y="181"/>
                      </a:lnTo>
                      <a:lnTo>
                        <a:pt x="0" y="0"/>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694" name="Freeform 22"/>
                <p:cNvSpPr>
                  <a:spLocks/>
                </p:cNvSpPr>
                <p:nvPr/>
              </p:nvSpPr>
              <p:spPr bwMode="auto">
                <a:xfrm>
                  <a:off x="1609" y="2081"/>
                  <a:ext cx="235" cy="186"/>
                </a:xfrm>
                <a:custGeom>
                  <a:avLst/>
                  <a:gdLst>
                    <a:gd name="T0" fmla="*/ 0 w 235"/>
                    <a:gd name="T1" fmla="*/ 0 h 186"/>
                    <a:gd name="T2" fmla="*/ 234 w 235"/>
                    <a:gd name="T3" fmla="*/ 0 h 186"/>
                    <a:gd name="T4" fmla="*/ 234 w 235"/>
                    <a:gd name="T5" fmla="*/ 185 h 186"/>
                    <a:gd name="T6" fmla="*/ 0 w 235"/>
                    <a:gd name="T7" fmla="*/ 0 h 186"/>
                  </a:gdLst>
                  <a:ahLst/>
                  <a:cxnLst>
                    <a:cxn ang="0">
                      <a:pos x="T0" y="T1"/>
                    </a:cxn>
                    <a:cxn ang="0">
                      <a:pos x="T2" y="T3"/>
                    </a:cxn>
                    <a:cxn ang="0">
                      <a:pos x="T4" y="T5"/>
                    </a:cxn>
                    <a:cxn ang="0">
                      <a:pos x="T6" y="T7"/>
                    </a:cxn>
                  </a:cxnLst>
                  <a:rect l="0" t="0" r="r" b="b"/>
                  <a:pathLst>
                    <a:path w="235" h="186">
                      <a:moveTo>
                        <a:pt x="0" y="0"/>
                      </a:moveTo>
                      <a:lnTo>
                        <a:pt x="234" y="0"/>
                      </a:lnTo>
                      <a:lnTo>
                        <a:pt x="234" y="185"/>
                      </a:lnTo>
                      <a:lnTo>
                        <a:pt x="0" y="0"/>
                      </a:lnTo>
                    </a:path>
                  </a:pathLst>
                </a:custGeom>
                <a:solidFill>
                  <a:srgbClr val="959483"/>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8695" name="Freeform 23"/>
              <p:cNvSpPr>
                <a:spLocks/>
              </p:cNvSpPr>
              <p:nvPr/>
            </p:nvSpPr>
            <p:spPr bwMode="auto">
              <a:xfrm>
                <a:off x="1505" y="2321"/>
                <a:ext cx="477" cy="76"/>
              </a:xfrm>
              <a:custGeom>
                <a:avLst/>
                <a:gdLst>
                  <a:gd name="T0" fmla="*/ 476 w 477"/>
                  <a:gd name="T1" fmla="*/ 75 h 76"/>
                  <a:gd name="T2" fmla="*/ 56 w 477"/>
                  <a:gd name="T3" fmla="*/ 75 h 76"/>
                  <a:gd name="T4" fmla="*/ 0 w 477"/>
                  <a:gd name="T5" fmla="*/ 0 h 76"/>
                  <a:gd name="T6" fmla="*/ 418 w 477"/>
                  <a:gd name="T7" fmla="*/ 0 h 76"/>
                  <a:gd name="T8" fmla="*/ 476 w 477"/>
                  <a:gd name="T9" fmla="*/ 75 h 76"/>
                </a:gdLst>
                <a:ahLst/>
                <a:cxnLst>
                  <a:cxn ang="0">
                    <a:pos x="T0" y="T1"/>
                  </a:cxn>
                  <a:cxn ang="0">
                    <a:pos x="T2" y="T3"/>
                  </a:cxn>
                  <a:cxn ang="0">
                    <a:pos x="T4" y="T5"/>
                  </a:cxn>
                  <a:cxn ang="0">
                    <a:pos x="T6" y="T7"/>
                  </a:cxn>
                  <a:cxn ang="0">
                    <a:pos x="T8" y="T9"/>
                  </a:cxn>
                </a:cxnLst>
                <a:rect l="0" t="0" r="r" b="b"/>
                <a:pathLst>
                  <a:path w="477" h="76">
                    <a:moveTo>
                      <a:pt x="476" y="75"/>
                    </a:moveTo>
                    <a:lnTo>
                      <a:pt x="56" y="75"/>
                    </a:lnTo>
                    <a:lnTo>
                      <a:pt x="0" y="0"/>
                    </a:lnTo>
                    <a:lnTo>
                      <a:pt x="418" y="0"/>
                    </a:lnTo>
                    <a:lnTo>
                      <a:pt x="476" y="75"/>
                    </a:lnTo>
                  </a:path>
                </a:pathLst>
              </a:custGeom>
              <a:gradFill rotWithShape="0">
                <a:gsLst>
                  <a:gs pos="0">
                    <a:srgbClr val="7D7C6B"/>
                  </a:gs>
                  <a:gs pos="100000">
                    <a:srgbClr val="7D7C6B">
                      <a:gamma/>
                      <a:tint val="30196"/>
                      <a:invGamma/>
                    </a:srgbClr>
                  </a:gs>
                </a:gsLst>
                <a:lin ang="1890000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696" name="Line 24"/>
              <p:cNvSpPr>
                <a:spLocks noChangeShapeType="1"/>
              </p:cNvSpPr>
              <p:nvPr/>
            </p:nvSpPr>
            <p:spPr bwMode="auto">
              <a:xfrm>
                <a:off x="1542" y="2027"/>
                <a:ext cx="0" cy="235"/>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8697" name="Freeform 25"/>
            <p:cNvSpPr>
              <a:spLocks/>
            </p:cNvSpPr>
            <p:nvPr/>
          </p:nvSpPr>
          <p:spPr bwMode="auto">
            <a:xfrm>
              <a:off x="1619" y="2090"/>
              <a:ext cx="215" cy="168"/>
            </a:xfrm>
            <a:custGeom>
              <a:avLst/>
              <a:gdLst>
                <a:gd name="T0" fmla="*/ 0 w 215"/>
                <a:gd name="T1" fmla="*/ 167 h 168"/>
                <a:gd name="T2" fmla="*/ 214 w 215"/>
                <a:gd name="T3" fmla="*/ 167 h 168"/>
                <a:gd name="T4" fmla="*/ 214 w 215"/>
                <a:gd name="T5" fmla="*/ 0 h 168"/>
                <a:gd name="T6" fmla="*/ 0 w 215"/>
                <a:gd name="T7" fmla="*/ 0 h 168"/>
                <a:gd name="T8" fmla="*/ 0 w 215"/>
                <a:gd name="T9" fmla="*/ 167 h 168"/>
              </a:gdLst>
              <a:ahLst/>
              <a:cxnLst>
                <a:cxn ang="0">
                  <a:pos x="T0" y="T1"/>
                </a:cxn>
                <a:cxn ang="0">
                  <a:pos x="T2" y="T3"/>
                </a:cxn>
                <a:cxn ang="0">
                  <a:pos x="T4" y="T5"/>
                </a:cxn>
                <a:cxn ang="0">
                  <a:pos x="T6" y="T7"/>
                </a:cxn>
                <a:cxn ang="0">
                  <a:pos x="T8" y="T9"/>
                </a:cxn>
              </a:cxnLst>
              <a:rect l="0" t="0" r="r" b="b"/>
              <a:pathLst>
                <a:path w="215" h="168">
                  <a:moveTo>
                    <a:pt x="0" y="167"/>
                  </a:moveTo>
                  <a:lnTo>
                    <a:pt x="214" y="167"/>
                  </a:lnTo>
                  <a:lnTo>
                    <a:pt x="214" y="0"/>
                  </a:lnTo>
                  <a:lnTo>
                    <a:pt x="0" y="0"/>
                  </a:lnTo>
                  <a:lnTo>
                    <a:pt x="0" y="167"/>
                  </a:lnTo>
                </a:path>
              </a:pathLst>
            </a:custGeom>
            <a:gradFill rotWithShape="0">
              <a:gsLst>
                <a:gs pos="0">
                  <a:srgbClr val="33CC33">
                    <a:gamma/>
                    <a:shade val="69804"/>
                    <a:invGamma/>
                  </a:srgbClr>
                </a:gs>
                <a:gs pos="100000">
                  <a:srgbClr val="33CC33"/>
                </a:gs>
              </a:gsLst>
              <a:lin ang="1890000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8698" name="Line 26"/>
          <p:cNvSpPr>
            <a:spLocks noChangeShapeType="1"/>
          </p:cNvSpPr>
          <p:nvPr/>
        </p:nvSpPr>
        <p:spPr bwMode="auto">
          <a:xfrm rot="5400000" flipH="1">
            <a:off x="3657600" y="4121424"/>
            <a:ext cx="3048000"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8699" name="Group 27"/>
          <p:cNvGrpSpPr>
            <a:grpSpLocks/>
          </p:cNvGrpSpPr>
          <p:nvPr/>
        </p:nvGrpSpPr>
        <p:grpSpPr bwMode="auto">
          <a:xfrm>
            <a:off x="7239000" y="1759225"/>
            <a:ext cx="965200" cy="739775"/>
            <a:chOff x="1505" y="2024"/>
            <a:chExt cx="478" cy="390"/>
          </a:xfrm>
        </p:grpSpPr>
        <p:grpSp>
          <p:nvGrpSpPr>
            <p:cNvPr id="28700" name="Group 28"/>
            <p:cNvGrpSpPr>
              <a:grpSpLocks/>
            </p:cNvGrpSpPr>
            <p:nvPr/>
          </p:nvGrpSpPr>
          <p:grpSpPr bwMode="auto">
            <a:xfrm>
              <a:off x="1505" y="2024"/>
              <a:ext cx="478" cy="390"/>
              <a:chOff x="1505" y="2024"/>
              <a:chExt cx="478" cy="390"/>
            </a:xfrm>
          </p:grpSpPr>
          <p:sp>
            <p:nvSpPr>
              <p:cNvPr id="28701" name="Freeform 29"/>
              <p:cNvSpPr>
                <a:spLocks/>
              </p:cNvSpPr>
              <p:nvPr/>
            </p:nvSpPr>
            <p:spPr bwMode="auto">
              <a:xfrm>
                <a:off x="1507" y="2050"/>
                <a:ext cx="56" cy="225"/>
              </a:xfrm>
              <a:custGeom>
                <a:avLst/>
                <a:gdLst>
                  <a:gd name="T0" fmla="*/ 52 w 56"/>
                  <a:gd name="T1" fmla="*/ 10 h 225"/>
                  <a:gd name="T2" fmla="*/ 55 w 56"/>
                  <a:gd name="T3" fmla="*/ 224 h 225"/>
                  <a:gd name="T4" fmla="*/ 0 w 56"/>
                  <a:gd name="T5" fmla="*/ 142 h 225"/>
                  <a:gd name="T6" fmla="*/ 0 w 56"/>
                  <a:gd name="T7" fmla="*/ 0 h 225"/>
                  <a:gd name="T8" fmla="*/ 52 w 56"/>
                  <a:gd name="T9" fmla="*/ 10 h 225"/>
                </a:gdLst>
                <a:ahLst/>
                <a:cxnLst>
                  <a:cxn ang="0">
                    <a:pos x="T0" y="T1"/>
                  </a:cxn>
                  <a:cxn ang="0">
                    <a:pos x="T2" y="T3"/>
                  </a:cxn>
                  <a:cxn ang="0">
                    <a:pos x="T4" y="T5"/>
                  </a:cxn>
                  <a:cxn ang="0">
                    <a:pos x="T6" y="T7"/>
                  </a:cxn>
                  <a:cxn ang="0">
                    <a:pos x="T8" y="T9"/>
                  </a:cxn>
                </a:cxnLst>
                <a:rect l="0" t="0" r="r" b="b"/>
                <a:pathLst>
                  <a:path w="56" h="225">
                    <a:moveTo>
                      <a:pt x="52" y="10"/>
                    </a:moveTo>
                    <a:lnTo>
                      <a:pt x="55" y="224"/>
                    </a:lnTo>
                    <a:lnTo>
                      <a:pt x="0" y="142"/>
                    </a:lnTo>
                    <a:lnTo>
                      <a:pt x="0" y="0"/>
                    </a:lnTo>
                    <a:lnTo>
                      <a:pt x="52" y="10"/>
                    </a:lnTo>
                  </a:path>
                </a:pathLst>
              </a:custGeom>
              <a:solidFill>
                <a:srgbClr val="7D7C6B"/>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702" name="Freeform 30"/>
              <p:cNvSpPr>
                <a:spLocks/>
              </p:cNvSpPr>
              <p:nvPr/>
            </p:nvSpPr>
            <p:spPr bwMode="auto">
              <a:xfrm>
                <a:off x="1505" y="2050"/>
                <a:ext cx="260" cy="17"/>
              </a:xfrm>
              <a:custGeom>
                <a:avLst/>
                <a:gdLst>
                  <a:gd name="T0" fmla="*/ 259 w 260"/>
                  <a:gd name="T1" fmla="*/ 16 h 17"/>
                  <a:gd name="T2" fmla="*/ 53 w 260"/>
                  <a:gd name="T3" fmla="*/ 16 h 17"/>
                  <a:gd name="T4" fmla="*/ 0 w 260"/>
                  <a:gd name="T5" fmla="*/ 0 h 17"/>
                  <a:gd name="T6" fmla="*/ 202 w 260"/>
                  <a:gd name="T7" fmla="*/ 0 h 17"/>
                  <a:gd name="T8" fmla="*/ 259 w 260"/>
                  <a:gd name="T9" fmla="*/ 16 h 17"/>
                </a:gdLst>
                <a:ahLst/>
                <a:cxnLst>
                  <a:cxn ang="0">
                    <a:pos x="T0" y="T1"/>
                  </a:cxn>
                  <a:cxn ang="0">
                    <a:pos x="T2" y="T3"/>
                  </a:cxn>
                  <a:cxn ang="0">
                    <a:pos x="T4" y="T5"/>
                  </a:cxn>
                  <a:cxn ang="0">
                    <a:pos x="T6" y="T7"/>
                  </a:cxn>
                  <a:cxn ang="0">
                    <a:pos x="T8" y="T9"/>
                  </a:cxn>
                </a:cxnLst>
                <a:rect l="0" t="0" r="r" b="b"/>
                <a:pathLst>
                  <a:path w="260" h="17">
                    <a:moveTo>
                      <a:pt x="259" y="16"/>
                    </a:moveTo>
                    <a:lnTo>
                      <a:pt x="53" y="16"/>
                    </a:lnTo>
                    <a:lnTo>
                      <a:pt x="0" y="0"/>
                    </a:lnTo>
                    <a:lnTo>
                      <a:pt x="202" y="0"/>
                    </a:lnTo>
                    <a:lnTo>
                      <a:pt x="259" y="16"/>
                    </a:lnTo>
                  </a:path>
                </a:pathLst>
              </a:custGeom>
              <a:solidFill>
                <a:srgbClr val="E9E7D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703" name="Freeform 31"/>
              <p:cNvSpPr>
                <a:spLocks/>
              </p:cNvSpPr>
              <p:nvPr/>
            </p:nvSpPr>
            <p:spPr bwMode="auto">
              <a:xfrm>
                <a:off x="1610" y="2311"/>
                <a:ext cx="250" cy="22"/>
              </a:xfrm>
              <a:custGeom>
                <a:avLst/>
                <a:gdLst>
                  <a:gd name="T0" fmla="*/ 0 w 250"/>
                  <a:gd name="T1" fmla="*/ 21 h 22"/>
                  <a:gd name="T2" fmla="*/ 249 w 250"/>
                  <a:gd name="T3" fmla="*/ 21 h 22"/>
                  <a:gd name="T4" fmla="*/ 249 w 250"/>
                  <a:gd name="T5" fmla="*/ 0 h 22"/>
                  <a:gd name="T6" fmla="*/ 0 w 250"/>
                  <a:gd name="T7" fmla="*/ 0 h 22"/>
                  <a:gd name="T8" fmla="*/ 0 w 250"/>
                  <a:gd name="T9" fmla="*/ 21 h 22"/>
                </a:gdLst>
                <a:ahLst/>
                <a:cxnLst>
                  <a:cxn ang="0">
                    <a:pos x="T0" y="T1"/>
                  </a:cxn>
                  <a:cxn ang="0">
                    <a:pos x="T2" y="T3"/>
                  </a:cxn>
                  <a:cxn ang="0">
                    <a:pos x="T4" y="T5"/>
                  </a:cxn>
                  <a:cxn ang="0">
                    <a:pos x="T6" y="T7"/>
                  </a:cxn>
                  <a:cxn ang="0">
                    <a:pos x="T8" y="T9"/>
                  </a:cxn>
                </a:cxnLst>
                <a:rect l="0" t="0" r="r" b="b"/>
                <a:pathLst>
                  <a:path w="250" h="22">
                    <a:moveTo>
                      <a:pt x="0" y="21"/>
                    </a:moveTo>
                    <a:lnTo>
                      <a:pt x="249" y="21"/>
                    </a:lnTo>
                    <a:lnTo>
                      <a:pt x="249" y="0"/>
                    </a:lnTo>
                    <a:lnTo>
                      <a:pt x="0" y="0"/>
                    </a:lnTo>
                    <a:lnTo>
                      <a:pt x="0" y="21"/>
                    </a:lnTo>
                  </a:path>
                </a:pathLst>
              </a:custGeom>
              <a:solidFill>
                <a:srgbClr val="BCB7A4"/>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704" name="Freeform 32"/>
              <p:cNvSpPr>
                <a:spLocks/>
              </p:cNvSpPr>
              <p:nvPr/>
            </p:nvSpPr>
            <p:spPr bwMode="auto">
              <a:xfrm>
                <a:off x="1565" y="2267"/>
                <a:ext cx="289" cy="47"/>
              </a:xfrm>
              <a:custGeom>
                <a:avLst/>
                <a:gdLst>
                  <a:gd name="T0" fmla="*/ 288 w 289"/>
                  <a:gd name="T1" fmla="*/ 46 h 47"/>
                  <a:gd name="T2" fmla="*/ 49 w 289"/>
                  <a:gd name="T3" fmla="*/ 46 h 47"/>
                  <a:gd name="T4" fmla="*/ 0 w 289"/>
                  <a:gd name="T5" fmla="*/ 0 h 47"/>
                  <a:gd name="T6" fmla="*/ 238 w 289"/>
                  <a:gd name="T7" fmla="*/ 0 h 47"/>
                  <a:gd name="T8" fmla="*/ 288 w 289"/>
                  <a:gd name="T9" fmla="*/ 46 h 47"/>
                </a:gdLst>
                <a:ahLst/>
                <a:cxnLst>
                  <a:cxn ang="0">
                    <a:pos x="T0" y="T1"/>
                  </a:cxn>
                  <a:cxn ang="0">
                    <a:pos x="T2" y="T3"/>
                  </a:cxn>
                  <a:cxn ang="0">
                    <a:pos x="T4" y="T5"/>
                  </a:cxn>
                  <a:cxn ang="0">
                    <a:pos x="T6" y="T7"/>
                  </a:cxn>
                  <a:cxn ang="0">
                    <a:pos x="T8" y="T9"/>
                  </a:cxn>
                </a:cxnLst>
                <a:rect l="0" t="0" r="r" b="b"/>
                <a:pathLst>
                  <a:path w="289" h="47">
                    <a:moveTo>
                      <a:pt x="288" y="46"/>
                    </a:moveTo>
                    <a:lnTo>
                      <a:pt x="49" y="46"/>
                    </a:lnTo>
                    <a:lnTo>
                      <a:pt x="0" y="0"/>
                    </a:lnTo>
                    <a:lnTo>
                      <a:pt x="238" y="0"/>
                    </a:lnTo>
                    <a:lnTo>
                      <a:pt x="288" y="46"/>
                    </a:lnTo>
                  </a:path>
                </a:pathLst>
              </a:custGeom>
              <a:solidFill>
                <a:srgbClr val="E9E7D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705" name="Freeform 33"/>
              <p:cNvSpPr>
                <a:spLocks/>
              </p:cNvSpPr>
              <p:nvPr/>
            </p:nvSpPr>
            <p:spPr bwMode="auto">
              <a:xfrm>
                <a:off x="1566" y="2265"/>
                <a:ext cx="52" cy="72"/>
              </a:xfrm>
              <a:custGeom>
                <a:avLst/>
                <a:gdLst>
                  <a:gd name="T0" fmla="*/ 51 w 52"/>
                  <a:gd name="T1" fmla="*/ 46 h 72"/>
                  <a:gd name="T2" fmla="*/ 51 w 52"/>
                  <a:gd name="T3" fmla="*/ 71 h 72"/>
                  <a:gd name="T4" fmla="*/ 0 w 52"/>
                  <a:gd name="T5" fmla="*/ 21 h 72"/>
                  <a:gd name="T6" fmla="*/ 0 w 52"/>
                  <a:gd name="T7" fmla="*/ 0 h 72"/>
                  <a:gd name="T8" fmla="*/ 51 w 52"/>
                  <a:gd name="T9" fmla="*/ 46 h 72"/>
                </a:gdLst>
                <a:ahLst/>
                <a:cxnLst>
                  <a:cxn ang="0">
                    <a:pos x="T0" y="T1"/>
                  </a:cxn>
                  <a:cxn ang="0">
                    <a:pos x="T2" y="T3"/>
                  </a:cxn>
                  <a:cxn ang="0">
                    <a:pos x="T4" y="T5"/>
                  </a:cxn>
                  <a:cxn ang="0">
                    <a:pos x="T6" y="T7"/>
                  </a:cxn>
                  <a:cxn ang="0">
                    <a:pos x="T8" y="T9"/>
                  </a:cxn>
                </a:cxnLst>
                <a:rect l="0" t="0" r="r" b="b"/>
                <a:pathLst>
                  <a:path w="52" h="72">
                    <a:moveTo>
                      <a:pt x="51" y="46"/>
                    </a:moveTo>
                    <a:lnTo>
                      <a:pt x="51" y="71"/>
                    </a:lnTo>
                    <a:lnTo>
                      <a:pt x="0" y="21"/>
                    </a:lnTo>
                    <a:lnTo>
                      <a:pt x="0" y="0"/>
                    </a:lnTo>
                    <a:lnTo>
                      <a:pt x="51" y="46"/>
                    </a:lnTo>
                  </a:path>
                </a:pathLst>
              </a:custGeom>
              <a:solidFill>
                <a:srgbClr val="7D7C6B"/>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706" name="Freeform 34"/>
              <p:cNvSpPr>
                <a:spLocks/>
              </p:cNvSpPr>
              <p:nvPr/>
            </p:nvSpPr>
            <p:spPr bwMode="auto">
              <a:xfrm>
                <a:off x="1542" y="2024"/>
                <a:ext cx="332" cy="37"/>
              </a:xfrm>
              <a:custGeom>
                <a:avLst/>
                <a:gdLst>
                  <a:gd name="T0" fmla="*/ 331 w 332"/>
                  <a:gd name="T1" fmla="*/ 36 h 37"/>
                  <a:gd name="T2" fmla="*/ 35 w 332"/>
                  <a:gd name="T3" fmla="*/ 36 h 37"/>
                  <a:gd name="T4" fmla="*/ 0 w 332"/>
                  <a:gd name="T5" fmla="*/ 0 h 37"/>
                  <a:gd name="T6" fmla="*/ 291 w 332"/>
                  <a:gd name="T7" fmla="*/ 0 h 37"/>
                  <a:gd name="T8" fmla="*/ 331 w 332"/>
                  <a:gd name="T9" fmla="*/ 36 h 37"/>
                </a:gdLst>
                <a:ahLst/>
                <a:cxnLst>
                  <a:cxn ang="0">
                    <a:pos x="T0" y="T1"/>
                  </a:cxn>
                  <a:cxn ang="0">
                    <a:pos x="T2" y="T3"/>
                  </a:cxn>
                  <a:cxn ang="0">
                    <a:pos x="T4" y="T5"/>
                  </a:cxn>
                  <a:cxn ang="0">
                    <a:pos x="T6" y="T7"/>
                  </a:cxn>
                  <a:cxn ang="0">
                    <a:pos x="T8" y="T9"/>
                  </a:cxn>
                </a:cxnLst>
                <a:rect l="0" t="0" r="r" b="b"/>
                <a:pathLst>
                  <a:path w="332" h="37">
                    <a:moveTo>
                      <a:pt x="331" y="36"/>
                    </a:moveTo>
                    <a:lnTo>
                      <a:pt x="35" y="36"/>
                    </a:lnTo>
                    <a:lnTo>
                      <a:pt x="0" y="0"/>
                    </a:lnTo>
                    <a:lnTo>
                      <a:pt x="291" y="0"/>
                    </a:lnTo>
                    <a:lnTo>
                      <a:pt x="331" y="36"/>
                    </a:lnTo>
                  </a:path>
                </a:pathLst>
              </a:custGeom>
              <a:gradFill rotWithShape="0">
                <a:gsLst>
                  <a:gs pos="0">
                    <a:srgbClr val="7D7C6B"/>
                  </a:gs>
                  <a:gs pos="100000">
                    <a:srgbClr val="7D7C6B">
                      <a:gamma/>
                      <a:tint val="30196"/>
                      <a:invGamma/>
                    </a:srgbClr>
                  </a:gs>
                </a:gsLst>
                <a:lin ang="270000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707" name="Freeform 35"/>
              <p:cNvSpPr>
                <a:spLocks/>
              </p:cNvSpPr>
              <p:nvPr/>
            </p:nvSpPr>
            <p:spPr bwMode="auto">
              <a:xfrm>
                <a:off x="1543" y="2024"/>
                <a:ext cx="37" cy="272"/>
              </a:xfrm>
              <a:custGeom>
                <a:avLst/>
                <a:gdLst>
                  <a:gd name="T0" fmla="*/ 36 w 37"/>
                  <a:gd name="T1" fmla="*/ 31 h 272"/>
                  <a:gd name="T2" fmla="*/ 36 w 37"/>
                  <a:gd name="T3" fmla="*/ 271 h 272"/>
                  <a:gd name="T4" fmla="*/ 0 w 37"/>
                  <a:gd name="T5" fmla="*/ 236 h 272"/>
                  <a:gd name="T6" fmla="*/ 0 w 37"/>
                  <a:gd name="T7" fmla="*/ 0 h 272"/>
                  <a:gd name="T8" fmla="*/ 36 w 37"/>
                  <a:gd name="T9" fmla="*/ 31 h 272"/>
                </a:gdLst>
                <a:ahLst/>
                <a:cxnLst>
                  <a:cxn ang="0">
                    <a:pos x="T0" y="T1"/>
                  </a:cxn>
                  <a:cxn ang="0">
                    <a:pos x="T2" y="T3"/>
                  </a:cxn>
                  <a:cxn ang="0">
                    <a:pos x="T4" y="T5"/>
                  </a:cxn>
                  <a:cxn ang="0">
                    <a:pos x="T6" y="T7"/>
                  </a:cxn>
                  <a:cxn ang="0">
                    <a:pos x="T8" y="T9"/>
                  </a:cxn>
                </a:cxnLst>
                <a:rect l="0" t="0" r="r" b="b"/>
                <a:pathLst>
                  <a:path w="37" h="272">
                    <a:moveTo>
                      <a:pt x="36" y="31"/>
                    </a:moveTo>
                    <a:lnTo>
                      <a:pt x="36" y="271"/>
                    </a:lnTo>
                    <a:lnTo>
                      <a:pt x="0" y="236"/>
                    </a:lnTo>
                    <a:lnTo>
                      <a:pt x="0" y="0"/>
                    </a:lnTo>
                    <a:lnTo>
                      <a:pt x="36" y="31"/>
                    </a:lnTo>
                  </a:path>
                </a:pathLst>
              </a:custGeom>
              <a:solidFill>
                <a:srgbClr val="7D7C6B"/>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708" name="Freeform 36"/>
              <p:cNvSpPr>
                <a:spLocks/>
              </p:cNvSpPr>
              <p:nvPr/>
            </p:nvSpPr>
            <p:spPr bwMode="auto">
              <a:xfrm>
                <a:off x="1576" y="2057"/>
                <a:ext cx="296" cy="239"/>
              </a:xfrm>
              <a:custGeom>
                <a:avLst/>
                <a:gdLst>
                  <a:gd name="T0" fmla="*/ 0 w 296"/>
                  <a:gd name="T1" fmla="*/ 238 h 239"/>
                  <a:gd name="T2" fmla="*/ 295 w 296"/>
                  <a:gd name="T3" fmla="*/ 238 h 239"/>
                  <a:gd name="T4" fmla="*/ 295 w 296"/>
                  <a:gd name="T5" fmla="*/ 0 h 239"/>
                  <a:gd name="T6" fmla="*/ 0 w 296"/>
                  <a:gd name="T7" fmla="*/ 0 h 239"/>
                  <a:gd name="T8" fmla="*/ 0 w 296"/>
                  <a:gd name="T9" fmla="*/ 238 h 239"/>
                </a:gdLst>
                <a:ahLst/>
                <a:cxnLst>
                  <a:cxn ang="0">
                    <a:pos x="T0" y="T1"/>
                  </a:cxn>
                  <a:cxn ang="0">
                    <a:pos x="T2" y="T3"/>
                  </a:cxn>
                  <a:cxn ang="0">
                    <a:pos x="T4" y="T5"/>
                  </a:cxn>
                  <a:cxn ang="0">
                    <a:pos x="T6" y="T7"/>
                  </a:cxn>
                  <a:cxn ang="0">
                    <a:pos x="T8" y="T9"/>
                  </a:cxn>
                </a:cxnLst>
                <a:rect l="0" t="0" r="r" b="b"/>
                <a:pathLst>
                  <a:path w="296" h="239">
                    <a:moveTo>
                      <a:pt x="0" y="238"/>
                    </a:moveTo>
                    <a:lnTo>
                      <a:pt x="295" y="238"/>
                    </a:lnTo>
                    <a:lnTo>
                      <a:pt x="295" y="0"/>
                    </a:lnTo>
                    <a:lnTo>
                      <a:pt x="0" y="0"/>
                    </a:lnTo>
                    <a:lnTo>
                      <a:pt x="0" y="238"/>
                    </a:lnTo>
                  </a:path>
                </a:pathLst>
              </a:custGeom>
              <a:solidFill>
                <a:srgbClr val="BCB7A4"/>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709" name="Freeform 37"/>
              <p:cNvSpPr>
                <a:spLocks/>
              </p:cNvSpPr>
              <p:nvPr/>
            </p:nvSpPr>
            <p:spPr bwMode="auto">
              <a:xfrm>
                <a:off x="1506" y="2319"/>
                <a:ext cx="60" cy="95"/>
              </a:xfrm>
              <a:custGeom>
                <a:avLst/>
                <a:gdLst>
                  <a:gd name="T0" fmla="*/ 59 w 60"/>
                  <a:gd name="T1" fmla="*/ 75 h 95"/>
                  <a:gd name="T2" fmla="*/ 59 w 60"/>
                  <a:gd name="T3" fmla="*/ 94 h 95"/>
                  <a:gd name="T4" fmla="*/ 0 w 60"/>
                  <a:gd name="T5" fmla="*/ 36 h 95"/>
                  <a:gd name="T6" fmla="*/ 0 w 60"/>
                  <a:gd name="T7" fmla="*/ 0 h 95"/>
                  <a:gd name="T8" fmla="*/ 59 w 60"/>
                  <a:gd name="T9" fmla="*/ 75 h 95"/>
                </a:gdLst>
                <a:ahLst/>
                <a:cxnLst>
                  <a:cxn ang="0">
                    <a:pos x="T0" y="T1"/>
                  </a:cxn>
                  <a:cxn ang="0">
                    <a:pos x="T2" y="T3"/>
                  </a:cxn>
                  <a:cxn ang="0">
                    <a:pos x="T4" y="T5"/>
                  </a:cxn>
                  <a:cxn ang="0">
                    <a:pos x="T6" y="T7"/>
                  </a:cxn>
                  <a:cxn ang="0">
                    <a:pos x="T8" y="T9"/>
                  </a:cxn>
                </a:cxnLst>
                <a:rect l="0" t="0" r="r" b="b"/>
                <a:pathLst>
                  <a:path w="60" h="95">
                    <a:moveTo>
                      <a:pt x="59" y="75"/>
                    </a:moveTo>
                    <a:lnTo>
                      <a:pt x="59" y="94"/>
                    </a:lnTo>
                    <a:lnTo>
                      <a:pt x="0" y="36"/>
                    </a:lnTo>
                    <a:lnTo>
                      <a:pt x="0" y="0"/>
                    </a:lnTo>
                    <a:lnTo>
                      <a:pt x="59" y="75"/>
                    </a:lnTo>
                  </a:path>
                </a:pathLst>
              </a:custGeom>
              <a:solidFill>
                <a:srgbClr val="7D7C6B"/>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710" name="Freeform 38"/>
              <p:cNvSpPr>
                <a:spLocks/>
              </p:cNvSpPr>
              <p:nvPr/>
            </p:nvSpPr>
            <p:spPr bwMode="auto">
              <a:xfrm>
                <a:off x="1562" y="2393"/>
                <a:ext cx="421" cy="19"/>
              </a:xfrm>
              <a:custGeom>
                <a:avLst/>
                <a:gdLst>
                  <a:gd name="T0" fmla="*/ 0 w 421"/>
                  <a:gd name="T1" fmla="*/ 18 h 19"/>
                  <a:gd name="T2" fmla="*/ 420 w 421"/>
                  <a:gd name="T3" fmla="*/ 18 h 19"/>
                  <a:gd name="T4" fmla="*/ 420 w 421"/>
                  <a:gd name="T5" fmla="*/ 0 h 19"/>
                  <a:gd name="T6" fmla="*/ 0 w 421"/>
                  <a:gd name="T7" fmla="*/ 0 h 19"/>
                  <a:gd name="T8" fmla="*/ 0 w 421"/>
                  <a:gd name="T9" fmla="*/ 18 h 19"/>
                </a:gdLst>
                <a:ahLst/>
                <a:cxnLst>
                  <a:cxn ang="0">
                    <a:pos x="T0" y="T1"/>
                  </a:cxn>
                  <a:cxn ang="0">
                    <a:pos x="T2" y="T3"/>
                  </a:cxn>
                  <a:cxn ang="0">
                    <a:pos x="T4" y="T5"/>
                  </a:cxn>
                  <a:cxn ang="0">
                    <a:pos x="T6" y="T7"/>
                  </a:cxn>
                  <a:cxn ang="0">
                    <a:pos x="T8" y="T9"/>
                  </a:cxn>
                </a:cxnLst>
                <a:rect l="0" t="0" r="r" b="b"/>
                <a:pathLst>
                  <a:path w="421" h="19">
                    <a:moveTo>
                      <a:pt x="0" y="18"/>
                    </a:moveTo>
                    <a:lnTo>
                      <a:pt x="420" y="18"/>
                    </a:lnTo>
                    <a:lnTo>
                      <a:pt x="420" y="0"/>
                    </a:lnTo>
                    <a:lnTo>
                      <a:pt x="0" y="0"/>
                    </a:lnTo>
                    <a:lnTo>
                      <a:pt x="0" y="18"/>
                    </a:lnTo>
                  </a:path>
                </a:pathLst>
              </a:custGeom>
              <a:solidFill>
                <a:srgbClr val="BCB7A4"/>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8711" name="Group 39"/>
              <p:cNvGrpSpPr>
                <a:grpSpLocks/>
              </p:cNvGrpSpPr>
              <p:nvPr/>
            </p:nvGrpSpPr>
            <p:grpSpPr bwMode="auto">
              <a:xfrm>
                <a:off x="1609" y="2081"/>
                <a:ext cx="235" cy="186"/>
                <a:chOff x="1609" y="2081"/>
                <a:chExt cx="235" cy="186"/>
              </a:xfrm>
            </p:grpSpPr>
            <p:sp>
              <p:nvSpPr>
                <p:cNvPr id="28712" name="Freeform 40"/>
                <p:cNvSpPr>
                  <a:spLocks/>
                </p:cNvSpPr>
                <p:nvPr/>
              </p:nvSpPr>
              <p:spPr bwMode="auto">
                <a:xfrm>
                  <a:off x="1609" y="2083"/>
                  <a:ext cx="235" cy="182"/>
                </a:xfrm>
                <a:custGeom>
                  <a:avLst/>
                  <a:gdLst>
                    <a:gd name="T0" fmla="*/ 0 w 235"/>
                    <a:gd name="T1" fmla="*/ 0 h 182"/>
                    <a:gd name="T2" fmla="*/ 234 w 235"/>
                    <a:gd name="T3" fmla="*/ 181 h 182"/>
                    <a:gd name="T4" fmla="*/ 0 w 235"/>
                    <a:gd name="T5" fmla="*/ 181 h 182"/>
                    <a:gd name="T6" fmla="*/ 0 w 235"/>
                    <a:gd name="T7" fmla="*/ 0 h 182"/>
                  </a:gdLst>
                  <a:ahLst/>
                  <a:cxnLst>
                    <a:cxn ang="0">
                      <a:pos x="T0" y="T1"/>
                    </a:cxn>
                    <a:cxn ang="0">
                      <a:pos x="T2" y="T3"/>
                    </a:cxn>
                    <a:cxn ang="0">
                      <a:pos x="T4" y="T5"/>
                    </a:cxn>
                    <a:cxn ang="0">
                      <a:pos x="T6" y="T7"/>
                    </a:cxn>
                  </a:cxnLst>
                  <a:rect l="0" t="0" r="r" b="b"/>
                  <a:pathLst>
                    <a:path w="235" h="182">
                      <a:moveTo>
                        <a:pt x="0" y="0"/>
                      </a:moveTo>
                      <a:lnTo>
                        <a:pt x="234" y="181"/>
                      </a:lnTo>
                      <a:lnTo>
                        <a:pt x="0" y="181"/>
                      </a:lnTo>
                      <a:lnTo>
                        <a:pt x="0" y="0"/>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713" name="Freeform 41"/>
                <p:cNvSpPr>
                  <a:spLocks/>
                </p:cNvSpPr>
                <p:nvPr/>
              </p:nvSpPr>
              <p:spPr bwMode="auto">
                <a:xfrm>
                  <a:off x="1609" y="2081"/>
                  <a:ext cx="235" cy="186"/>
                </a:xfrm>
                <a:custGeom>
                  <a:avLst/>
                  <a:gdLst>
                    <a:gd name="T0" fmla="*/ 0 w 235"/>
                    <a:gd name="T1" fmla="*/ 0 h 186"/>
                    <a:gd name="T2" fmla="*/ 234 w 235"/>
                    <a:gd name="T3" fmla="*/ 0 h 186"/>
                    <a:gd name="T4" fmla="*/ 234 w 235"/>
                    <a:gd name="T5" fmla="*/ 185 h 186"/>
                    <a:gd name="T6" fmla="*/ 0 w 235"/>
                    <a:gd name="T7" fmla="*/ 0 h 186"/>
                  </a:gdLst>
                  <a:ahLst/>
                  <a:cxnLst>
                    <a:cxn ang="0">
                      <a:pos x="T0" y="T1"/>
                    </a:cxn>
                    <a:cxn ang="0">
                      <a:pos x="T2" y="T3"/>
                    </a:cxn>
                    <a:cxn ang="0">
                      <a:pos x="T4" y="T5"/>
                    </a:cxn>
                    <a:cxn ang="0">
                      <a:pos x="T6" y="T7"/>
                    </a:cxn>
                  </a:cxnLst>
                  <a:rect l="0" t="0" r="r" b="b"/>
                  <a:pathLst>
                    <a:path w="235" h="186">
                      <a:moveTo>
                        <a:pt x="0" y="0"/>
                      </a:moveTo>
                      <a:lnTo>
                        <a:pt x="234" y="0"/>
                      </a:lnTo>
                      <a:lnTo>
                        <a:pt x="234" y="185"/>
                      </a:lnTo>
                      <a:lnTo>
                        <a:pt x="0" y="0"/>
                      </a:lnTo>
                    </a:path>
                  </a:pathLst>
                </a:custGeom>
                <a:solidFill>
                  <a:srgbClr val="959483"/>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8714" name="Freeform 42"/>
              <p:cNvSpPr>
                <a:spLocks/>
              </p:cNvSpPr>
              <p:nvPr/>
            </p:nvSpPr>
            <p:spPr bwMode="auto">
              <a:xfrm>
                <a:off x="1505" y="2321"/>
                <a:ext cx="477" cy="76"/>
              </a:xfrm>
              <a:custGeom>
                <a:avLst/>
                <a:gdLst>
                  <a:gd name="T0" fmla="*/ 476 w 477"/>
                  <a:gd name="T1" fmla="*/ 75 h 76"/>
                  <a:gd name="T2" fmla="*/ 56 w 477"/>
                  <a:gd name="T3" fmla="*/ 75 h 76"/>
                  <a:gd name="T4" fmla="*/ 0 w 477"/>
                  <a:gd name="T5" fmla="*/ 0 h 76"/>
                  <a:gd name="T6" fmla="*/ 418 w 477"/>
                  <a:gd name="T7" fmla="*/ 0 h 76"/>
                  <a:gd name="T8" fmla="*/ 476 w 477"/>
                  <a:gd name="T9" fmla="*/ 75 h 76"/>
                </a:gdLst>
                <a:ahLst/>
                <a:cxnLst>
                  <a:cxn ang="0">
                    <a:pos x="T0" y="T1"/>
                  </a:cxn>
                  <a:cxn ang="0">
                    <a:pos x="T2" y="T3"/>
                  </a:cxn>
                  <a:cxn ang="0">
                    <a:pos x="T4" y="T5"/>
                  </a:cxn>
                  <a:cxn ang="0">
                    <a:pos x="T6" y="T7"/>
                  </a:cxn>
                  <a:cxn ang="0">
                    <a:pos x="T8" y="T9"/>
                  </a:cxn>
                </a:cxnLst>
                <a:rect l="0" t="0" r="r" b="b"/>
                <a:pathLst>
                  <a:path w="477" h="76">
                    <a:moveTo>
                      <a:pt x="476" y="75"/>
                    </a:moveTo>
                    <a:lnTo>
                      <a:pt x="56" y="75"/>
                    </a:lnTo>
                    <a:lnTo>
                      <a:pt x="0" y="0"/>
                    </a:lnTo>
                    <a:lnTo>
                      <a:pt x="418" y="0"/>
                    </a:lnTo>
                    <a:lnTo>
                      <a:pt x="476" y="75"/>
                    </a:lnTo>
                  </a:path>
                </a:pathLst>
              </a:custGeom>
              <a:gradFill rotWithShape="0">
                <a:gsLst>
                  <a:gs pos="0">
                    <a:srgbClr val="7D7C6B"/>
                  </a:gs>
                  <a:gs pos="100000">
                    <a:srgbClr val="7D7C6B">
                      <a:gamma/>
                      <a:tint val="30196"/>
                      <a:invGamma/>
                    </a:srgbClr>
                  </a:gs>
                </a:gsLst>
                <a:lin ang="1890000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715" name="Line 43"/>
              <p:cNvSpPr>
                <a:spLocks noChangeShapeType="1"/>
              </p:cNvSpPr>
              <p:nvPr/>
            </p:nvSpPr>
            <p:spPr bwMode="auto">
              <a:xfrm>
                <a:off x="1542" y="2027"/>
                <a:ext cx="0" cy="235"/>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8716" name="Freeform 44"/>
            <p:cNvSpPr>
              <a:spLocks/>
            </p:cNvSpPr>
            <p:nvPr/>
          </p:nvSpPr>
          <p:spPr bwMode="auto">
            <a:xfrm>
              <a:off x="1619" y="2090"/>
              <a:ext cx="215" cy="168"/>
            </a:xfrm>
            <a:custGeom>
              <a:avLst/>
              <a:gdLst>
                <a:gd name="T0" fmla="*/ 0 w 215"/>
                <a:gd name="T1" fmla="*/ 167 h 168"/>
                <a:gd name="T2" fmla="*/ 214 w 215"/>
                <a:gd name="T3" fmla="*/ 167 h 168"/>
                <a:gd name="T4" fmla="*/ 214 w 215"/>
                <a:gd name="T5" fmla="*/ 0 h 168"/>
                <a:gd name="T6" fmla="*/ 0 w 215"/>
                <a:gd name="T7" fmla="*/ 0 h 168"/>
                <a:gd name="T8" fmla="*/ 0 w 215"/>
                <a:gd name="T9" fmla="*/ 167 h 168"/>
              </a:gdLst>
              <a:ahLst/>
              <a:cxnLst>
                <a:cxn ang="0">
                  <a:pos x="T0" y="T1"/>
                </a:cxn>
                <a:cxn ang="0">
                  <a:pos x="T2" y="T3"/>
                </a:cxn>
                <a:cxn ang="0">
                  <a:pos x="T4" y="T5"/>
                </a:cxn>
                <a:cxn ang="0">
                  <a:pos x="T6" y="T7"/>
                </a:cxn>
                <a:cxn ang="0">
                  <a:pos x="T8" y="T9"/>
                </a:cxn>
              </a:cxnLst>
              <a:rect l="0" t="0" r="r" b="b"/>
              <a:pathLst>
                <a:path w="215" h="168">
                  <a:moveTo>
                    <a:pt x="0" y="167"/>
                  </a:moveTo>
                  <a:lnTo>
                    <a:pt x="214" y="167"/>
                  </a:lnTo>
                  <a:lnTo>
                    <a:pt x="214" y="0"/>
                  </a:lnTo>
                  <a:lnTo>
                    <a:pt x="0" y="0"/>
                  </a:lnTo>
                  <a:lnTo>
                    <a:pt x="0" y="167"/>
                  </a:lnTo>
                </a:path>
              </a:pathLst>
            </a:custGeom>
            <a:gradFill rotWithShape="0">
              <a:gsLst>
                <a:gs pos="0">
                  <a:srgbClr val="33CC33">
                    <a:gamma/>
                    <a:shade val="69804"/>
                    <a:invGamma/>
                  </a:srgbClr>
                </a:gs>
                <a:gs pos="100000">
                  <a:srgbClr val="33CC33"/>
                </a:gs>
              </a:gsLst>
              <a:lin ang="1890000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8717" name="Line 45"/>
          <p:cNvSpPr>
            <a:spLocks noChangeShapeType="1"/>
          </p:cNvSpPr>
          <p:nvPr/>
        </p:nvSpPr>
        <p:spPr bwMode="auto">
          <a:xfrm rot="5400000" flipH="1">
            <a:off x="5410200" y="4121424"/>
            <a:ext cx="3048000"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718" name="Text Box 46"/>
          <p:cNvSpPr txBox="1">
            <a:spLocks noChangeArrowheads="1"/>
          </p:cNvSpPr>
          <p:nvPr/>
        </p:nvSpPr>
        <p:spPr bwMode="auto">
          <a:xfrm>
            <a:off x="3962401" y="1316313"/>
            <a:ext cx="8794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b="1" dirty="0">
                <a:solidFill>
                  <a:schemeClr val="accent2">
                    <a:lumMod val="50000"/>
                  </a:schemeClr>
                </a:solidFill>
              </a:rPr>
              <a:t>主机</a:t>
            </a:r>
            <a:r>
              <a:rPr lang="en-US" altLang="zh-CN" sz="2000" b="1" dirty="0">
                <a:solidFill>
                  <a:schemeClr val="accent2">
                    <a:lumMod val="50000"/>
                  </a:schemeClr>
                </a:solidFill>
              </a:rPr>
              <a:t>A</a:t>
            </a:r>
          </a:p>
        </p:txBody>
      </p:sp>
      <p:sp>
        <p:nvSpPr>
          <p:cNvPr id="28719" name="Text Box 47"/>
          <p:cNvSpPr txBox="1">
            <a:spLocks noChangeArrowheads="1"/>
          </p:cNvSpPr>
          <p:nvPr/>
        </p:nvSpPr>
        <p:spPr bwMode="auto">
          <a:xfrm>
            <a:off x="7124700" y="1302025"/>
            <a:ext cx="88678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b="1" dirty="0">
                <a:solidFill>
                  <a:schemeClr val="accent2">
                    <a:lumMod val="50000"/>
                  </a:schemeClr>
                </a:solidFill>
              </a:rPr>
              <a:t>主机</a:t>
            </a:r>
            <a:r>
              <a:rPr lang="en-US" altLang="zh-CN" sz="2000" b="1" dirty="0">
                <a:solidFill>
                  <a:schemeClr val="accent2">
                    <a:lumMod val="50000"/>
                  </a:schemeClr>
                </a:solidFill>
              </a:rPr>
              <a:t>B</a:t>
            </a:r>
          </a:p>
        </p:txBody>
      </p:sp>
      <p:sp>
        <p:nvSpPr>
          <p:cNvPr id="28720" name="AutoShape 48"/>
          <p:cNvSpPr>
            <a:spLocks noChangeArrowheads="1"/>
          </p:cNvSpPr>
          <p:nvPr/>
        </p:nvSpPr>
        <p:spPr bwMode="auto">
          <a:xfrm>
            <a:off x="4953000" y="1911624"/>
            <a:ext cx="2209800" cy="76200"/>
          </a:xfrm>
          <a:prstGeom prst="rightArrow">
            <a:avLst>
              <a:gd name="adj1" fmla="val 50000"/>
              <a:gd name="adj2" fmla="val 725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721" name="Text Box 49"/>
          <p:cNvSpPr txBox="1">
            <a:spLocks noChangeArrowheads="1"/>
          </p:cNvSpPr>
          <p:nvPr/>
        </p:nvSpPr>
        <p:spPr bwMode="auto">
          <a:xfrm>
            <a:off x="5029201" y="1516337"/>
            <a:ext cx="923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t>Telnet B</a:t>
            </a:r>
          </a:p>
        </p:txBody>
      </p:sp>
      <p:sp>
        <p:nvSpPr>
          <p:cNvPr id="28722" name="Text Box 50"/>
          <p:cNvSpPr txBox="1">
            <a:spLocks noChangeArrowheads="1"/>
          </p:cNvSpPr>
          <p:nvPr/>
        </p:nvSpPr>
        <p:spPr bwMode="auto">
          <a:xfrm>
            <a:off x="3419476" y="2902225"/>
            <a:ext cx="1768475"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b="1"/>
              <a:t>发送</a:t>
            </a:r>
            <a:r>
              <a:rPr lang="en-US" altLang="zh-CN" sz="1600" b="1"/>
              <a:t>SYN</a:t>
            </a:r>
            <a:r>
              <a:rPr lang="zh-CN" altLang="en-US" sz="1600" b="1"/>
              <a:t>报文</a:t>
            </a:r>
          </a:p>
          <a:p>
            <a:r>
              <a:rPr lang="zh-CN" altLang="en-US" sz="1600" b="1"/>
              <a:t> （</a:t>
            </a:r>
            <a:r>
              <a:rPr lang="en-US" altLang="zh-CN" sz="1600" b="1"/>
              <a:t>SYN,SEQ=X</a:t>
            </a:r>
            <a:r>
              <a:rPr lang="zh-CN" altLang="en-US" sz="1600" b="1"/>
              <a:t>）</a:t>
            </a:r>
          </a:p>
        </p:txBody>
      </p:sp>
      <p:sp>
        <p:nvSpPr>
          <p:cNvPr id="28723" name="Line 51"/>
          <p:cNvSpPr>
            <a:spLocks noChangeShapeType="1"/>
          </p:cNvSpPr>
          <p:nvPr/>
        </p:nvSpPr>
        <p:spPr bwMode="auto">
          <a:xfrm>
            <a:off x="5181600" y="3130824"/>
            <a:ext cx="1752600" cy="381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724" name="Text Box 52"/>
          <p:cNvSpPr txBox="1">
            <a:spLocks noChangeArrowheads="1"/>
          </p:cNvSpPr>
          <p:nvPr/>
        </p:nvSpPr>
        <p:spPr bwMode="auto">
          <a:xfrm>
            <a:off x="6980239" y="3235600"/>
            <a:ext cx="1768475"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b="1"/>
              <a:t>接收</a:t>
            </a:r>
            <a:r>
              <a:rPr lang="en-US" altLang="zh-CN" sz="1600" b="1"/>
              <a:t>SYN</a:t>
            </a:r>
            <a:r>
              <a:rPr lang="zh-CN" altLang="en-US" sz="1600" b="1"/>
              <a:t>报文</a:t>
            </a:r>
          </a:p>
          <a:p>
            <a:r>
              <a:rPr lang="zh-CN" altLang="en-US" sz="1600" b="1"/>
              <a:t> （</a:t>
            </a:r>
            <a:r>
              <a:rPr lang="en-US" altLang="zh-CN" sz="1600" b="1"/>
              <a:t>SYN,SEQ=X</a:t>
            </a:r>
            <a:r>
              <a:rPr lang="zh-CN" altLang="en-US" sz="1600" b="1"/>
              <a:t>）</a:t>
            </a:r>
          </a:p>
        </p:txBody>
      </p:sp>
      <p:sp>
        <p:nvSpPr>
          <p:cNvPr id="28725" name="Text Box 53"/>
          <p:cNvSpPr txBox="1">
            <a:spLocks noChangeArrowheads="1"/>
          </p:cNvSpPr>
          <p:nvPr/>
        </p:nvSpPr>
        <p:spPr bwMode="auto">
          <a:xfrm>
            <a:off x="7010400" y="3845200"/>
            <a:ext cx="340360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b="1"/>
              <a:t>发送</a:t>
            </a:r>
            <a:r>
              <a:rPr lang="en-US" altLang="zh-CN" sz="1600" b="1"/>
              <a:t>SYN</a:t>
            </a:r>
            <a:r>
              <a:rPr lang="zh-CN" altLang="en-US" sz="1600" b="1"/>
              <a:t>报文</a:t>
            </a:r>
          </a:p>
          <a:p>
            <a:r>
              <a:rPr lang="zh-CN" altLang="en-US" sz="1600" b="1"/>
              <a:t> （</a:t>
            </a:r>
            <a:r>
              <a:rPr lang="en-US" altLang="zh-CN" sz="1600" b="1"/>
              <a:t>SYN, ACK, SEQ=Y, ACK=X+1</a:t>
            </a:r>
            <a:r>
              <a:rPr lang="zh-CN" altLang="en-US" sz="1600" b="1"/>
              <a:t>）</a:t>
            </a:r>
          </a:p>
        </p:txBody>
      </p:sp>
      <p:sp>
        <p:nvSpPr>
          <p:cNvPr id="28726" name="Line 54"/>
          <p:cNvSpPr>
            <a:spLocks noChangeShapeType="1"/>
          </p:cNvSpPr>
          <p:nvPr/>
        </p:nvSpPr>
        <p:spPr bwMode="auto">
          <a:xfrm flipH="1">
            <a:off x="5181600" y="4121424"/>
            <a:ext cx="175260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727" name="Text Box 55"/>
          <p:cNvSpPr txBox="1">
            <a:spLocks noChangeArrowheads="1"/>
          </p:cNvSpPr>
          <p:nvPr/>
        </p:nvSpPr>
        <p:spPr bwMode="auto">
          <a:xfrm>
            <a:off x="1566863" y="4059513"/>
            <a:ext cx="350520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t>                </a:t>
            </a:r>
            <a:r>
              <a:rPr lang="zh-CN" altLang="en-US" sz="1600" b="1" dirty="0"/>
              <a:t>接收</a:t>
            </a:r>
            <a:r>
              <a:rPr lang="en-US" altLang="zh-CN" sz="1600" b="1" dirty="0"/>
              <a:t>SYN</a:t>
            </a:r>
            <a:r>
              <a:rPr lang="zh-CN" altLang="en-US" sz="1600" b="1" dirty="0"/>
              <a:t>报文</a:t>
            </a:r>
          </a:p>
          <a:p>
            <a:r>
              <a:rPr lang="zh-CN" altLang="en-US" sz="1600" b="1" dirty="0"/>
              <a:t> （ </a:t>
            </a:r>
            <a:r>
              <a:rPr lang="en-US" altLang="zh-CN" sz="1600" b="1" dirty="0"/>
              <a:t>SYN, ACK, SEQ=Y, ACK=X+1 </a:t>
            </a:r>
            <a:r>
              <a:rPr lang="zh-CN" altLang="en-US" sz="1600" b="1" dirty="0"/>
              <a:t>）</a:t>
            </a:r>
          </a:p>
        </p:txBody>
      </p:sp>
      <p:sp>
        <p:nvSpPr>
          <p:cNvPr id="28728" name="Text Box 56"/>
          <p:cNvSpPr txBox="1">
            <a:spLocks noChangeArrowheads="1"/>
          </p:cNvSpPr>
          <p:nvPr/>
        </p:nvSpPr>
        <p:spPr bwMode="auto">
          <a:xfrm>
            <a:off x="1481137" y="4654825"/>
            <a:ext cx="3832226"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a:t>                 </a:t>
            </a:r>
            <a:r>
              <a:rPr lang="zh-CN" altLang="en-US" sz="1600" b="1"/>
              <a:t>发送确认报文</a:t>
            </a:r>
          </a:p>
          <a:p>
            <a:r>
              <a:rPr lang="zh-CN" altLang="en-US" sz="1600" b="1"/>
              <a:t>                （</a:t>
            </a:r>
            <a:r>
              <a:rPr lang="en-US" altLang="zh-CN" sz="1600" b="1"/>
              <a:t>ACK, SEQ=x+1, ACK=Y+1</a:t>
            </a:r>
            <a:r>
              <a:rPr lang="zh-CN" altLang="en-US" sz="1600" b="1"/>
              <a:t>）</a:t>
            </a:r>
          </a:p>
        </p:txBody>
      </p:sp>
      <p:sp>
        <p:nvSpPr>
          <p:cNvPr id="28729" name="Line 57"/>
          <p:cNvSpPr>
            <a:spLocks noChangeShapeType="1"/>
          </p:cNvSpPr>
          <p:nvPr/>
        </p:nvSpPr>
        <p:spPr bwMode="auto">
          <a:xfrm>
            <a:off x="5181600" y="4883424"/>
            <a:ext cx="175260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730" name="Text Box 58"/>
          <p:cNvSpPr txBox="1">
            <a:spLocks noChangeArrowheads="1"/>
          </p:cNvSpPr>
          <p:nvPr/>
        </p:nvSpPr>
        <p:spPr bwMode="auto">
          <a:xfrm>
            <a:off x="6151564" y="5064400"/>
            <a:ext cx="3933825"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a:t>                </a:t>
            </a:r>
            <a:r>
              <a:rPr lang="zh-CN" altLang="en-US" sz="1600" b="1"/>
              <a:t>接收 确认报文</a:t>
            </a:r>
          </a:p>
          <a:p>
            <a:r>
              <a:rPr lang="zh-CN" altLang="en-US" sz="1600" b="1"/>
              <a:t>                （ </a:t>
            </a:r>
            <a:r>
              <a:rPr lang="en-US" altLang="zh-CN" sz="1600" b="1"/>
              <a:t>ACK, SEQ=x+1, ACK=Y+1 </a:t>
            </a:r>
            <a:r>
              <a:rPr lang="zh-CN" altLang="en-US" sz="1600" b="1"/>
              <a:t>）</a:t>
            </a:r>
          </a:p>
        </p:txBody>
      </p:sp>
      <p:sp>
        <p:nvSpPr>
          <p:cNvPr id="28731" name="Text Box 59"/>
          <p:cNvSpPr txBox="1">
            <a:spLocks noChangeArrowheads="1"/>
          </p:cNvSpPr>
          <p:nvPr/>
        </p:nvSpPr>
        <p:spPr bwMode="auto">
          <a:xfrm>
            <a:off x="2286001" y="5645425"/>
            <a:ext cx="7832725"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t>— TCP</a:t>
            </a:r>
            <a:r>
              <a:rPr lang="zh-CN" altLang="en-US" b="1"/>
              <a:t>连接的建立实际上是一同步过程（又称三次握手）    </a:t>
            </a:r>
          </a:p>
          <a:p>
            <a:r>
              <a:rPr lang="en-US" altLang="zh-CN" b="1"/>
              <a:t>— </a:t>
            </a:r>
            <a:r>
              <a:rPr lang="zh-CN" altLang="en-US" b="1"/>
              <a:t>初始序列号</a:t>
            </a:r>
            <a:r>
              <a:rPr lang="en-US" altLang="zh-CN" b="1"/>
              <a:t>X</a:t>
            </a:r>
            <a:r>
              <a:rPr lang="zh-CN" altLang="en-US" b="1"/>
              <a:t>、</a:t>
            </a:r>
            <a:r>
              <a:rPr lang="en-US" altLang="zh-CN" b="1"/>
              <a:t>Y </a:t>
            </a:r>
            <a:r>
              <a:rPr lang="zh-CN" altLang="en-US" b="1"/>
              <a:t>的确定，不同的系统可能采用不同算法</a:t>
            </a:r>
          </a:p>
          <a:p>
            <a:r>
              <a:rPr lang="en-US" altLang="zh-CN" b="1"/>
              <a:t>— TCP</a:t>
            </a:r>
            <a:r>
              <a:rPr lang="zh-CN" altLang="en-US" b="1"/>
              <a:t>是一种点对点的平衡式通信方法，任何一方发起建立连接和终止连接</a:t>
            </a:r>
          </a:p>
          <a:p>
            <a:r>
              <a:rPr lang="zh-CN" altLang="en-US" b="1"/>
              <a:t>－</a:t>
            </a:r>
            <a:r>
              <a:rPr lang="en-US" altLang="zh-CN" b="1"/>
              <a:t>A</a:t>
            </a:r>
            <a:r>
              <a:rPr lang="zh-CN" altLang="en-US" b="1"/>
              <a:t>向</a:t>
            </a:r>
            <a:r>
              <a:rPr lang="en-US" altLang="zh-CN" b="1"/>
              <a:t>B</a:t>
            </a:r>
            <a:r>
              <a:rPr lang="zh-CN" altLang="en-US" b="1"/>
              <a:t>发送第一个数据报文段时，序号仍为</a:t>
            </a:r>
            <a:r>
              <a:rPr lang="en-US" altLang="zh-CN" b="1"/>
              <a:t>x+1</a:t>
            </a:r>
          </a:p>
        </p:txBody>
      </p:sp>
      <p:sp>
        <p:nvSpPr>
          <p:cNvPr id="28732" name="Text Box 60"/>
          <p:cNvSpPr txBox="1">
            <a:spLocks noChangeArrowheads="1"/>
          </p:cNvSpPr>
          <p:nvPr/>
        </p:nvSpPr>
        <p:spPr bwMode="auto">
          <a:xfrm>
            <a:off x="2209800" y="3388000"/>
            <a:ext cx="145415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a:solidFill>
                  <a:schemeClr val="accent2"/>
                </a:solidFill>
              </a:rPr>
              <a:t>SEQ</a:t>
            </a:r>
            <a:r>
              <a:rPr lang="zh-CN" altLang="en-US" sz="1600" b="1">
                <a:solidFill>
                  <a:schemeClr val="accent2"/>
                </a:solidFill>
              </a:rPr>
              <a:t>：序列号</a:t>
            </a:r>
          </a:p>
          <a:p>
            <a:r>
              <a:rPr lang="en-US" altLang="zh-CN" sz="1600" b="1">
                <a:solidFill>
                  <a:schemeClr val="accent2"/>
                </a:solidFill>
              </a:rPr>
              <a:t>ACK</a:t>
            </a:r>
            <a:r>
              <a:rPr lang="zh-CN" altLang="en-US" sz="1600" b="1">
                <a:solidFill>
                  <a:schemeClr val="accent2"/>
                </a:solidFill>
              </a:rPr>
              <a:t>：确认号</a:t>
            </a:r>
          </a:p>
        </p:txBody>
      </p:sp>
      <p:sp>
        <p:nvSpPr>
          <p:cNvPr id="28733" name="Text Box 61"/>
          <p:cNvSpPr txBox="1">
            <a:spLocks noChangeArrowheads="1"/>
          </p:cNvSpPr>
          <p:nvPr/>
        </p:nvSpPr>
        <p:spPr bwMode="auto">
          <a:xfrm>
            <a:off x="3962400" y="2521225"/>
            <a:ext cx="11049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b="1"/>
              <a:t>主动打开</a:t>
            </a:r>
          </a:p>
        </p:txBody>
      </p:sp>
      <p:sp>
        <p:nvSpPr>
          <p:cNvPr id="28734" name="Text Box 62"/>
          <p:cNvSpPr txBox="1">
            <a:spLocks noChangeArrowheads="1"/>
          </p:cNvSpPr>
          <p:nvPr/>
        </p:nvSpPr>
        <p:spPr bwMode="auto">
          <a:xfrm>
            <a:off x="7162800" y="2521225"/>
            <a:ext cx="11049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b="1"/>
              <a:t>被动打开</a:t>
            </a:r>
          </a:p>
        </p:txBody>
      </p:sp>
      <p:sp>
        <p:nvSpPr>
          <p:cNvPr id="59" name="标题 3"/>
          <p:cNvSpPr txBox="1">
            <a:spLocks/>
          </p:cNvSpPr>
          <p:nvPr/>
        </p:nvSpPr>
        <p:spPr>
          <a:xfrm>
            <a:off x="1787525" y="200025"/>
            <a:ext cx="10058400" cy="858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rtl="0" fontAlgn="base">
              <a:spcBef>
                <a:spcPct val="0"/>
              </a:spcBef>
              <a:spcAft>
                <a:spcPct val="0"/>
              </a:spcAft>
              <a:defRPr sz="4000" b="1" kern="1200">
                <a:solidFill>
                  <a:srgbClr val="FFFF00"/>
                </a:solidFill>
                <a:latin typeface="+mj-lt"/>
                <a:ea typeface="+mj-ea"/>
                <a:cs typeface="+mj-cs"/>
              </a:defRPr>
            </a:lvl1pPr>
            <a:lvl2pPr algn="ctr" rtl="0" fontAlgn="base">
              <a:spcBef>
                <a:spcPct val="0"/>
              </a:spcBef>
              <a:spcAft>
                <a:spcPct val="0"/>
              </a:spcAft>
              <a:defRPr sz="4000" b="1">
                <a:solidFill>
                  <a:srgbClr val="FFFF00"/>
                </a:solidFill>
                <a:latin typeface="Arial" panose="020B0604020202020204" pitchFamily="34" charset="0"/>
                <a:ea typeface="黑体" panose="02010609060101010101" pitchFamily="49" charset="-122"/>
              </a:defRPr>
            </a:lvl2pPr>
            <a:lvl3pPr algn="ctr" rtl="0" fontAlgn="base">
              <a:spcBef>
                <a:spcPct val="0"/>
              </a:spcBef>
              <a:spcAft>
                <a:spcPct val="0"/>
              </a:spcAft>
              <a:defRPr sz="4000" b="1">
                <a:solidFill>
                  <a:srgbClr val="FFFF00"/>
                </a:solidFill>
                <a:latin typeface="Arial" panose="020B0604020202020204" pitchFamily="34" charset="0"/>
                <a:ea typeface="黑体" panose="02010609060101010101" pitchFamily="49" charset="-122"/>
              </a:defRPr>
            </a:lvl3pPr>
            <a:lvl4pPr algn="ctr" rtl="0" fontAlgn="base">
              <a:spcBef>
                <a:spcPct val="0"/>
              </a:spcBef>
              <a:spcAft>
                <a:spcPct val="0"/>
              </a:spcAft>
              <a:defRPr sz="4000" b="1">
                <a:solidFill>
                  <a:srgbClr val="FFFF00"/>
                </a:solidFill>
                <a:latin typeface="Arial" panose="020B0604020202020204" pitchFamily="34" charset="0"/>
                <a:ea typeface="黑体" panose="02010609060101010101" pitchFamily="49" charset="-122"/>
              </a:defRPr>
            </a:lvl4pPr>
            <a:lvl5pPr algn="ctr" rtl="0" fontAlgn="base">
              <a:spcBef>
                <a:spcPct val="0"/>
              </a:spcBef>
              <a:spcAft>
                <a:spcPct val="0"/>
              </a:spcAft>
              <a:defRPr sz="4000" b="1">
                <a:solidFill>
                  <a:srgbClr val="FFFF00"/>
                </a:solidFill>
                <a:latin typeface="Arial" panose="020B0604020202020204" pitchFamily="34" charset="0"/>
                <a:ea typeface="黑体" panose="02010609060101010101" pitchFamily="49" charset="-122"/>
              </a:defRPr>
            </a:lvl5pPr>
            <a:lvl6pPr marL="457200" algn="ctr" rtl="0" fontAlgn="base">
              <a:spcBef>
                <a:spcPct val="0"/>
              </a:spcBef>
              <a:spcAft>
                <a:spcPct val="0"/>
              </a:spcAft>
              <a:defRPr sz="4000" b="1">
                <a:solidFill>
                  <a:srgbClr val="FFFF00"/>
                </a:solidFill>
                <a:latin typeface="Arial" panose="020B0604020202020204" pitchFamily="34" charset="0"/>
                <a:ea typeface="黑体" panose="02010609060101010101" pitchFamily="49" charset="-122"/>
              </a:defRPr>
            </a:lvl6pPr>
            <a:lvl7pPr marL="914400" algn="ctr" rtl="0" fontAlgn="base">
              <a:spcBef>
                <a:spcPct val="0"/>
              </a:spcBef>
              <a:spcAft>
                <a:spcPct val="0"/>
              </a:spcAft>
              <a:defRPr sz="4000" b="1">
                <a:solidFill>
                  <a:srgbClr val="FFFF00"/>
                </a:solidFill>
                <a:latin typeface="Arial" panose="020B0604020202020204" pitchFamily="34" charset="0"/>
                <a:ea typeface="黑体" panose="02010609060101010101" pitchFamily="49" charset="-122"/>
              </a:defRPr>
            </a:lvl7pPr>
            <a:lvl8pPr marL="1371600" algn="ctr" rtl="0" fontAlgn="base">
              <a:spcBef>
                <a:spcPct val="0"/>
              </a:spcBef>
              <a:spcAft>
                <a:spcPct val="0"/>
              </a:spcAft>
              <a:defRPr sz="4000" b="1">
                <a:solidFill>
                  <a:srgbClr val="FFFF00"/>
                </a:solidFill>
                <a:latin typeface="Arial" panose="020B0604020202020204" pitchFamily="34" charset="0"/>
                <a:ea typeface="黑体" panose="02010609060101010101" pitchFamily="49" charset="-122"/>
              </a:defRPr>
            </a:lvl8pPr>
            <a:lvl9pPr marL="1828800" algn="ctr" rtl="0" fontAlgn="base">
              <a:spcBef>
                <a:spcPct val="0"/>
              </a:spcBef>
              <a:spcAft>
                <a:spcPct val="0"/>
              </a:spcAft>
              <a:defRPr sz="4000" b="1">
                <a:solidFill>
                  <a:srgbClr val="FFFF00"/>
                </a:solidFill>
                <a:latin typeface="Arial" panose="020B0604020202020204" pitchFamily="34" charset="0"/>
                <a:ea typeface="黑体" panose="02010609060101010101" pitchFamily="49" charset="-122"/>
              </a:defRPr>
            </a:lvl9pPr>
          </a:lstStyle>
          <a:p>
            <a:r>
              <a:rPr lang="en-US" altLang="zh-CN" dirty="0" smtClean="0">
                <a:solidFill>
                  <a:schemeClr val="tx1"/>
                </a:solidFill>
                <a:latin typeface="Times New Roman" panose="02020603050405020304" pitchFamily="18" charset="0"/>
                <a:cs typeface="Times New Roman" panose="02020603050405020304" pitchFamily="18" charset="0"/>
              </a:rPr>
              <a:t/>
            </a:r>
            <a:br>
              <a:rPr lang="en-US" altLang="zh-CN" dirty="0" smtClean="0">
                <a:solidFill>
                  <a:schemeClr val="tx1"/>
                </a:solidFill>
                <a:latin typeface="Times New Roman" panose="02020603050405020304" pitchFamily="18" charset="0"/>
                <a:cs typeface="Times New Roman" panose="02020603050405020304" pitchFamily="18" charset="0"/>
              </a:rPr>
            </a:br>
            <a:r>
              <a:rPr lang="en-US" altLang="zh-CN" dirty="0" smtClean="0">
                <a:solidFill>
                  <a:schemeClr val="tx1"/>
                </a:solidFill>
                <a:latin typeface="Times New Roman" panose="02020603050405020304" pitchFamily="18" charset="0"/>
                <a:cs typeface="Times New Roman" panose="02020603050405020304" pitchFamily="18" charset="0"/>
              </a:rPr>
              <a:t/>
            </a:r>
            <a:br>
              <a:rPr lang="en-US" altLang="zh-CN" dirty="0" smtClean="0">
                <a:solidFill>
                  <a:schemeClr val="tx1"/>
                </a:solidFill>
                <a:latin typeface="Times New Roman" panose="02020603050405020304" pitchFamily="18" charset="0"/>
                <a:cs typeface="Times New Roman" panose="02020603050405020304" pitchFamily="18" charset="0"/>
              </a:rPr>
            </a:br>
            <a:r>
              <a:rPr lang="en-US" altLang="zh-CN" dirty="0" smtClean="0">
                <a:solidFill>
                  <a:schemeClr val="tx1"/>
                </a:solidFill>
                <a:latin typeface="Times New Roman" panose="02020603050405020304" pitchFamily="18" charset="0"/>
                <a:cs typeface="Times New Roman" panose="02020603050405020304" pitchFamily="18" charset="0"/>
              </a:rPr>
              <a:t/>
            </a:r>
            <a:br>
              <a:rPr lang="en-US" altLang="zh-CN" dirty="0" smtClean="0">
                <a:solidFill>
                  <a:schemeClr val="tx1"/>
                </a:solidFill>
                <a:latin typeface="Times New Roman" panose="02020603050405020304" pitchFamily="18" charset="0"/>
                <a:cs typeface="Times New Roman" panose="02020603050405020304" pitchFamily="18" charset="0"/>
              </a:rPr>
            </a:br>
            <a:r>
              <a:rPr lang="zh-CN" altLang="en-US" dirty="0">
                <a:latin typeface="黑体" panose="02010609060101010101" pitchFamily="49" charset="-122"/>
                <a:ea typeface="黑体" panose="02010609060101010101" pitchFamily="49" charset="-122"/>
                <a:cs typeface="Times New Roman" panose="02020603050405020304" pitchFamily="18" charset="0"/>
              </a:rPr>
              <a:t>网络协议交互</a:t>
            </a:r>
          </a:p>
        </p:txBody>
      </p:sp>
    </p:spTree>
    <p:extLst>
      <p:ext uri="{BB962C8B-B14F-4D97-AF65-F5344CB8AC3E}">
        <p14:creationId xmlns:p14="http://schemas.microsoft.com/office/powerpoint/2010/main" val="315613626"/>
      </p:ext>
    </p:extLst>
  </p:cSld>
  <p:clrMapOvr>
    <a:masterClrMapping/>
  </p:clrMapOvr>
  <p:transition spd="med">
    <p:random/>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3"/>
          <p:cNvSpPr>
            <a:spLocks noGrp="1" noChangeArrowheads="1"/>
          </p:cNvSpPr>
          <p:nvPr>
            <p:ph type="body" idx="4294967295"/>
          </p:nvPr>
        </p:nvSpPr>
        <p:spPr>
          <a:xfrm>
            <a:off x="1738685" y="1603513"/>
            <a:ext cx="7924800" cy="4709823"/>
          </a:xfrm>
        </p:spPr>
        <p:txBody>
          <a:bodyPr/>
          <a:lstStyle/>
          <a:p>
            <a:pPr marL="609600" indent="-609600" algn="just">
              <a:buNone/>
            </a:pPr>
            <a:r>
              <a:rPr lang="en-US" altLang="zh-CN" sz="2800" b="1" dirty="0"/>
              <a:t>  </a:t>
            </a:r>
            <a:r>
              <a:rPr lang="zh-CN" altLang="en-US" sz="2800" b="1" dirty="0"/>
              <a:t>建立连接过程中，可完成以下工作：</a:t>
            </a:r>
          </a:p>
          <a:p>
            <a:pPr marL="609600" indent="-609600" algn="just">
              <a:buNone/>
            </a:pPr>
            <a:r>
              <a:rPr lang="zh-CN" altLang="en-US" b="1" dirty="0"/>
              <a:t>  </a:t>
            </a:r>
            <a:r>
              <a:rPr lang="en-US" altLang="zh-CN" b="1" dirty="0"/>
              <a:t>· </a:t>
            </a:r>
            <a:r>
              <a:rPr lang="zh-CN" altLang="en-US" sz="2800" b="1" dirty="0"/>
              <a:t>双方使每一方都确知对方存在，已准备就绪；</a:t>
            </a:r>
          </a:p>
          <a:p>
            <a:pPr marL="609600" indent="-609600" algn="just">
              <a:buNone/>
            </a:pPr>
            <a:r>
              <a:rPr lang="zh-CN" altLang="en-US" sz="2800" b="1" dirty="0"/>
              <a:t>  </a:t>
            </a:r>
            <a:r>
              <a:rPr lang="en-US" altLang="zh-CN" sz="2800" b="1" dirty="0"/>
              <a:t>·  </a:t>
            </a:r>
            <a:r>
              <a:rPr lang="zh-CN" altLang="en-US" sz="2800" b="1" dirty="0"/>
              <a:t>双方确定了初始传输序号并获得确认；</a:t>
            </a:r>
          </a:p>
          <a:p>
            <a:pPr marL="609600" indent="-609600" algn="just">
              <a:buNone/>
            </a:pPr>
            <a:r>
              <a:rPr lang="zh-CN" altLang="en-US" sz="2800" b="1" dirty="0"/>
              <a:t>  </a:t>
            </a:r>
            <a:r>
              <a:rPr lang="en-US" altLang="zh-CN" sz="2800" b="1" dirty="0"/>
              <a:t>· </a:t>
            </a:r>
            <a:r>
              <a:rPr lang="zh-CN" altLang="en-US" sz="2800" b="1" dirty="0"/>
              <a:t>双方可协商一些通信参数，如通告窗口大小、</a:t>
            </a:r>
          </a:p>
          <a:p>
            <a:pPr marL="609600" indent="-609600" algn="just">
              <a:buNone/>
            </a:pPr>
            <a:r>
              <a:rPr lang="zh-CN" altLang="en-US" sz="2800" b="1" dirty="0"/>
              <a:t>   </a:t>
            </a:r>
            <a:r>
              <a:rPr lang="en-US" altLang="zh-CN" sz="2800" b="1" dirty="0"/>
              <a:t>MSS </a:t>
            </a:r>
            <a:r>
              <a:rPr lang="zh-CN" altLang="en-US" sz="2800" b="1" dirty="0"/>
              <a:t>和窗口比例因子等。</a:t>
            </a:r>
          </a:p>
          <a:p>
            <a:pPr marL="609600" indent="-609600" algn="just">
              <a:buNone/>
            </a:pPr>
            <a:r>
              <a:rPr lang="en-US" altLang="zh-CN" sz="2800" b="1" dirty="0">
                <a:solidFill>
                  <a:srgbClr val="CC0000"/>
                </a:solidFill>
              </a:rPr>
              <a:t>2. </a:t>
            </a:r>
            <a:r>
              <a:rPr lang="zh-CN" altLang="en-US" sz="2800" b="1" dirty="0">
                <a:solidFill>
                  <a:srgbClr val="CC0000"/>
                </a:solidFill>
              </a:rPr>
              <a:t>关闭</a:t>
            </a:r>
            <a:r>
              <a:rPr lang="en-US" altLang="zh-CN" sz="2800" b="1" dirty="0">
                <a:solidFill>
                  <a:srgbClr val="CC0000"/>
                </a:solidFill>
              </a:rPr>
              <a:t>TCP</a:t>
            </a:r>
            <a:r>
              <a:rPr lang="zh-CN" altLang="en-US" sz="2800" b="1" dirty="0">
                <a:solidFill>
                  <a:srgbClr val="CC0000"/>
                </a:solidFill>
              </a:rPr>
              <a:t>连接</a:t>
            </a:r>
          </a:p>
          <a:p>
            <a:pPr marL="609600" indent="-609600" algn="just">
              <a:buNone/>
            </a:pPr>
            <a:r>
              <a:rPr lang="zh-CN" altLang="en-US" sz="2800" b="1" dirty="0">
                <a:solidFill>
                  <a:srgbClr val="CC0000"/>
                </a:solidFill>
              </a:rPr>
              <a:t>   </a:t>
            </a:r>
            <a:r>
              <a:rPr lang="zh-CN" altLang="en-US" sz="2800" b="1" dirty="0"/>
              <a:t>半关闭（</a:t>
            </a:r>
            <a:r>
              <a:rPr lang="en-US" altLang="zh-CN" sz="2800" b="1" dirty="0"/>
              <a:t>half-close</a:t>
            </a:r>
            <a:r>
              <a:rPr lang="zh-CN" altLang="en-US" sz="2800" b="1" dirty="0"/>
              <a:t>）</a:t>
            </a:r>
            <a:r>
              <a:rPr lang="zh-CN" altLang="en-US" sz="2800" b="1" dirty="0">
                <a:solidFill>
                  <a:srgbClr val="CC0000"/>
                </a:solidFill>
              </a:rPr>
              <a:t> </a:t>
            </a:r>
          </a:p>
          <a:p>
            <a:pPr marL="609600" indent="-609600" algn="just">
              <a:buFontTx/>
              <a:buAutoNum type="arabicPeriod" startAt="3"/>
            </a:pPr>
            <a:r>
              <a:rPr lang="en-US" altLang="zh-CN" sz="2800" b="1" dirty="0">
                <a:solidFill>
                  <a:srgbClr val="CC0000"/>
                </a:solidFill>
              </a:rPr>
              <a:t>TCP</a:t>
            </a:r>
            <a:r>
              <a:rPr lang="zh-CN" altLang="en-US" sz="2800" b="1" dirty="0">
                <a:solidFill>
                  <a:srgbClr val="CC0000"/>
                </a:solidFill>
              </a:rPr>
              <a:t>连接复位</a:t>
            </a:r>
          </a:p>
          <a:p>
            <a:pPr marL="609600" indent="-609600" algn="just">
              <a:buNone/>
            </a:pPr>
            <a:r>
              <a:rPr lang="zh-CN" altLang="en-US" sz="2800" b="1" dirty="0">
                <a:solidFill>
                  <a:srgbClr val="CC0000"/>
                </a:solidFill>
              </a:rPr>
              <a:t>    </a:t>
            </a:r>
            <a:r>
              <a:rPr lang="zh-CN" altLang="en-US" sz="2800" b="1" dirty="0"/>
              <a:t>异常情况中途中断传输连接 ；</a:t>
            </a:r>
            <a:r>
              <a:rPr lang="en-US" altLang="zh-CN" sz="2800" b="1" dirty="0"/>
              <a:t>RST</a:t>
            </a:r>
            <a:r>
              <a:rPr lang="zh-CN" altLang="en-US" sz="2800" b="1" dirty="0"/>
              <a:t>比特置</a:t>
            </a:r>
            <a:r>
              <a:rPr lang="en-US" altLang="zh-CN" sz="2800" b="1" dirty="0"/>
              <a:t>1 </a:t>
            </a:r>
            <a:r>
              <a:rPr lang="zh-CN" altLang="en-US" sz="2800" b="1" dirty="0"/>
              <a:t>。</a:t>
            </a:r>
          </a:p>
          <a:p>
            <a:pPr marL="609600" indent="-609600" algn="just">
              <a:buNone/>
            </a:pPr>
            <a:endParaRPr lang="zh-CN" altLang="en-US" sz="2800" dirty="0"/>
          </a:p>
          <a:p>
            <a:pPr marL="609600" indent="-609600">
              <a:buNone/>
            </a:pPr>
            <a:endParaRPr lang="zh-CN" altLang="en-US" sz="2800" dirty="0"/>
          </a:p>
          <a:p>
            <a:pPr marL="609600" indent="-609600">
              <a:buNone/>
            </a:pPr>
            <a:endParaRPr lang="en-US" altLang="zh-CN" sz="2800" b="1" dirty="0"/>
          </a:p>
        </p:txBody>
      </p:sp>
      <p:sp>
        <p:nvSpPr>
          <p:cNvPr id="5" name="标题 3"/>
          <p:cNvSpPr txBox="1">
            <a:spLocks/>
          </p:cNvSpPr>
          <p:nvPr/>
        </p:nvSpPr>
        <p:spPr>
          <a:xfrm>
            <a:off x="1787525" y="200025"/>
            <a:ext cx="10058400" cy="858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rtl="0" fontAlgn="base">
              <a:spcBef>
                <a:spcPct val="0"/>
              </a:spcBef>
              <a:spcAft>
                <a:spcPct val="0"/>
              </a:spcAft>
              <a:defRPr sz="4000" b="1" kern="1200">
                <a:solidFill>
                  <a:srgbClr val="FFFF00"/>
                </a:solidFill>
                <a:latin typeface="+mj-lt"/>
                <a:ea typeface="+mj-ea"/>
                <a:cs typeface="+mj-cs"/>
              </a:defRPr>
            </a:lvl1pPr>
            <a:lvl2pPr algn="ctr" rtl="0" fontAlgn="base">
              <a:spcBef>
                <a:spcPct val="0"/>
              </a:spcBef>
              <a:spcAft>
                <a:spcPct val="0"/>
              </a:spcAft>
              <a:defRPr sz="4000" b="1">
                <a:solidFill>
                  <a:srgbClr val="FFFF00"/>
                </a:solidFill>
                <a:latin typeface="Arial" panose="020B0604020202020204" pitchFamily="34" charset="0"/>
                <a:ea typeface="黑体" panose="02010609060101010101" pitchFamily="49" charset="-122"/>
              </a:defRPr>
            </a:lvl2pPr>
            <a:lvl3pPr algn="ctr" rtl="0" fontAlgn="base">
              <a:spcBef>
                <a:spcPct val="0"/>
              </a:spcBef>
              <a:spcAft>
                <a:spcPct val="0"/>
              </a:spcAft>
              <a:defRPr sz="4000" b="1">
                <a:solidFill>
                  <a:srgbClr val="FFFF00"/>
                </a:solidFill>
                <a:latin typeface="Arial" panose="020B0604020202020204" pitchFamily="34" charset="0"/>
                <a:ea typeface="黑体" panose="02010609060101010101" pitchFamily="49" charset="-122"/>
              </a:defRPr>
            </a:lvl3pPr>
            <a:lvl4pPr algn="ctr" rtl="0" fontAlgn="base">
              <a:spcBef>
                <a:spcPct val="0"/>
              </a:spcBef>
              <a:spcAft>
                <a:spcPct val="0"/>
              </a:spcAft>
              <a:defRPr sz="4000" b="1">
                <a:solidFill>
                  <a:srgbClr val="FFFF00"/>
                </a:solidFill>
                <a:latin typeface="Arial" panose="020B0604020202020204" pitchFamily="34" charset="0"/>
                <a:ea typeface="黑体" panose="02010609060101010101" pitchFamily="49" charset="-122"/>
              </a:defRPr>
            </a:lvl4pPr>
            <a:lvl5pPr algn="ctr" rtl="0" fontAlgn="base">
              <a:spcBef>
                <a:spcPct val="0"/>
              </a:spcBef>
              <a:spcAft>
                <a:spcPct val="0"/>
              </a:spcAft>
              <a:defRPr sz="4000" b="1">
                <a:solidFill>
                  <a:srgbClr val="FFFF00"/>
                </a:solidFill>
                <a:latin typeface="Arial" panose="020B0604020202020204" pitchFamily="34" charset="0"/>
                <a:ea typeface="黑体" panose="02010609060101010101" pitchFamily="49" charset="-122"/>
              </a:defRPr>
            </a:lvl5pPr>
            <a:lvl6pPr marL="457200" algn="ctr" rtl="0" fontAlgn="base">
              <a:spcBef>
                <a:spcPct val="0"/>
              </a:spcBef>
              <a:spcAft>
                <a:spcPct val="0"/>
              </a:spcAft>
              <a:defRPr sz="4000" b="1">
                <a:solidFill>
                  <a:srgbClr val="FFFF00"/>
                </a:solidFill>
                <a:latin typeface="Arial" panose="020B0604020202020204" pitchFamily="34" charset="0"/>
                <a:ea typeface="黑体" panose="02010609060101010101" pitchFamily="49" charset="-122"/>
              </a:defRPr>
            </a:lvl6pPr>
            <a:lvl7pPr marL="914400" algn="ctr" rtl="0" fontAlgn="base">
              <a:spcBef>
                <a:spcPct val="0"/>
              </a:spcBef>
              <a:spcAft>
                <a:spcPct val="0"/>
              </a:spcAft>
              <a:defRPr sz="4000" b="1">
                <a:solidFill>
                  <a:srgbClr val="FFFF00"/>
                </a:solidFill>
                <a:latin typeface="Arial" panose="020B0604020202020204" pitchFamily="34" charset="0"/>
                <a:ea typeface="黑体" panose="02010609060101010101" pitchFamily="49" charset="-122"/>
              </a:defRPr>
            </a:lvl7pPr>
            <a:lvl8pPr marL="1371600" algn="ctr" rtl="0" fontAlgn="base">
              <a:spcBef>
                <a:spcPct val="0"/>
              </a:spcBef>
              <a:spcAft>
                <a:spcPct val="0"/>
              </a:spcAft>
              <a:defRPr sz="4000" b="1">
                <a:solidFill>
                  <a:srgbClr val="FFFF00"/>
                </a:solidFill>
                <a:latin typeface="Arial" panose="020B0604020202020204" pitchFamily="34" charset="0"/>
                <a:ea typeface="黑体" panose="02010609060101010101" pitchFamily="49" charset="-122"/>
              </a:defRPr>
            </a:lvl8pPr>
            <a:lvl9pPr marL="1828800" algn="ctr" rtl="0" fontAlgn="base">
              <a:spcBef>
                <a:spcPct val="0"/>
              </a:spcBef>
              <a:spcAft>
                <a:spcPct val="0"/>
              </a:spcAft>
              <a:defRPr sz="4000" b="1">
                <a:solidFill>
                  <a:srgbClr val="FFFF00"/>
                </a:solidFill>
                <a:latin typeface="Arial" panose="020B0604020202020204" pitchFamily="34" charset="0"/>
                <a:ea typeface="黑体" panose="02010609060101010101" pitchFamily="49" charset="-122"/>
              </a:defRPr>
            </a:lvl9pPr>
          </a:lstStyle>
          <a:p>
            <a:r>
              <a:rPr lang="en-US" altLang="zh-CN" dirty="0" smtClean="0">
                <a:solidFill>
                  <a:schemeClr val="tx1"/>
                </a:solidFill>
                <a:latin typeface="Times New Roman" panose="02020603050405020304" pitchFamily="18" charset="0"/>
                <a:cs typeface="Times New Roman" panose="02020603050405020304" pitchFamily="18" charset="0"/>
              </a:rPr>
              <a:t/>
            </a:r>
            <a:br>
              <a:rPr lang="en-US" altLang="zh-CN" dirty="0" smtClean="0">
                <a:solidFill>
                  <a:schemeClr val="tx1"/>
                </a:solidFill>
                <a:latin typeface="Times New Roman" panose="02020603050405020304" pitchFamily="18" charset="0"/>
                <a:cs typeface="Times New Roman" panose="02020603050405020304" pitchFamily="18" charset="0"/>
              </a:rPr>
            </a:br>
            <a:r>
              <a:rPr lang="en-US" altLang="zh-CN" dirty="0" smtClean="0">
                <a:solidFill>
                  <a:schemeClr val="tx1"/>
                </a:solidFill>
                <a:latin typeface="Times New Roman" panose="02020603050405020304" pitchFamily="18" charset="0"/>
                <a:cs typeface="Times New Roman" panose="02020603050405020304" pitchFamily="18" charset="0"/>
              </a:rPr>
              <a:t/>
            </a:r>
            <a:br>
              <a:rPr lang="en-US" altLang="zh-CN" dirty="0" smtClean="0">
                <a:solidFill>
                  <a:schemeClr val="tx1"/>
                </a:solidFill>
                <a:latin typeface="Times New Roman" panose="02020603050405020304" pitchFamily="18" charset="0"/>
                <a:cs typeface="Times New Roman" panose="02020603050405020304" pitchFamily="18" charset="0"/>
              </a:rPr>
            </a:br>
            <a:r>
              <a:rPr lang="en-US" altLang="zh-CN" dirty="0" smtClean="0">
                <a:solidFill>
                  <a:schemeClr val="tx1"/>
                </a:solidFill>
                <a:latin typeface="Times New Roman" panose="02020603050405020304" pitchFamily="18" charset="0"/>
                <a:cs typeface="Times New Roman" panose="02020603050405020304" pitchFamily="18" charset="0"/>
              </a:rPr>
              <a:t/>
            </a:r>
            <a:br>
              <a:rPr lang="en-US" altLang="zh-CN" dirty="0" smtClean="0">
                <a:solidFill>
                  <a:schemeClr val="tx1"/>
                </a:solidFill>
                <a:latin typeface="Times New Roman" panose="02020603050405020304" pitchFamily="18" charset="0"/>
                <a:cs typeface="Times New Roman" panose="02020603050405020304" pitchFamily="18" charset="0"/>
              </a:rPr>
            </a:br>
            <a:r>
              <a:rPr lang="zh-CN" altLang="en-US" dirty="0">
                <a:latin typeface="黑体" panose="02010609060101010101" pitchFamily="49" charset="-122"/>
                <a:ea typeface="黑体" panose="02010609060101010101" pitchFamily="49" charset="-122"/>
                <a:cs typeface="Times New Roman" panose="02020603050405020304" pitchFamily="18" charset="0"/>
              </a:rPr>
              <a:t>网络协议交互</a:t>
            </a:r>
          </a:p>
        </p:txBody>
      </p:sp>
    </p:spTree>
    <p:extLst>
      <p:ext uri="{BB962C8B-B14F-4D97-AF65-F5344CB8AC3E}">
        <p14:creationId xmlns:p14="http://schemas.microsoft.com/office/powerpoint/2010/main" val="2835160143"/>
      </p:ext>
    </p:extLst>
  </p:cSld>
  <p:clrMapOvr>
    <a:masterClrMapping/>
  </p:clrMapOvr>
  <p:transition spd="med">
    <p:random/>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ext Box 2"/>
          <p:cNvSpPr txBox="1">
            <a:spLocks noChangeArrowheads="1"/>
          </p:cNvSpPr>
          <p:nvPr/>
        </p:nvSpPr>
        <p:spPr bwMode="auto">
          <a:xfrm>
            <a:off x="734575" y="1429810"/>
            <a:ext cx="283051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200" b="1">
                <a:solidFill>
                  <a:schemeClr val="accent2"/>
                </a:solidFill>
                <a:latin typeface="黑体" panose="02010609060101010101" pitchFamily="49" charset="-122"/>
                <a:ea typeface="黑体" panose="02010609060101010101" pitchFamily="49" charset="-122"/>
              </a:rPr>
              <a:t>TCP</a:t>
            </a:r>
            <a:r>
              <a:rPr lang="zh-CN" altLang="en-US" sz="3200">
                <a:solidFill>
                  <a:schemeClr val="accent2"/>
                </a:solidFill>
                <a:latin typeface="黑体" panose="02010609060101010101" pitchFamily="49" charset="-122"/>
                <a:ea typeface="黑体" panose="02010609060101010101" pitchFamily="49" charset="-122"/>
              </a:rPr>
              <a:t>连接的拆除</a:t>
            </a:r>
          </a:p>
        </p:txBody>
      </p:sp>
      <p:grpSp>
        <p:nvGrpSpPr>
          <p:cNvPr id="41987" name="Group 3"/>
          <p:cNvGrpSpPr>
            <a:grpSpLocks/>
          </p:cNvGrpSpPr>
          <p:nvPr/>
        </p:nvGrpSpPr>
        <p:grpSpPr bwMode="auto">
          <a:xfrm>
            <a:off x="3979849" y="1773500"/>
            <a:ext cx="965200" cy="739775"/>
            <a:chOff x="1505" y="2024"/>
            <a:chExt cx="478" cy="390"/>
          </a:xfrm>
        </p:grpSpPr>
        <p:grpSp>
          <p:nvGrpSpPr>
            <p:cNvPr id="41988" name="Group 4"/>
            <p:cNvGrpSpPr>
              <a:grpSpLocks/>
            </p:cNvGrpSpPr>
            <p:nvPr/>
          </p:nvGrpSpPr>
          <p:grpSpPr bwMode="auto">
            <a:xfrm>
              <a:off x="1505" y="2024"/>
              <a:ext cx="478" cy="390"/>
              <a:chOff x="1505" y="2024"/>
              <a:chExt cx="478" cy="390"/>
            </a:xfrm>
          </p:grpSpPr>
          <p:sp>
            <p:nvSpPr>
              <p:cNvPr id="41989" name="Freeform 5"/>
              <p:cNvSpPr>
                <a:spLocks/>
              </p:cNvSpPr>
              <p:nvPr/>
            </p:nvSpPr>
            <p:spPr bwMode="auto">
              <a:xfrm>
                <a:off x="1507" y="2050"/>
                <a:ext cx="56" cy="225"/>
              </a:xfrm>
              <a:custGeom>
                <a:avLst/>
                <a:gdLst>
                  <a:gd name="T0" fmla="*/ 52 w 56"/>
                  <a:gd name="T1" fmla="*/ 10 h 225"/>
                  <a:gd name="T2" fmla="*/ 55 w 56"/>
                  <a:gd name="T3" fmla="*/ 224 h 225"/>
                  <a:gd name="T4" fmla="*/ 0 w 56"/>
                  <a:gd name="T5" fmla="*/ 142 h 225"/>
                  <a:gd name="T6" fmla="*/ 0 w 56"/>
                  <a:gd name="T7" fmla="*/ 0 h 225"/>
                  <a:gd name="T8" fmla="*/ 52 w 56"/>
                  <a:gd name="T9" fmla="*/ 10 h 225"/>
                </a:gdLst>
                <a:ahLst/>
                <a:cxnLst>
                  <a:cxn ang="0">
                    <a:pos x="T0" y="T1"/>
                  </a:cxn>
                  <a:cxn ang="0">
                    <a:pos x="T2" y="T3"/>
                  </a:cxn>
                  <a:cxn ang="0">
                    <a:pos x="T4" y="T5"/>
                  </a:cxn>
                  <a:cxn ang="0">
                    <a:pos x="T6" y="T7"/>
                  </a:cxn>
                  <a:cxn ang="0">
                    <a:pos x="T8" y="T9"/>
                  </a:cxn>
                </a:cxnLst>
                <a:rect l="0" t="0" r="r" b="b"/>
                <a:pathLst>
                  <a:path w="56" h="225">
                    <a:moveTo>
                      <a:pt x="52" y="10"/>
                    </a:moveTo>
                    <a:lnTo>
                      <a:pt x="55" y="224"/>
                    </a:lnTo>
                    <a:lnTo>
                      <a:pt x="0" y="142"/>
                    </a:lnTo>
                    <a:lnTo>
                      <a:pt x="0" y="0"/>
                    </a:lnTo>
                    <a:lnTo>
                      <a:pt x="52" y="10"/>
                    </a:lnTo>
                  </a:path>
                </a:pathLst>
              </a:custGeom>
              <a:solidFill>
                <a:srgbClr val="7D7C6B"/>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990" name="Freeform 6"/>
              <p:cNvSpPr>
                <a:spLocks/>
              </p:cNvSpPr>
              <p:nvPr/>
            </p:nvSpPr>
            <p:spPr bwMode="auto">
              <a:xfrm>
                <a:off x="1505" y="2050"/>
                <a:ext cx="260" cy="17"/>
              </a:xfrm>
              <a:custGeom>
                <a:avLst/>
                <a:gdLst>
                  <a:gd name="T0" fmla="*/ 259 w 260"/>
                  <a:gd name="T1" fmla="*/ 16 h 17"/>
                  <a:gd name="T2" fmla="*/ 53 w 260"/>
                  <a:gd name="T3" fmla="*/ 16 h 17"/>
                  <a:gd name="T4" fmla="*/ 0 w 260"/>
                  <a:gd name="T5" fmla="*/ 0 h 17"/>
                  <a:gd name="T6" fmla="*/ 202 w 260"/>
                  <a:gd name="T7" fmla="*/ 0 h 17"/>
                  <a:gd name="T8" fmla="*/ 259 w 260"/>
                  <a:gd name="T9" fmla="*/ 16 h 17"/>
                </a:gdLst>
                <a:ahLst/>
                <a:cxnLst>
                  <a:cxn ang="0">
                    <a:pos x="T0" y="T1"/>
                  </a:cxn>
                  <a:cxn ang="0">
                    <a:pos x="T2" y="T3"/>
                  </a:cxn>
                  <a:cxn ang="0">
                    <a:pos x="T4" y="T5"/>
                  </a:cxn>
                  <a:cxn ang="0">
                    <a:pos x="T6" y="T7"/>
                  </a:cxn>
                  <a:cxn ang="0">
                    <a:pos x="T8" y="T9"/>
                  </a:cxn>
                </a:cxnLst>
                <a:rect l="0" t="0" r="r" b="b"/>
                <a:pathLst>
                  <a:path w="260" h="17">
                    <a:moveTo>
                      <a:pt x="259" y="16"/>
                    </a:moveTo>
                    <a:lnTo>
                      <a:pt x="53" y="16"/>
                    </a:lnTo>
                    <a:lnTo>
                      <a:pt x="0" y="0"/>
                    </a:lnTo>
                    <a:lnTo>
                      <a:pt x="202" y="0"/>
                    </a:lnTo>
                    <a:lnTo>
                      <a:pt x="259" y="16"/>
                    </a:lnTo>
                  </a:path>
                </a:pathLst>
              </a:custGeom>
              <a:solidFill>
                <a:srgbClr val="E9E7D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991" name="Freeform 7"/>
              <p:cNvSpPr>
                <a:spLocks/>
              </p:cNvSpPr>
              <p:nvPr/>
            </p:nvSpPr>
            <p:spPr bwMode="auto">
              <a:xfrm>
                <a:off x="1610" y="2311"/>
                <a:ext cx="250" cy="22"/>
              </a:xfrm>
              <a:custGeom>
                <a:avLst/>
                <a:gdLst>
                  <a:gd name="T0" fmla="*/ 0 w 250"/>
                  <a:gd name="T1" fmla="*/ 21 h 22"/>
                  <a:gd name="T2" fmla="*/ 249 w 250"/>
                  <a:gd name="T3" fmla="*/ 21 h 22"/>
                  <a:gd name="T4" fmla="*/ 249 w 250"/>
                  <a:gd name="T5" fmla="*/ 0 h 22"/>
                  <a:gd name="T6" fmla="*/ 0 w 250"/>
                  <a:gd name="T7" fmla="*/ 0 h 22"/>
                  <a:gd name="T8" fmla="*/ 0 w 250"/>
                  <a:gd name="T9" fmla="*/ 21 h 22"/>
                </a:gdLst>
                <a:ahLst/>
                <a:cxnLst>
                  <a:cxn ang="0">
                    <a:pos x="T0" y="T1"/>
                  </a:cxn>
                  <a:cxn ang="0">
                    <a:pos x="T2" y="T3"/>
                  </a:cxn>
                  <a:cxn ang="0">
                    <a:pos x="T4" y="T5"/>
                  </a:cxn>
                  <a:cxn ang="0">
                    <a:pos x="T6" y="T7"/>
                  </a:cxn>
                  <a:cxn ang="0">
                    <a:pos x="T8" y="T9"/>
                  </a:cxn>
                </a:cxnLst>
                <a:rect l="0" t="0" r="r" b="b"/>
                <a:pathLst>
                  <a:path w="250" h="22">
                    <a:moveTo>
                      <a:pt x="0" y="21"/>
                    </a:moveTo>
                    <a:lnTo>
                      <a:pt x="249" y="21"/>
                    </a:lnTo>
                    <a:lnTo>
                      <a:pt x="249" y="0"/>
                    </a:lnTo>
                    <a:lnTo>
                      <a:pt x="0" y="0"/>
                    </a:lnTo>
                    <a:lnTo>
                      <a:pt x="0" y="21"/>
                    </a:lnTo>
                  </a:path>
                </a:pathLst>
              </a:custGeom>
              <a:solidFill>
                <a:srgbClr val="BCB7A4"/>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992" name="Freeform 8"/>
              <p:cNvSpPr>
                <a:spLocks/>
              </p:cNvSpPr>
              <p:nvPr/>
            </p:nvSpPr>
            <p:spPr bwMode="auto">
              <a:xfrm>
                <a:off x="1565" y="2267"/>
                <a:ext cx="289" cy="47"/>
              </a:xfrm>
              <a:custGeom>
                <a:avLst/>
                <a:gdLst>
                  <a:gd name="T0" fmla="*/ 288 w 289"/>
                  <a:gd name="T1" fmla="*/ 46 h 47"/>
                  <a:gd name="T2" fmla="*/ 49 w 289"/>
                  <a:gd name="T3" fmla="*/ 46 h 47"/>
                  <a:gd name="T4" fmla="*/ 0 w 289"/>
                  <a:gd name="T5" fmla="*/ 0 h 47"/>
                  <a:gd name="T6" fmla="*/ 238 w 289"/>
                  <a:gd name="T7" fmla="*/ 0 h 47"/>
                  <a:gd name="T8" fmla="*/ 288 w 289"/>
                  <a:gd name="T9" fmla="*/ 46 h 47"/>
                </a:gdLst>
                <a:ahLst/>
                <a:cxnLst>
                  <a:cxn ang="0">
                    <a:pos x="T0" y="T1"/>
                  </a:cxn>
                  <a:cxn ang="0">
                    <a:pos x="T2" y="T3"/>
                  </a:cxn>
                  <a:cxn ang="0">
                    <a:pos x="T4" y="T5"/>
                  </a:cxn>
                  <a:cxn ang="0">
                    <a:pos x="T6" y="T7"/>
                  </a:cxn>
                  <a:cxn ang="0">
                    <a:pos x="T8" y="T9"/>
                  </a:cxn>
                </a:cxnLst>
                <a:rect l="0" t="0" r="r" b="b"/>
                <a:pathLst>
                  <a:path w="289" h="47">
                    <a:moveTo>
                      <a:pt x="288" y="46"/>
                    </a:moveTo>
                    <a:lnTo>
                      <a:pt x="49" y="46"/>
                    </a:lnTo>
                    <a:lnTo>
                      <a:pt x="0" y="0"/>
                    </a:lnTo>
                    <a:lnTo>
                      <a:pt x="238" y="0"/>
                    </a:lnTo>
                    <a:lnTo>
                      <a:pt x="288" y="46"/>
                    </a:lnTo>
                  </a:path>
                </a:pathLst>
              </a:custGeom>
              <a:solidFill>
                <a:srgbClr val="E9E7D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993" name="Freeform 9"/>
              <p:cNvSpPr>
                <a:spLocks/>
              </p:cNvSpPr>
              <p:nvPr/>
            </p:nvSpPr>
            <p:spPr bwMode="auto">
              <a:xfrm>
                <a:off x="1566" y="2265"/>
                <a:ext cx="52" cy="72"/>
              </a:xfrm>
              <a:custGeom>
                <a:avLst/>
                <a:gdLst>
                  <a:gd name="T0" fmla="*/ 51 w 52"/>
                  <a:gd name="T1" fmla="*/ 46 h 72"/>
                  <a:gd name="T2" fmla="*/ 51 w 52"/>
                  <a:gd name="T3" fmla="*/ 71 h 72"/>
                  <a:gd name="T4" fmla="*/ 0 w 52"/>
                  <a:gd name="T5" fmla="*/ 21 h 72"/>
                  <a:gd name="T6" fmla="*/ 0 w 52"/>
                  <a:gd name="T7" fmla="*/ 0 h 72"/>
                  <a:gd name="T8" fmla="*/ 51 w 52"/>
                  <a:gd name="T9" fmla="*/ 46 h 72"/>
                </a:gdLst>
                <a:ahLst/>
                <a:cxnLst>
                  <a:cxn ang="0">
                    <a:pos x="T0" y="T1"/>
                  </a:cxn>
                  <a:cxn ang="0">
                    <a:pos x="T2" y="T3"/>
                  </a:cxn>
                  <a:cxn ang="0">
                    <a:pos x="T4" y="T5"/>
                  </a:cxn>
                  <a:cxn ang="0">
                    <a:pos x="T6" y="T7"/>
                  </a:cxn>
                  <a:cxn ang="0">
                    <a:pos x="T8" y="T9"/>
                  </a:cxn>
                </a:cxnLst>
                <a:rect l="0" t="0" r="r" b="b"/>
                <a:pathLst>
                  <a:path w="52" h="72">
                    <a:moveTo>
                      <a:pt x="51" y="46"/>
                    </a:moveTo>
                    <a:lnTo>
                      <a:pt x="51" y="71"/>
                    </a:lnTo>
                    <a:lnTo>
                      <a:pt x="0" y="21"/>
                    </a:lnTo>
                    <a:lnTo>
                      <a:pt x="0" y="0"/>
                    </a:lnTo>
                    <a:lnTo>
                      <a:pt x="51" y="46"/>
                    </a:lnTo>
                  </a:path>
                </a:pathLst>
              </a:custGeom>
              <a:solidFill>
                <a:srgbClr val="7D7C6B"/>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994" name="Freeform 10"/>
              <p:cNvSpPr>
                <a:spLocks/>
              </p:cNvSpPr>
              <p:nvPr/>
            </p:nvSpPr>
            <p:spPr bwMode="auto">
              <a:xfrm>
                <a:off x="1542" y="2024"/>
                <a:ext cx="332" cy="37"/>
              </a:xfrm>
              <a:custGeom>
                <a:avLst/>
                <a:gdLst>
                  <a:gd name="T0" fmla="*/ 331 w 332"/>
                  <a:gd name="T1" fmla="*/ 36 h 37"/>
                  <a:gd name="T2" fmla="*/ 35 w 332"/>
                  <a:gd name="T3" fmla="*/ 36 h 37"/>
                  <a:gd name="T4" fmla="*/ 0 w 332"/>
                  <a:gd name="T5" fmla="*/ 0 h 37"/>
                  <a:gd name="T6" fmla="*/ 291 w 332"/>
                  <a:gd name="T7" fmla="*/ 0 h 37"/>
                  <a:gd name="T8" fmla="*/ 331 w 332"/>
                  <a:gd name="T9" fmla="*/ 36 h 37"/>
                </a:gdLst>
                <a:ahLst/>
                <a:cxnLst>
                  <a:cxn ang="0">
                    <a:pos x="T0" y="T1"/>
                  </a:cxn>
                  <a:cxn ang="0">
                    <a:pos x="T2" y="T3"/>
                  </a:cxn>
                  <a:cxn ang="0">
                    <a:pos x="T4" y="T5"/>
                  </a:cxn>
                  <a:cxn ang="0">
                    <a:pos x="T6" y="T7"/>
                  </a:cxn>
                  <a:cxn ang="0">
                    <a:pos x="T8" y="T9"/>
                  </a:cxn>
                </a:cxnLst>
                <a:rect l="0" t="0" r="r" b="b"/>
                <a:pathLst>
                  <a:path w="332" h="37">
                    <a:moveTo>
                      <a:pt x="331" y="36"/>
                    </a:moveTo>
                    <a:lnTo>
                      <a:pt x="35" y="36"/>
                    </a:lnTo>
                    <a:lnTo>
                      <a:pt x="0" y="0"/>
                    </a:lnTo>
                    <a:lnTo>
                      <a:pt x="291" y="0"/>
                    </a:lnTo>
                    <a:lnTo>
                      <a:pt x="331" y="36"/>
                    </a:lnTo>
                  </a:path>
                </a:pathLst>
              </a:custGeom>
              <a:gradFill rotWithShape="0">
                <a:gsLst>
                  <a:gs pos="0">
                    <a:srgbClr val="7D7C6B"/>
                  </a:gs>
                  <a:gs pos="100000">
                    <a:srgbClr val="7D7C6B">
                      <a:gamma/>
                      <a:tint val="30196"/>
                      <a:invGamma/>
                    </a:srgbClr>
                  </a:gs>
                </a:gsLst>
                <a:lin ang="270000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995" name="Freeform 11"/>
              <p:cNvSpPr>
                <a:spLocks/>
              </p:cNvSpPr>
              <p:nvPr/>
            </p:nvSpPr>
            <p:spPr bwMode="auto">
              <a:xfrm>
                <a:off x="1543" y="2024"/>
                <a:ext cx="37" cy="272"/>
              </a:xfrm>
              <a:custGeom>
                <a:avLst/>
                <a:gdLst>
                  <a:gd name="T0" fmla="*/ 36 w 37"/>
                  <a:gd name="T1" fmla="*/ 31 h 272"/>
                  <a:gd name="T2" fmla="*/ 36 w 37"/>
                  <a:gd name="T3" fmla="*/ 271 h 272"/>
                  <a:gd name="T4" fmla="*/ 0 w 37"/>
                  <a:gd name="T5" fmla="*/ 236 h 272"/>
                  <a:gd name="T6" fmla="*/ 0 w 37"/>
                  <a:gd name="T7" fmla="*/ 0 h 272"/>
                  <a:gd name="T8" fmla="*/ 36 w 37"/>
                  <a:gd name="T9" fmla="*/ 31 h 272"/>
                </a:gdLst>
                <a:ahLst/>
                <a:cxnLst>
                  <a:cxn ang="0">
                    <a:pos x="T0" y="T1"/>
                  </a:cxn>
                  <a:cxn ang="0">
                    <a:pos x="T2" y="T3"/>
                  </a:cxn>
                  <a:cxn ang="0">
                    <a:pos x="T4" y="T5"/>
                  </a:cxn>
                  <a:cxn ang="0">
                    <a:pos x="T6" y="T7"/>
                  </a:cxn>
                  <a:cxn ang="0">
                    <a:pos x="T8" y="T9"/>
                  </a:cxn>
                </a:cxnLst>
                <a:rect l="0" t="0" r="r" b="b"/>
                <a:pathLst>
                  <a:path w="37" h="272">
                    <a:moveTo>
                      <a:pt x="36" y="31"/>
                    </a:moveTo>
                    <a:lnTo>
                      <a:pt x="36" y="271"/>
                    </a:lnTo>
                    <a:lnTo>
                      <a:pt x="0" y="236"/>
                    </a:lnTo>
                    <a:lnTo>
                      <a:pt x="0" y="0"/>
                    </a:lnTo>
                    <a:lnTo>
                      <a:pt x="36" y="31"/>
                    </a:lnTo>
                  </a:path>
                </a:pathLst>
              </a:custGeom>
              <a:solidFill>
                <a:srgbClr val="7D7C6B"/>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996" name="Freeform 12"/>
              <p:cNvSpPr>
                <a:spLocks/>
              </p:cNvSpPr>
              <p:nvPr/>
            </p:nvSpPr>
            <p:spPr bwMode="auto">
              <a:xfrm>
                <a:off x="1576" y="2057"/>
                <a:ext cx="296" cy="239"/>
              </a:xfrm>
              <a:custGeom>
                <a:avLst/>
                <a:gdLst>
                  <a:gd name="T0" fmla="*/ 0 w 296"/>
                  <a:gd name="T1" fmla="*/ 238 h 239"/>
                  <a:gd name="T2" fmla="*/ 295 w 296"/>
                  <a:gd name="T3" fmla="*/ 238 h 239"/>
                  <a:gd name="T4" fmla="*/ 295 w 296"/>
                  <a:gd name="T5" fmla="*/ 0 h 239"/>
                  <a:gd name="T6" fmla="*/ 0 w 296"/>
                  <a:gd name="T7" fmla="*/ 0 h 239"/>
                  <a:gd name="T8" fmla="*/ 0 w 296"/>
                  <a:gd name="T9" fmla="*/ 238 h 239"/>
                </a:gdLst>
                <a:ahLst/>
                <a:cxnLst>
                  <a:cxn ang="0">
                    <a:pos x="T0" y="T1"/>
                  </a:cxn>
                  <a:cxn ang="0">
                    <a:pos x="T2" y="T3"/>
                  </a:cxn>
                  <a:cxn ang="0">
                    <a:pos x="T4" y="T5"/>
                  </a:cxn>
                  <a:cxn ang="0">
                    <a:pos x="T6" y="T7"/>
                  </a:cxn>
                  <a:cxn ang="0">
                    <a:pos x="T8" y="T9"/>
                  </a:cxn>
                </a:cxnLst>
                <a:rect l="0" t="0" r="r" b="b"/>
                <a:pathLst>
                  <a:path w="296" h="239">
                    <a:moveTo>
                      <a:pt x="0" y="238"/>
                    </a:moveTo>
                    <a:lnTo>
                      <a:pt x="295" y="238"/>
                    </a:lnTo>
                    <a:lnTo>
                      <a:pt x="295" y="0"/>
                    </a:lnTo>
                    <a:lnTo>
                      <a:pt x="0" y="0"/>
                    </a:lnTo>
                    <a:lnTo>
                      <a:pt x="0" y="238"/>
                    </a:lnTo>
                  </a:path>
                </a:pathLst>
              </a:custGeom>
              <a:solidFill>
                <a:srgbClr val="BCB7A4"/>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997" name="Freeform 13"/>
              <p:cNvSpPr>
                <a:spLocks/>
              </p:cNvSpPr>
              <p:nvPr/>
            </p:nvSpPr>
            <p:spPr bwMode="auto">
              <a:xfrm>
                <a:off x="1506" y="2319"/>
                <a:ext cx="60" cy="95"/>
              </a:xfrm>
              <a:custGeom>
                <a:avLst/>
                <a:gdLst>
                  <a:gd name="T0" fmla="*/ 59 w 60"/>
                  <a:gd name="T1" fmla="*/ 75 h 95"/>
                  <a:gd name="T2" fmla="*/ 59 w 60"/>
                  <a:gd name="T3" fmla="*/ 94 h 95"/>
                  <a:gd name="T4" fmla="*/ 0 w 60"/>
                  <a:gd name="T5" fmla="*/ 36 h 95"/>
                  <a:gd name="T6" fmla="*/ 0 w 60"/>
                  <a:gd name="T7" fmla="*/ 0 h 95"/>
                  <a:gd name="T8" fmla="*/ 59 w 60"/>
                  <a:gd name="T9" fmla="*/ 75 h 95"/>
                </a:gdLst>
                <a:ahLst/>
                <a:cxnLst>
                  <a:cxn ang="0">
                    <a:pos x="T0" y="T1"/>
                  </a:cxn>
                  <a:cxn ang="0">
                    <a:pos x="T2" y="T3"/>
                  </a:cxn>
                  <a:cxn ang="0">
                    <a:pos x="T4" y="T5"/>
                  </a:cxn>
                  <a:cxn ang="0">
                    <a:pos x="T6" y="T7"/>
                  </a:cxn>
                  <a:cxn ang="0">
                    <a:pos x="T8" y="T9"/>
                  </a:cxn>
                </a:cxnLst>
                <a:rect l="0" t="0" r="r" b="b"/>
                <a:pathLst>
                  <a:path w="60" h="95">
                    <a:moveTo>
                      <a:pt x="59" y="75"/>
                    </a:moveTo>
                    <a:lnTo>
                      <a:pt x="59" y="94"/>
                    </a:lnTo>
                    <a:lnTo>
                      <a:pt x="0" y="36"/>
                    </a:lnTo>
                    <a:lnTo>
                      <a:pt x="0" y="0"/>
                    </a:lnTo>
                    <a:lnTo>
                      <a:pt x="59" y="75"/>
                    </a:lnTo>
                  </a:path>
                </a:pathLst>
              </a:custGeom>
              <a:solidFill>
                <a:srgbClr val="7D7C6B"/>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998" name="Freeform 14"/>
              <p:cNvSpPr>
                <a:spLocks/>
              </p:cNvSpPr>
              <p:nvPr/>
            </p:nvSpPr>
            <p:spPr bwMode="auto">
              <a:xfrm>
                <a:off x="1562" y="2393"/>
                <a:ext cx="421" cy="19"/>
              </a:xfrm>
              <a:custGeom>
                <a:avLst/>
                <a:gdLst>
                  <a:gd name="T0" fmla="*/ 0 w 421"/>
                  <a:gd name="T1" fmla="*/ 18 h 19"/>
                  <a:gd name="T2" fmla="*/ 420 w 421"/>
                  <a:gd name="T3" fmla="*/ 18 h 19"/>
                  <a:gd name="T4" fmla="*/ 420 w 421"/>
                  <a:gd name="T5" fmla="*/ 0 h 19"/>
                  <a:gd name="T6" fmla="*/ 0 w 421"/>
                  <a:gd name="T7" fmla="*/ 0 h 19"/>
                  <a:gd name="T8" fmla="*/ 0 w 421"/>
                  <a:gd name="T9" fmla="*/ 18 h 19"/>
                </a:gdLst>
                <a:ahLst/>
                <a:cxnLst>
                  <a:cxn ang="0">
                    <a:pos x="T0" y="T1"/>
                  </a:cxn>
                  <a:cxn ang="0">
                    <a:pos x="T2" y="T3"/>
                  </a:cxn>
                  <a:cxn ang="0">
                    <a:pos x="T4" y="T5"/>
                  </a:cxn>
                  <a:cxn ang="0">
                    <a:pos x="T6" y="T7"/>
                  </a:cxn>
                  <a:cxn ang="0">
                    <a:pos x="T8" y="T9"/>
                  </a:cxn>
                </a:cxnLst>
                <a:rect l="0" t="0" r="r" b="b"/>
                <a:pathLst>
                  <a:path w="421" h="19">
                    <a:moveTo>
                      <a:pt x="0" y="18"/>
                    </a:moveTo>
                    <a:lnTo>
                      <a:pt x="420" y="18"/>
                    </a:lnTo>
                    <a:lnTo>
                      <a:pt x="420" y="0"/>
                    </a:lnTo>
                    <a:lnTo>
                      <a:pt x="0" y="0"/>
                    </a:lnTo>
                    <a:lnTo>
                      <a:pt x="0" y="18"/>
                    </a:lnTo>
                  </a:path>
                </a:pathLst>
              </a:custGeom>
              <a:solidFill>
                <a:srgbClr val="BCB7A4"/>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41999" name="Group 15"/>
              <p:cNvGrpSpPr>
                <a:grpSpLocks/>
              </p:cNvGrpSpPr>
              <p:nvPr/>
            </p:nvGrpSpPr>
            <p:grpSpPr bwMode="auto">
              <a:xfrm>
                <a:off x="1609" y="2081"/>
                <a:ext cx="235" cy="186"/>
                <a:chOff x="1609" y="2081"/>
                <a:chExt cx="235" cy="186"/>
              </a:xfrm>
            </p:grpSpPr>
            <p:sp>
              <p:nvSpPr>
                <p:cNvPr id="42000" name="Freeform 16"/>
                <p:cNvSpPr>
                  <a:spLocks/>
                </p:cNvSpPr>
                <p:nvPr/>
              </p:nvSpPr>
              <p:spPr bwMode="auto">
                <a:xfrm>
                  <a:off x="1609" y="2083"/>
                  <a:ext cx="235" cy="182"/>
                </a:xfrm>
                <a:custGeom>
                  <a:avLst/>
                  <a:gdLst>
                    <a:gd name="T0" fmla="*/ 0 w 235"/>
                    <a:gd name="T1" fmla="*/ 0 h 182"/>
                    <a:gd name="T2" fmla="*/ 234 w 235"/>
                    <a:gd name="T3" fmla="*/ 181 h 182"/>
                    <a:gd name="T4" fmla="*/ 0 w 235"/>
                    <a:gd name="T5" fmla="*/ 181 h 182"/>
                    <a:gd name="T6" fmla="*/ 0 w 235"/>
                    <a:gd name="T7" fmla="*/ 0 h 182"/>
                  </a:gdLst>
                  <a:ahLst/>
                  <a:cxnLst>
                    <a:cxn ang="0">
                      <a:pos x="T0" y="T1"/>
                    </a:cxn>
                    <a:cxn ang="0">
                      <a:pos x="T2" y="T3"/>
                    </a:cxn>
                    <a:cxn ang="0">
                      <a:pos x="T4" y="T5"/>
                    </a:cxn>
                    <a:cxn ang="0">
                      <a:pos x="T6" y="T7"/>
                    </a:cxn>
                  </a:cxnLst>
                  <a:rect l="0" t="0" r="r" b="b"/>
                  <a:pathLst>
                    <a:path w="235" h="182">
                      <a:moveTo>
                        <a:pt x="0" y="0"/>
                      </a:moveTo>
                      <a:lnTo>
                        <a:pt x="234" y="181"/>
                      </a:lnTo>
                      <a:lnTo>
                        <a:pt x="0" y="181"/>
                      </a:lnTo>
                      <a:lnTo>
                        <a:pt x="0" y="0"/>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001" name="Freeform 17"/>
                <p:cNvSpPr>
                  <a:spLocks/>
                </p:cNvSpPr>
                <p:nvPr/>
              </p:nvSpPr>
              <p:spPr bwMode="auto">
                <a:xfrm>
                  <a:off x="1609" y="2081"/>
                  <a:ext cx="235" cy="186"/>
                </a:xfrm>
                <a:custGeom>
                  <a:avLst/>
                  <a:gdLst>
                    <a:gd name="T0" fmla="*/ 0 w 235"/>
                    <a:gd name="T1" fmla="*/ 0 h 186"/>
                    <a:gd name="T2" fmla="*/ 234 w 235"/>
                    <a:gd name="T3" fmla="*/ 0 h 186"/>
                    <a:gd name="T4" fmla="*/ 234 w 235"/>
                    <a:gd name="T5" fmla="*/ 185 h 186"/>
                    <a:gd name="T6" fmla="*/ 0 w 235"/>
                    <a:gd name="T7" fmla="*/ 0 h 186"/>
                  </a:gdLst>
                  <a:ahLst/>
                  <a:cxnLst>
                    <a:cxn ang="0">
                      <a:pos x="T0" y="T1"/>
                    </a:cxn>
                    <a:cxn ang="0">
                      <a:pos x="T2" y="T3"/>
                    </a:cxn>
                    <a:cxn ang="0">
                      <a:pos x="T4" y="T5"/>
                    </a:cxn>
                    <a:cxn ang="0">
                      <a:pos x="T6" y="T7"/>
                    </a:cxn>
                  </a:cxnLst>
                  <a:rect l="0" t="0" r="r" b="b"/>
                  <a:pathLst>
                    <a:path w="235" h="186">
                      <a:moveTo>
                        <a:pt x="0" y="0"/>
                      </a:moveTo>
                      <a:lnTo>
                        <a:pt x="234" y="0"/>
                      </a:lnTo>
                      <a:lnTo>
                        <a:pt x="234" y="185"/>
                      </a:lnTo>
                      <a:lnTo>
                        <a:pt x="0" y="0"/>
                      </a:lnTo>
                    </a:path>
                  </a:pathLst>
                </a:custGeom>
                <a:solidFill>
                  <a:srgbClr val="959483"/>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2002" name="Freeform 18"/>
              <p:cNvSpPr>
                <a:spLocks/>
              </p:cNvSpPr>
              <p:nvPr/>
            </p:nvSpPr>
            <p:spPr bwMode="auto">
              <a:xfrm>
                <a:off x="1505" y="2321"/>
                <a:ext cx="477" cy="76"/>
              </a:xfrm>
              <a:custGeom>
                <a:avLst/>
                <a:gdLst>
                  <a:gd name="T0" fmla="*/ 476 w 477"/>
                  <a:gd name="T1" fmla="*/ 75 h 76"/>
                  <a:gd name="T2" fmla="*/ 56 w 477"/>
                  <a:gd name="T3" fmla="*/ 75 h 76"/>
                  <a:gd name="T4" fmla="*/ 0 w 477"/>
                  <a:gd name="T5" fmla="*/ 0 h 76"/>
                  <a:gd name="T6" fmla="*/ 418 w 477"/>
                  <a:gd name="T7" fmla="*/ 0 h 76"/>
                  <a:gd name="T8" fmla="*/ 476 w 477"/>
                  <a:gd name="T9" fmla="*/ 75 h 76"/>
                </a:gdLst>
                <a:ahLst/>
                <a:cxnLst>
                  <a:cxn ang="0">
                    <a:pos x="T0" y="T1"/>
                  </a:cxn>
                  <a:cxn ang="0">
                    <a:pos x="T2" y="T3"/>
                  </a:cxn>
                  <a:cxn ang="0">
                    <a:pos x="T4" y="T5"/>
                  </a:cxn>
                  <a:cxn ang="0">
                    <a:pos x="T6" y="T7"/>
                  </a:cxn>
                  <a:cxn ang="0">
                    <a:pos x="T8" y="T9"/>
                  </a:cxn>
                </a:cxnLst>
                <a:rect l="0" t="0" r="r" b="b"/>
                <a:pathLst>
                  <a:path w="477" h="76">
                    <a:moveTo>
                      <a:pt x="476" y="75"/>
                    </a:moveTo>
                    <a:lnTo>
                      <a:pt x="56" y="75"/>
                    </a:lnTo>
                    <a:lnTo>
                      <a:pt x="0" y="0"/>
                    </a:lnTo>
                    <a:lnTo>
                      <a:pt x="418" y="0"/>
                    </a:lnTo>
                    <a:lnTo>
                      <a:pt x="476" y="75"/>
                    </a:lnTo>
                  </a:path>
                </a:pathLst>
              </a:custGeom>
              <a:gradFill rotWithShape="0">
                <a:gsLst>
                  <a:gs pos="0">
                    <a:srgbClr val="7D7C6B"/>
                  </a:gs>
                  <a:gs pos="100000">
                    <a:srgbClr val="7D7C6B">
                      <a:gamma/>
                      <a:tint val="30196"/>
                      <a:invGamma/>
                    </a:srgbClr>
                  </a:gs>
                </a:gsLst>
                <a:lin ang="1890000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003" name="Line 19"/>
              <p:cNvSpPr>
                <a:spLocks noChangeShapeType="1"/>
              </p:cNvSpPr>
              <p:nvPr/>
            </p:nvSpPr>
            <p:spPr bwMode="auto">
              <a:xfrm>
                <a:off x="1542" y="2027"/>
                <a:ext cx="0" cy="235"/>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2004" name="Freeform 20"/>
            <p:cNvSpPr>
              <a:spLocks/>
            </p:cNvSpPr>
            <p:nvPr/>
          </p:nvSpPr>
          <p:spPr bwMode="auto">
            <a:xfrm>
              <a:off x="1619" y="2090"/>
              <a:ext cx="215" cy="168"/>
            </a:xfrm>
            <a:custGeom>
              <a:avLst/>
              <a:gdLst>
                <a:gd name="T0" fmla="*/ 0 w 215"/>
                <a:gd name="T1" fmla="*/ 167 h 168"/>
                <a:gd name="T2" fmla="*/ 214 w 215"/>
                <a:gd name="T3" fmla="*/ 167 h 168"/>
                <a:gd name="T4" fmla="*/ 214 w 215"/>
                <a:gd name="T5" fmla="*/ 0 h 168"/>
                <a:gd name="T6" fmla="*/ 0 w 215"/>
                <a:gd name="T7" fmla="*/ 0 h 168"/>
                <a:gd name="T8" fmla="*/ 0 w 215"/>
                <a:gd name="T9" fmla="*/ 167 h 168"/>
              </a:gdLst>
              <a:ahLst/>
              <a:cxnLst>
                <a:cxn ang="0">
                  <a:pos x="T0" y="T1"/>
                </a:cxn>
                <a:cxn ang="0">
                  <a:pos x="T2" y="T3"/>
                </a:cxn>
                <a:cxn ang="0">
                  <a:pos x="T4" y="T5"/>
                </a:cxn>
                <a:cxn ang="0">
                  <a:pos x="T6" y="T7"/>
                </a:cxn>
                <a:cxn ang="0">
                  <a:pos x="T8" y="T9"/>
                </a:cxn>
              </a:cxnLst>
              <a:rect l="0" t="0" r="r" b="b"/>
              <a:pathLst>
                <a:path w="215" h="168">
                  <a:moveTo>
                    <a:pt x="0" y="167"/>
                  </a:moveTo>
                  <a:lnTo>
                    <a:pt x="214" y="167"/>
                  </a:lnTo>
                  <a:lnTo>
                    <a:pt x="214" y="0"/>
                  </a:lnTo>
                  <a:lnTo>
                    <a:pt x="0" y="0"/>
                  </a:lnTo>
                  <a:lnTo>
                    <a:pt x="0" y="167"/>
                  </a:lnTo>
                </a:path>
              </a:pathLst>
            </a:custGeom>
            <a:gradFill rotWithShape="0">
              <a:gsLst>
                <a:gs pos="0">
                  <a:srgbClr val="33CC33">
                    <a:gamma/>
                    <a:shade val="69804"/>
                    <a:invGamma/>
                  </a:srgbClr>
                </a:gs>
                <a:gs pos="100000">
                  <a:srgbClr val="33CC33"/>
                </a:gs>
              </a:gsLst>
              <a:lin ang="1890000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2005" name="Line 21"/>
          <p:cNvSpPr>
            <a:spLocks noChangeShapeType="1"/>
          </p:cNvSpPr>
          <p:nvPr/>
        </p:nvSpPr>
        <p:spPr bwMode="auto">
          <a:xfrm rot="5400000" flipH="1">
            <a:off x="3649649" y="4113474"/>
            <a:ext cx="3048000"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42006" name="Group 22"/>
          <p:cNvGrpSpPr>
            <a:grpSpLocks/>
          </p:cNvGrpSpPr>
          <p:nvPr/>
        </p:nvGrpSpPr>
        <p:grpSpPr bwMode="auto">
          <a:xfrm>
            <a:off x="7231049" y="1751275"/>
            <a:ext cx="965200" cy="739775"/>
            <a:chOff x="1505" y="2024"/>
            <a:chExt cx="478" cy="390"/>
          </a:xfrm>
        </p:grpSpPr>
        <p:grpSp>
          <p:nvGrpSpPr>
            <p:cNvPr id="42007" name="Group 23"/>
            <p:cNvGrpSpPr>
              <a:grpSpLocks/>
            </p:cNvGrpSpPr>
            <p:nvPr/>
          </p:nvGrpSpPr>
          <p:grpSpPr bwMode="auto">
            <a:xfrm>
              <a:off x="1505" y="2024"/>
              <a:ext cx="478" cy="390"/>
              <a:chOff x="1505" y="2024"/>
              <a:chExt cx="478" cy="390"/>
            </a:xfrm>
          </p:grpSpPr>
          <p:sp>
            <p:nvSpPr>
              <p:cNvPr id="42008" name="Freeform 24"/>
              <p:cNvSpPr>
                <a:spLocks/>
              </p:cNvSpPr>
              <p:nvPr/>
            </p:nvSpPr>
            <p:spPr bwMode="auto">
              <a:xfrm>
                <a:off x="1507" y="2050"/>
                <a:ext cx="56" cy="225"/>
              </a:xfrm>
              <a:custGeom>
                <a:avLst/>
                <a:gdLst>
                  <a:gd name="T0" fmla="*/ 52 w 56"/>
                  <a:gd name="T1" fmla="*/ 10 h 225"/>
                  <a:gd name="T2" fmla="*/ 55 w 56"/>
                  <a:gd name="T3" fmla="*/ 224 h 225"/>
                  <a:gd name="T4" fmla="*/ 0 w 56"/>
                  <a:gd name="T5" fmla="*/ 142 h 225"/>
                  <a:gd name="T6" fmla="*/ 0 w 56"/>
                  <a:gd name="T7" fmla="*/ 0 h 225"/>
                  <a:gd name="T8" fmla="*/ 52 w 56"/>
                  <a:gd name="T9" fmla="*/ 10 h 225"/>
                </a:gdLst>
                <a:ahLst/>
                <a:cxnLst>
                  <a:cxn ang="0">
                    <a:pos x="T0" y="T1"/>
                  </a:cxn>
                  <a:cxn ang="0">
                    <a:pos x="T2" y="T3"/>
                  </a:cxn>
                  <a:cxn ang="0">
                    <a:pos x="T4" y="T5"/>
                  </a:cxn>
                  <a:cxn ang="0">
                    <a:pos x="T6" y="T7"/>
                  </a:cxn>
                  <a:cxn ang="0">
                    <a:pos x="T8" y="T9"/>
                  </a:cxn>
                </a:cxnLst>
                <a:rect l="0" t="0" r="r" b="b"/>
                <a:pathLst>
                  <a:path w="56" h="225">
                    <a:moveTo>
                      <a:pt x="52" y="10"/>
                    </a:moveTo>
                    <a:lnTo>
                      <a:pt x="55" y="224"/>
                    </a:lnTo>
                    <a:lnTo>
                      <a:pt x="0" y="142"/>
                    </a:lnTo>
                    <a:lnTo>
                      <a:pt x="0" y="0"/>
                    </a:lnTo>
                    <a:lnTo>
                      <a:pt x="52" y="10"/>
                    </a:lnTo>
                  </a:path>
                </a:pathLst>
              </a:custGeom>
              <a:solidFill>
                <a:srgbClr val="7D7C6B"/>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009" name="Freeform 25"/>
              <p:cNvSpPr>
                <a:spLocks/>
              </p:cNvSpPr>
              <p:nvPr/>
            </p:nvSpPr>
            <p:spPr bwMode="auto">
              <a:xfrm>
                <a:off x="1505" y="2050"/>
                <a:ext cx="260" cy="17"/>
              </a:xfrm>
              <a:custGeom>
                <a:avLst/>
                <a:gdLst>
                  <a:gd name="T0" fmla="*/ 259 w 260"/>
                  <a:gd name="T1" fmla="*/ 16 h 17"/>
                  <a:gd name="T2" fmla="*/ 53 w 260"/>
                  <a:gd name="T3" fmla="*/ 16 h 17"/>
                  <a:gd name="T4" fmla="*/ 0 w 260"/>
                  <a:gd name="T5" fmla="*/ 0 h 17"/>
                  <a:gd name="T6" fmla="*/ 202 w 260"/>
                  <a:gd name="T7" fmla="*/ 0 h 17"/>
                  <a:gd name="T8" fmla="*/ 259 w 260"/>
                  <a:gd name="T9" fmla="*/ 16 h 17"/>
                </a:gdLst>
                <a:ahLst/>
                <a:cxnLst>
                  <a:cxn ang="0">
                    <a:pos x="T0" y="T1"/>
                  </a:cxn>
                  <a:cxn ang="0">
                    <a:pos x="T2" y="T3"/>
                  </a:cxn>
                  <a:cxn ang="0">
                    <a:pos x="T4" y="T5"/>
                  </a:cxn>
                  <a:cxn ang="0">
                    <a:pos x="T6" y="T7"/>
                  </a:cxn>
                  <a:cxn ang="0">
                    <a:pos x="T8" y="T9"/>
                  </a:cxn>
                </a:cxnLst>
                <a:rect l="0" t="0" r="r" b="b"/>
                <a:pathLst>
                  <a:path w="260" h="17">
                    <a:moveTo>
                      <a:pt x="259" y="16"/>
                    </a:moveTo>
                    <a:lnTo>
                      <a:pt x="53" y="16"/>
                    </a:lnTo>
                    <a:lnTo>
                      <a:pt x="0" y="0"/>
                    </a:lnTo>
                    <a:lnTo>
                      <a:pt x="202" y="0"/>
                    </a:lnTo>
                    <a:lnTo>
                      <a:pt x="259" y="16"/>
                    </a:lnTo>
                  </a:path>
                </a:pathLst>
              </a:custGeom>
              <a:solidFill>
                <a:srgbClr val="E9E7D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010" name="Freeform 26"/>
              <p:cNvSpPr>
                <a:spLocks/>
              </p:cNvSpPr>
              <p:nvPr/>
            </p:nvSpPr>
            <p:spPr bwMode="auto">
              <a:xfrm>
                <a:off x="1610" y="2311"/>
                <a:ext cx="250" cy="22"/>
              </a:xfrm>
              <a:custGeom>
                <a:avLst/>
                <a:gdLst>
                  <a:gd name="T0" fmla="*/ 0 w 250"/>
                  <a:gd name="T1" fmla="*/ 21 h 22"/>
                  <a:gd name="T2" fmla="*/ 249 w 250"/>
                  <a:gd name="T3" fmla="*/ 21 h 22"/>
                  <a:gd name="T4" fmla="*/ 249 w 250"/>
                  <a:gd name="T5" fmla="*/ 0 h 22"/>
                  <a:gd name="T6" fmla="*/ 0 w 250"/>
                  <a:gd name="T7" fmla="*/ 0 h 22"/>
                  <a:gd name="T8" fmla="*/ 0 w 250"/>
                  <a:gd name="T9" fmla="*/ 21 h 22"/>
                </a:gdLst>
                <a:ahLst/>
                <a:cxnLst>
                  <a:cxn ang="0">
                    <a:pos x="T0" y="T1"/>
                  </a:cxn>
                  <a:cxn ang="0">
                    <a:pos x="T2" y="T3"/>
                  </a:cxn>
                  <a:cxn ang="0">
                    <a:pos x="T4" y="T5"/>
                  </a:cxn>
                  <a:cxn ang="0">
                    <a:pos x="T6" y="T7"/>
                  </a:cxn>
                  <a:cxn ang="0">
                    <a:pos x="T8" y="T9"/>
                  </a:cxn>
                </a:cxnLst>
                <a:rect l="0" t="0" r="r" b="b"/>
                <a:pathLst>
                  <a:path w="250" h="22">
                    <a:moveTo>
                      <a:pt x="0" y="21"/>
                    </a:moveTo>
                    <a:lnTo>
                      <a:pt x="249" y="21"/>
                    </a:lnTo>
                    <a:lnTo>
                      <a:pt x="249" y="0"/>
                    </a:lnTo>
                    <a:lnTo>
                      <a:pt x="0" y="0"/>
                    </a:lnTo>
                    <a:lnTo>
                      <a:pt x="0" y="21"/>
                    </a:lnTo>
                  </a:path>
                </a:pathLst>
              </a:custGeom>
              <a:solidFill>
                <a:srgbClr val="BCB7A4"/>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011" name="Freeform 27"/>
              <p:cNvSpPr>
                <a:spLocks/>
              </p:cNvSpPr>
              <p:nvPr/>
            </p:nvSpPr>
            <p:spPr bwMode="auto">
              <a:xfrm>
                <a:off x="1565" y="2267"/>
                <a:ext cx="289" cy="47"/>
              </a:xfrm>
              <a:custGeom>
                <a:avLst/>
                <a:gdLst>
                  <a:gd name="T0" fmla="*/ 288 w 289"/>
                  <a:gd name="T1" fmla="*/ 46 h 47"/>
                  <a:gd name="T2" fmla="*/ 49 w 289"/>
                  <a:gd name="T3" fmla="*/ 46 h 47"/>
                  <a:gd name="T4" fmla="*/ 0 w 289"/>
                  <a:gd name="T5" fmla="*/ 0 h 47"/>
                  <a:gd name="T6" fmla="*/ 238 w 289"/>
                  <a:gd name="T7" fmla="*/ 0 h 47"/>
                  <a:gd name="T8" fmla="*/ 288 w 289"/>
                  <a:gd name="T9" fmla="*/ 46 h 47"/>
                </a:gdLst>
                <a:ahLst/>
                <a:cxnLst>
                  <a:cxn ang="0">
                    <a:pos x="T0" y="T1"/>
                  </a:cxn>
                  <a:cxn ang="0">
                    <a:pos x="T2" y="T3"/>
                  </a:cxn>
                  <a:cxn ang="0">
                    <a:pos x="T4" y="T5"/>
                  </a:cxn>
                  <a:cxn ang="0">
                    <a:pos x="T6" y="T7"/>
                  </a:cxn>
                  <a:cxn ang="0">
                    <a:pos x="T8" y="T9"/>
                  </a:cxn>
                </a:cxnLst>
                <a:rect l="0" t="0" r="r" b="b"/>
                <a:pathLst>
                  <a:path w="289" h="47">
                    <a:moveTo>
                      <a:pt x="288" y="46"/>
                    </a:moveTo>
                    <a:lnTo>
                      <a:pt x="49" y="46"/>
                    </a:lnTo>
                    <a:lnTo>
                      <a:pt x="0" y="0"/>
                    </a:lnTo>
                    <a:lnTo>
                      <a:pt x="238" y="0"/>
                    </a:lnTo>
                    <a:lnTo>
                      <a:pt x="288" y="46"/>
                    </a:lnTo>
                  </a:path>
                </a:pathLst>
              </a:custGeom>
              <a:solidFill>
                <a:srgbClr val="E9E7D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012" name="Freeform 28"/>
              <p:cNvSpPr>
                <a:spLocks/>
              </p:cNvSpPr>
              <p:nvPr/>
            </p:nvSpPr>
            <p:spPr bwMode="auto">
              <a:xfrm>
                <a:off x="1566" y="2265"/>
                <a:ext cx="52" cy="72"/>
              </a:xfrm>
              <a:custGeom>
                <a:avLst/>
                <a:gdLst>
                  <a:gd name="T0" fmla="*/ 51 w 52"/>
                  <a:gd name="T1" fmla="*/ 46 h 72"/>
                  <a:gd name="T2" fmla="*/ 51 w 52"/>
                  <a:gd name="T3" fmla="*/ 71 h 72"/>
                  <a:gd name="T4" fmla="*/ 0 w 52"/>
                  <a:gd name="T5" fmla="*/ 21 h 72"/>
                  <a:gd name="T6" fmla="*/ 0 w 52"/>
                  <a:gd name="T7" fmla="*/ 0 h 72"/>
                  <a:gd name="T8" fmla="*/ 51 w 52"/>
                  <a:gd name="T9" fmla="*/ 46 h 72"/>
                </a:gdLst>
                <a:ahLst/>
                <a:cxnLst>
                  <a:cxn ang="0">
                    <a:pos x="T0" y="T1"/>
                  </a:cxn>
                  <a:cxn ang="0">
                    <a:pos x="T2" y="T3"/>
                  </a:cxn>
                  <a:cxn ang="0">
                    <a:pos x="T4" y="T5"/>
                  </a:cxn>
                  <a:cxn ang="0">
                    <a:pos x="T6" y="T7"/>
                  </a:cxn>
                  <a:cxn ang="0">
                    <a:pos x="T8" y="T9"/>
                  </a:cxn>
                </a:cxnLst>
                <a:rect l="0" t="0" r="r" b="b"/>
                <a:pathLst>
                  <a:path w="52" h="72">
                    <a:moveTo>
                      <a:pt x="51" y="46"/>
                    </a:moveTo>
                    <a:lnTo>
                      <a:pt x="51" y="71"/>
                    </a:lnTo>
                    <a:lnTo>
                      <a:pt x="0" y="21"/>
                    </a:lnTo>
                    <a:lnTo>
                      <a:pt x="0" y="0"/>
                    </a:lnTo>
                    <a:lnTo>
                      <a:pt x="51" y="46"/>
                    </a:lnTo>
                  </a:path>
                </a:pathLst>
              </a:custGeom>
              <a:solidFill>
                <a:srgbClr val="7D7C6B"/>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013" name="Freeform 29"/>
              <p:cNvSpPr>
                <a:spLocks/>
              </p:cNvSpPr>
              <p:nvPr/>
            </p:nvSpPr>
            <p:spPr bwMode="auto">
              <a:xfrm>
                <a:off x="1542" y="2024"/>
                <a:ext cx="332" cy="37"/>
              </a:xfrm>
              <a:custGeom>
                <a:avLst/>
                <a:gdLst>
                  <a:gd name="T0" fmla="*/ 331 w 332"/>
                  <a:gd name="T1" fmla="*/ 36 h 37"/>
                  <a:gd name="T2" fmla="*/ 35 w 332"/>
                  <a:gd name="T3" fmla="*/ 36 h 37"/>
                  <a:gd name="T4" fmla="*/ 0 w 332"/>
                  <a:gd name="T5" fmla="*/ 0 h 37"/>
                  <a:gd name="T6" fmla="*/ 291 w 332"/>
                  <a:gd name="T7" fmla="*/ 0 h 37"/>
                  <a:gd name="T8" fmla="*/ 331 w 332"/>
                  <a:gd name="T9" fmla="*/ 36 h 37"/>
                </a:gdLst>
                <a:ahLst/>
                <a:cxnLst>
                  <a:cxn ang="0">
                    <a:pos x="T0" y="T1"/>
                  </a:cxn>
                  <a:cxn ang="0">
                    <a:pos x="T2" y="T3"/>
                  </a:cxn>
                  <a:cxn ang="0">
                    <a:pos x="T4" y="T5"/>
                  </a:cxn>
                  <a:cxn ang="0">
                    <a:pos x="T6" y="T7"/>
                  </a:cxn>
                  <a:cxn ang="0">
                    <a:pos x="T8" y="T9"/>
                  </a:cxn>
                </a:cxnLst>
                <a:rect l="0" t="0" r="r" b="b"/>
                <a:pathLst>
                  <a:path w="332" h="37">
                    <a:moveTo>
                      <a:pt x="331" y="36"/>
                    </a:moveTo>
                    <a:lnTo>
                      <a:pt x="35" y="36"/>
                    </a:lnTo>
                    <a:lnTo>
                      <a:pt x="0" y="0"/>
                    </a:lnTo>
                    <a:lnTo>
                      <a:pt x="291" y="0"/>
                    </a:lnTo>
                    <a:lnTo>
                      <a:pt x="331" y="36"/>
                    </a:lnTo>
                  </a:path>
                </a:pathLst>
              </a:custGeom>
              <a:gradFill rotWithShape="0">
                <a:gsLst>
                  <a:gs pos="0">
                    <a:srgbClr val="7D7C6B"/>
                  </a:gs>
                  <a:gs pos="100000">
                    <a:srgbClr val="7D7C6B">
                      <a:gamma/>
                      <a:tint val="30196"/>
                      <a:invGamma/>
                    </a:srgbClr>
                  </a:gs>
                </a:gsLst>
                <a:lin ang="270000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014" name="Freeform 30"/>
              <p:cNvSpPr>
                <a:spLocks/>
              </p:cNvSpPr>
              <p:nvPr/>
            </p:nvSpPr>
            <p:spPr bwMode="auto">
              <a:xfrm>
                <a:off x="1543" y="2024"/>
                <a:ext cx="37" cy="272"/>
              </a:xfrm>
              <a:custGeom>
                <a:avLst/>
                <a:gdLst>
                  <a:gd name="T0" fmla="*/ 36 w 37"/>
                  <a:gd name="T1" fmla="*/ 31 h 272"/>
                  <a:gd name="T2" fmla="*/ 36 w 37"/>
                  <a:gd name="T3" fmla="*/ 271 h 272"/>
                  <a:gd name="T4" fmla="*/ 0 w 37"/>
                  <a:gd name="T5" fmla="*/ 236 h 272"/>
                  <a:gd name="T6" fmla="*/ 0 w 37"/>
                  <a:gd name="T7" fmla="*/ 0 h 272"/>
                  <a:gd name="T8" fmla="*/ 36 w 37"/>
                  <a:gd name="T9" fmla="*/ 31 h 272"/>
                </a:gdLst>
                <a:ahLst/>
                <a:cxnLst>
                  <a:cxn ang="0">
                    <a:pos x="T0" y="T1"/>
                  </a:cxn>
                  <a:cxn ang="0">
                    <a:pos x="T2" y="T3"/>
                  </a:cxn>
                  <a:cxn ang="0">
                    <a:pos x="T4" y="T5"/>
                  </a:cxn>
                  <a:cxn ang="0">
                    <a:pos x="T6" y="T7"/>
                  </a:cxn>
                  <a:cxn ang="0">
                    <a:pos x="T8" y="T9"/>
                  </a:cxn>
                </a:cxnLst>
                <a:rect l="0" t="0" r="r" b="b"/>
                <a:pathLst>
                  <a:path w="37" h="272">
                    <a:moveTo>
                      <a:pt x="36" y="31"/>
                    </a:moveTo>
                    <a:lnTo>
                      <a:pt x="36" y="271"/>
                    </a:lnTo>
                    <a:lnTo>
                      <a:pt x="0" y="236"/>
                    </a:lnTo>
                    <a:lnTo>
                      <a:pt x="0" y="0"/>
                    </a:lnTo>
                    <a:lnTo>
                      <a:pt x="36" y="31"/>
                    </a:lnTo>
                  </a:path>
                </a:pathLst>
              </a:custGeom>
              <a:solidFill>
                <a:srgbClr val="7D7C6B"/>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015" name="Freeform 31"/>
              <p:cNvSpPr>
                <a:spLocks/>
              </p:cNvSpPr>
              <p:nvPr/>
            </p:nvSpPr>
            <p:spPr bwMode="auto">
              <a:xfrm>
                <a:off x="1576" y="2057"/>
                <a:ext cx="296" cy="239"/>
              </a:xfrm>
              <a:custGeom>
                <a:avLst/>
                <a:gdLst>
                  <a:gd name="T0" fmla="*/ 0 w 296"/>
                  <a:gd name="T1" fmla="*/ 238 h 239"/>
                  <a:gd name="T2" fmla="*/ 295 w 296"/>
                  <a:gd name="T3" fmla="*/ 238 h 239"/>
                  <a:gd name="T4" fmla="*/ 295 w 296"/>
                  <a:gd name="T5" fmla="*/ 0 h 239"/>
                  <a:gd name="T6" fmla="*/ 0 w 296"/>
                  <a:gd name="T7" fmla="*/ 0 h 239"/>
                  <a:gd name="T8" fmla="*/ 0 w 296"/>
                  <a:gd name="T9" fmla="*/ 238 h 239"/>
                </a:gdLst>
                <a:ahLst/>
                <a:cxnLst>
                  <a:cxn ang="0">
                    <a:pos x="T0" y="T1"/>
                  </a:cxn>
                  <a:cxn ang="0">
                    <a:pos x="T2" y="T3"/>
                  </a:cxn>
                  <a:cxn ang="0">
                    <a:pos x="T4" y="T5"/>
                  </a:cxn>
                  <a:cxn ang="0">
                    <a:pos x="T6" y="T7"/>
                  </a:cxn>
                  <a:cxn ang="0">
                    <a:pos x="T8" y="T9"/>
                  </a:cxn>
                </a:cxnLst>
                <a:rect l="0" t="0" r="r" b="b"/>
                <a:pathLst>
                  <a:path w="296" h="239">
                    <a:moveTo>
                      <a:pt x="0" y="238"/>
                    </a:moveTo>
                    <a:lnTo>
                      <a:pt x="295" y="238"/>
                    </a:lnTo>
                    <a:lnTo>
                      <a:pt x="295" y="0"/>
                    </a:lnTo>
                    <a:lnTo>
                      <a:pt x="0" y="0"/>
                    </a:lnTo>
                    <a:lnTo>
                      <a:pt x="0" y="238"/>
                    </a:lnTo>
                  </a:path>
                </a:pathLst>
              </a:custGeom>
              <a:solidFill>
                <a:srgbClr val="BCB7A4"/>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016" name="Freeform 32"/>
              <p:cNvSpPr>
                <a:spLocks/>
              </p:cNvSpPr>
              <p:nvPr/>
            </p:nvSpPr>
            <p:spPr bwMode="auto">
              <a:xfrm>
                <a:off x="1506" y="2319"/>
                <a:ext cx="60" cy="95"/>
              </a:xfrm>
              <a:custGeom>
                <a:avLst/>
                <a:gdLst>
                  <a:gd name="T0" fmla="*/ 59 w 60"/>
                  <a:gd name="T1" fmla="*/ 75 h 95"/>
                  <a:gd name="T2" fmla="*/ 59 w 60"/>
                  <a:gd name="T3" fmla="*/ 94 h 95"/>
                  <a:gd name="T4" fmla="*/ 0 w 60"/>
                  <a:gd name="T5" fmla="*/ 36 h 95"/>
                  <a:gd name="T6" fmla="*/ 0 w 60"/>
                  <a:gd name="T7" fmla="*/ 0 h 95"/>
                  <a:gd name="T8" fmla="*/ 59 w 60"/>
                  <a:gd name="T9" fmla="*/ 75 h 95"/>
                </a:gdLst>
                <a:ahLst/>
                <a:cxnLst>
                  <a:cxn ang="0">
                    <a:pos x="T0" y="T1"/>
                  </a:cxn>
                  <a:cxn ang="0">
                    <a:pos x="T2" y="T3"/>
                  </a:cxn>
                  <a:cxn ang="0">
                    <a:pos x="T4" y="T5"/>
                  </a:cxn>
                  <a:cxn ang="0">
                    <a:pos x="T6" y="T7"/>
                  </a:cxn>
                  <a:cxn ang="0">
                    <a:pos x="T8" y="T9"/>
                  </a:cxn>
                </a:cxnLst>
                <a:rect l="0" t="0" r="r" b="b"/>
                <a:pathLst>
                  <a:path w="60" h="95">
                    <a:moveTo>
                      <a:pt x="59" y="75"/>
                    </a:moveTo>
                    <a:lnTo>
                      <a:pt x="59" y="94"/>
                    </a:lnTo>
                    <a:lnTo>
                      <a:pt x="0" y="36"/>
                    </a:lnTo>
                    <a:lnTo>
                      <a:pt x="0" y="0"/>
                    </a:lnTo>
                    <a:lnTo>
                      <a:pt x="59" y="75"/>
                    </a:lnTo>
                  </a:path>
                </a:pathLst>
              </a:custGeom>
              <a:solidFill>
                <a:srgbClr val="7D7C6B"/>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017" name="Freeform 33"/>
              <p:cNvSpPr>
                <a:spLocks/>
              </p:cNvSpPr>
              <p:nvPr/>
            </p:nvSpPr>
            <p:spPr bwMode="auto">
              <a:xfrm>
                <a:off x="1562" y="2393"/>
                <a:ext cx="421" cy="19"/>
              </a:xfrm>
              <a:custGeom>
                <a:avLst/>
                <a:gdLst>
                  <a:gd name="T0" fmla="*/ 0 w 421"/>
                  <a:gd name="T1" fmla="*/ 18 h 19"/>
                  <a:gd name="T2" fmla="*/ 420 w 421"/>
                  <a:gd name="T3" fmla="*/ 18 h 19"/>
                  <a:gd name="T4" fmla="*/ 420 w 421"/>
                  <a:gd name="T5" fmla="*/ 0 h 19"/>
                  <a:gd name="T6" fmla="*/ 0 w 421"/>
                  <a:gd name="T7" fmla="*/ 0 h 19"/>
                  <a:gd name="T8" fmla="*/ 0 w 421"/>
                  <a:gd name="T9" fmla="*/ 18 h 19"/>
                </a:gdLst>
                <a:ahLst/>
                <a:cxnLst>
                  <a:cxn ang="0">
                    <a:pos x="T0" y="T1"/>
                  </a:cxn>
                  <a:cxn ang="0">
                    <a:pos x="T2" y="T3"/>
                  </a:cxn>
                  <a:cxn ang="0">
                    <a:pos x="T4" y="T5"/>
                  </a:cxn>
                  <a:cxn ang="0">
                    <a:pos x="T6" y="T7"/>
                  </a:cxn>
                  <a:cxn ang="0">
                    <a:pos x="T8" y="T9"/>
                  </a:cxn>
                </a:cxnLst>
                <a:rect l="0" t="0" r="r" b="b"/>
                <a:pathLst>
                  <a:path w="421" h="19">
                    <a:moveTo>
                      <a:pt x="0" y="18"/>
                    </a:moveTo>
                    <a:lnTo>
                      <a:pt x="420" y="18"/>
                    </a:lnTo>
                    <a:lnTo>
                      <a:pt x="420" y="0"/>
                    </a:lnTo>
                    <a:lnTo>
                      <a:pt x="0" y="0"/>
                    </a:lnTo>
                    <a:lnTo>
                      <a:pt x="0" y="18"/>
                    </a:lnTo>
                  </a:path>
                </a:pathLst>
              </a:custGeom>
              <a:solidFill>
                <a:srgbClr val="BCB7A4"/>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42018" name="Group 34"/>
              <p:cNvGrpSpPr>
                <a:grpSpLocks/>
              </p:cNvGrpSpPr>
              <p:nvPr/>
            </p:nvGrpSpPr>
            <p:grpSpPr bwMode="auto">
              <a:xfrm>
                <a:off x="1609" y="2081"/>
                <a:ext cx="235" cy="186"/>
                <a:chOff x="1609" y="2081"/>
                <a:chExt cx="235" cy="186"/>
              </a:xfrm>
            </p:grpSpPr>
            <p:sp>
              <p:nvSpPr>
                <p:cNvPr id="42019" name="Freeform 35"/>
                <p:cNvSpPr>
                  <a:spLocks/>
                </p:cNvSpPr>
                <p:nvPr/>
              </p:nvSpPr>
              <p:spPr bwMode="auto">
                <a:xfrm>
                  <a:off x="1609" y="2083"/>
                  <a:ext cx="235" cy="182"/>
                </a:xfrm>
                <a:custGeom>
                  <a:avLst/>
                  <a:gdLst>
                    <a:gd name="T0" fmla="*/ 0 w 235"/>
                    <a:gd name="T1" fmla="*/ 0 h 182"/>
                    <a:gd name="T2" fmla="*/ 234 w 235"/>
                    <a:gd name="T3" fmla="*/ 181 h 182"/>
                    <a:gd name="T4" fmla="*/ 0 w 235"/>
                    <a:gd name="T5" fmla="*/ 181 h 182"/>
                    <a:gd name="T6" fmla="*/ 0 w 235"/>
                    <a:gd name="T7" fmla="*/ 0 h 182"/>
                  </a:gdLst>
                  <a:ahLst/>
                  <a:cxnLst>
                    <a:cxn ang="0">
                      <a:pos x="T0" y="T1"/>
                    </a:cxn>
                    <a:cxn ang="0">
                      <a:pos x="T2" y="T3"/>
                    </a:cxn>
                    <a:cxn ang="0">
                      <a:pos x="T4" y="T5"/>
                    </a:cxn>
                    <a:cxn ang="0">
                      <a:pos x="T6" y="T7"/>
                    </a:cxn>
                  </a:cxnLst>
                  <a:rect l="0" t="0" r="r" b="b"/>
                  <a:pathLst>
                    <a:path w="235" h="182">
                      <a:moveTo>
                        <a:pt x="0" y="0"/>
                      </a:moveTo>
                      <a:lnTo>
                        <a:pt x="234" y="181"/>
                      </a:lnTo>
                      <a:lnTo>
                        <a:pt x="0" y="181"/>
                      </a:lnTo>
                      <a:lnTo>
                        <a:pt x="0" y="0"/>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020" name="Freeform 36"/>
                <p:cNvSpPr>
                  <a:spLocks/>
                </p:cNvSpPr>
                <p:nvPr/>
              </p:nvSpPr>
              <p:spPr bwMode="auto">
                <a:xfrm>
                  <a:off x="1609" y="2081"/>
                  <a:ext cx="235" cy="186"/>
                </a:xfrm>
                <a:custGeom>
                  <a:avLst/>
                  <a:gdLst>
                    <a:gd name="T0" fmla="*/ 0 w 235"/>
                    <a:gd name="T1" fmla="*/ 0 h 186"/>
                    <a:gd name="T2" fmla="*/ 234 w 235"/>
                    <a:gd name="T3" fmla="*/ 0 h 186"/>
                    <a:gd name="T4" fmla="*/ 234 w 235"/>
                    <a:gd name="T5" fmla="*/ 185 h 186"/>
                    <a:gd name="T6" fmla="*/ 0 w 235"/>
                    <a:gd name="T7" fmla="*/ 0 h 186"/>
                  </a:gdLst>
                  <a:ahLst/>
                  <a:cxnLst>
                    <a:cxn ang="0">
                      <a:pos x="T0" y="T1"/>
                    </a:cxn>
                    <a:cxn ang="0">
                      <a:pos x="T2" y="T3"/>
                    </a:cxn>
                    <a:cxn ang="0">
                      <a:pos x="T4" y="T5"/>
                    </a:cxn>
                    <a:cxn ang="0">
                      <a:pos x="T6" y="T7"/>
                    </a:cxn>
                  </a:cxnLst>
                  <a:rect l="0" t="0" r="r" b="b"/>
                  <a:pathLst>
                    <a:path w="235" h="186">
                      <a:moveTo>
                        <a:pt x="0" y="0"/>
                      </a:moveTo>
                      <a:lnTo>
                        <a:pt x="234" y="0"/>
                      </a:lnTo>
                      <a:lnTo>
                        <a:pt x="234" y="185"/>
                      </a:lnTo>
                      <a:lnTo>
                        <a:pt x="0" y="0"/>
                      </a:lnTo>
                    </a:path>
                  </a:pathLst>
                </a:custGeom>
                <a:solidFill>
                  <a:srgbClr val="959483"/>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2021" name="Freeform 37"/>
              <p:cNvSpPr>
                <a:spLocks/>
              </p:cNvSpPr>
              <p:nvPr/>
            </p:nvSpPr>
            <p:spPr bwMode="auto">
              <a:xfrm>
                <a:off x="1505" y="2321"/>
                <a:ext cx="477" cy="76"/>
              </a:xfrm>
              <a:custGeom>
                <a:avLst/>
                <a:gdLst>
                  <a:gd name="T0" fmla="*/ 476 w 477"/>
                  <a:gd name="T1" fmla="*/ 75 h 76"/>
                  <a:gd name="T2" fmla="*/ 56 w 477"/>
                  <a:gd name="T3" fmla="*/ 75 h 76"/>
                  <a:gd name="T4" fmla="*/ 0 w 477"/>
                  <a:gd name="T5" fmla="*/ 0 h 76"/>
                  <a:gd name="T6" fmla="*/ 418 w 477"/>
                  <a:gd name="T7" fmla="*/ 0 h 76"/>
                  <a:gd name="T8" fmla="*/ 476 w 477"/>
                  <a:gd name="T9" fmla="*/ 75 h 76"/>
                </a:gdLst>
                <a:ahLst/>
                <a:cxnLst>
                  <a:cxn ang="0">
                    <a:pos x="T0" y="T1"/>
                  </a:cxn>
                  <a:cxn ang="0">
                    <a:pos x="T2" y="T3"/>
                  </a:cxn>
                  <a:cxn ang="0">
                    <a:pos x="T4" y="T5"/>
                  </a:cxn>
                  <a:cxn ang="0">
                    <a:pos x="T6" y="T7"/>
                  </a:cxn>
                  <a:cxn ang="0">
                    <a:pos x="T8" y="T9"/>
                  </a:cxn>
                </a:cxnLst>
                <a:rect l="0" t="0" r="r" b="b"/>
                <a:pathLst>
                  <a:path w="477" h="76">
                    <a:moveTo>
                      <a:pt x="476" y="75"/>
                    </a:moveTo>
                    <a:lnTo>
                      <a:pt x="56" y="75"/>
                    </a:lnTo>
                    <a:lnTo>
                      <a:pt x="0" y="0"/>
                    </a:lnTo>
                    <a:lnTo>
                      <a:pt x="418" y="0"/>
                    </a:lnTo>
                    <a:lnTo>
                      <a:pt x="476" y="75"/>
                    </a:lnTo>
                  </a:path>
                </a:pathLst>
              </a:custGeom>
              <a:gradFill rotWithShape="0">
                <a:gsLst>
                  <a:gs pos="0">
                    <a:srgbClr val="7D7C6B"/>
                  </a:gs>
                  <a:gs pos="100000">
                    <a:srgbClr val="7D7C6B">
                      <a:gamma/>
                      <a:tint val="30196"/>
                      <a:invGamma/>
                    </a:srgbClr>
                  </a:gs>
                </a:gsLst>
                <a:lin ang="1890000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022" name="Line 38"/>
              <p:cNvSpPr>
                <a:spLocks noChangeShapeType="1"/>
              </p:cNvSpPr>
              <p:nvPr/>
            </p:nvSpPr>
            <p:spPr bwMode="auto">
              <a:xfrm>
                <a:off x="1542" y="2027"/>
                <a:ext cx="0" cy="235"/>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2023" name="Freeform 39"/>
            <p:cNvSpPr>
              <a:spLocks/>
            </p:cNvSpPr>
            <p:nvPr/>
          </p:nvSpPr>
          <p:spPr bwMode="auto">
            <a:xfrm>
              <a:off x="1619" y="2090"/>
              <a:ext cx="215" cy="168"/>
            </a:xfrm>
            <a:custGeom>
              <a:avLst/>
              <a:gdLst>
                <a:gd name="T0" fmla="*/ 0 w 215"/>
                <a:gd name="T1" fmla="*/ 167 h 168"/>
                <a:gd name="T2" fmla="*/ 214 w 215"/>
                <a:gd name="T3" fmla="*/ 167 h 168"/>
                <a:gd name="T4" fmla="*/ 214 w 215"/>
                <a:gd name="T5" fmla="*/ 0 h 168"/>
                <a:gd name="T6" fmla="*/ 0 w 215"/>
                <a:gd name="T7" fmla="*/ 0 h 168"/>
                <a:gd name="T8" fmla="*/ 0 w 215"/>
                <a:gd name="T9" fmla="*/ 167 h 168"/>
              </a:gdLst>
              <a:ahLst/>
              <a:cxnLst>
                <a:cxn ang="0">
                  <a:pos x="T0" y="T1"/>
                </a:cxn>
                <a:cxn ang="0">
                  <a:pos x="T2" y="T3"/>
                </a:cxn>
                <a:cxn ang="0">
                  <a:pos x="T4" y="T5"/>
                </a:cxn>
                <a:cxn ang="0">
                  <a:pos x="T6" y="T7"/>
                </a:cxn>
                <a:cxn ang="0">
                  <a:pos x="T8" y="T9"/>
                </a:cxn>
              </a:cxnLst>
              <a:rect l="0" t="0" r="r" b="b"/>
              <a:pathLst>
                <a:path w="215" h="168">
                  <a:moveTo>
                    <a:pt x="0" y="167"/>
                  </a:moveTo>
                  <a:lnTo>
                    <a:pt x="214" y="167"/>
                  </a:lnTo>
                  <a:lnTo>
                    <a:pt x="214" y="0"/>
                  </a:lnTo>
                  <a:lnTo>
                    <a:pt x="0" y="0"/>
                  </a:lnTo>
                  <a:lnTo>
                    <a:pt x="0" y="167"/>
                  </a:lnTo>
                </a:path>
              </a:pathLst>
            </a:custGeom>
            <a:gradFill rotWithShape="0">
              <a:gsLst>
                <a:gs pos="0">
                  <a:srgbClr val="33CC33">
                    <a:gamma/>
                    <a:shade val="69804"/>
                    <a:invGamma/>
                  </a:srgbClr>
                </a:gs>
                <a:gs pos="100000">
                  <a:srgbClr val="33CC33"/>
                </a:gs>
              </a:gsLst>
              <a:lin ang="1890000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2024" name="Line 40"/>
          <p:cNvSpPr>
            <a:spLocks noChangeShapeType="1"/>
          </p:cNvSpPr>
          <p:nvPr/>
        </p:nvSpPr>
        <p:spPr bwMode="auto">
          <a:xfrm rot="5400000" flipH="1">
            <a:off x="5402249" y="4113474"/>
            <a:ext cx="3048000" cy="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025" name="Text Box 41"/>
          <p:cNvSpPr txBox="1">
            <a:spLocks noChangeArrowheads="1"/>
          </p:cNvSpPr>
          <p:nvPr/>
        </p:nvSpPr>
        <p:spPr bwMode="auto">
          <a:xfrm>
            <a:off x="3954450" y="1308363"/>
            <a:ext cx="8794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b="1" dirty="0">
                <a:solidFill>
                  <a:schemeClr val="accent2">
                    <a:lumMod val="50000"/>
                  </a:schemeClr>
                </a:solidFill>
              </a:rPr>
              <a:t>主机</a:t>
            </a:r>
            <a:r>
              <a:rPr lang="en-US" altLang="zh-CN" sz="2000" b="1" dirty="0">
                <a:solidFill>
                  <a:schemeClr val="accent2">
                    <a:lumMod val="50000"/>
                  </a:schemeClr>
                </a:solidFill>
              </a:rPr>
              <a:t>A</a:t>
            </a:r>
          </a:p>
        </p:txBody>
      </p:sp>
      <p:sp>
        <p:nvSpPr>
          <p:cNvPr id="42026" name="Text Box 42"/>
          <p:cNvSpPr txBox="1">
            <a:spLocks noChangeArrowheads="1"/>
          </p:cNvSpPr>
          <p:nvPr/>
        </p:nvSpPr>
        <p:spPr bwMode="auto">
          <a:xfrm>
            <a:off x="7116749" y="1294075"/>
            <a:ext cx="88678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b="1" dirty="0">
                <a:solidFill>
                  <a:schemeClr val="accent2">
                    <a:lumMod val="50000"/>
                  </a:schemeClr>
                </a:solidFill>
              </a:rPr>
              <a:t>主机</a:t>
            </a:r>
            <a:r>
              <a:rPr lang="en-US" altLang="zh-CN" sz="2000" b="1" dirty="0">
                <a:solidFill>
                  <a:schemeClr val="accent2">
                    <a:lumMod val="50000"/>
                  </a:schemeClr>
                </a:solidFill>
              </a:rPr>
              <a:t>B</a:t>
            </a:r>
          </a:p>
        </p:txBody>
      </p:sp>
      <p:sp>
        <p:nvSpPr>
          <p:cNvPr id="42027" name="AutoShape 43"/>
          <p:cNvSpPr>
            <a:spLocks noChangeArrowheads="1"/>
          </p:cNvSpPr>
          <p:nvPr/>
        </p:nvSpPr>
        <p:spPr bwMode="auto">
          <a:xfrm>
            <a:off x="4945049" y="1903674"/>
            <a:ext cx="2209800" cy="76200"/>
          </a:xfrm>
          <a:prstGeom prst="rightArrow">
            <a:avLst>
              <a:gd name="adj1" fmla="val 50000"/>
              <a:gd name="adj2" fmla="val 725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28" name="Text Box 44"/>
          <p:cNvSpPr txBox="1">
            <a:spLocks noChangeArrowheads="1"/>
          </p:cNvSpPr>
          <p:nvPr/>
        </p:nvSpPr>
        <p:spPr bwMode="auto">
          <a:xfrm>
            <a:off x="5021250" y="1508387"/>
            <a:ext cx="923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a:t>Telnet B</a:t>
            </a:r>
          </a:p>
        </p:txBody>
      </p:sp>
      <p:sp>
        <p:nvSpPr>
          <p:cNvPr id="42029" name="Text Box 45"/>
          <p:cNvSpPr txBox="1">
            <a:spLocks noChangeArrowheads="1"/>
          </p:cNvSpPr>
          <p:nvPr/>
        </p:nvSpPr>
        <p:spPr bwMode="auto">
          <a:xfrm>
            <a:off x="3695687" y="2589475"/>
            <a:ext cx="135255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b="1"/>
              <a:t>发送</a:t>
            </a:r>
            <a:r>
              <a:rPr lang="en-US" altLang="zh-CN" sz="1600" b="1"/>
              <a:t>FIN</a:t>
            </a:r>
            <a:r>
              <a:rPr lang="zh-CN" altLang="en-US" sz="1600" b="1"/>
              <a:t>报文</a:t>
            </a:r>
          </a:p>
          <a:p>
            <a:r>
              <a:rPr lang="zh-CN" altLang="en-US" sz="1600" b="1"/>
              <a:t> （</a:t>
            </a:r>
            <a:r>
              <a:rPr lang="en-US" altLang="zh-CN" sz="1600" b="1"/>
              <a:t>SEQ=X</a:t>
            </a:r>
            <a:r>
              <a:rPr lang="zh-CN" altLang="en-US" sz="1600" b="1"/>
              <a:t>）</a:t>
            </a:r>
          </a:p>
        </p:txBody>
      </p:sp>
      <p:sp>
        <p:nvSpPr>
          <p:cNvPr id="42030" name="Line 46"/>
          <p:cNvSpPr>
            <a:spLocks noChangeShapeType="1"/>
          </p:cNvSpPr>
          <p:nvPr/>
        </p:nvSpPr>
        <p:spPr bwMode="auto">
          <a:xfrm>
            <a:off x="5173649" y="2894274"/>
            <a:ext cx="1752600" cy="152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031" name="Text Box 47"/>
          <p:cNvSpPr txBox="1">
            <a:spLocks noChangeArrowheads="1"/>
          </p:cNvSpPr>
          <p:nvPr/>
        </p:nvSpPr>
        <p:spPr bwMode="auto">
          <a:xfrm>
            <a:off x="6972287" y="2741874"/>
            <a:ext cx="24304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b="1"/>
              <a:t>接收</a:t>
            </a:r>
            <a:r>
              <a:rPr lang="en-US" altLang="zh-CN" sz="1600" b="1"/>
              <a:t>FIN</a:t>
            </a:r>
            <a:r>
              <a:rPr lang="zh-CN" altLang="en-US" sz="1600" b="1"/>
              <a:t>报文（</a:t>
            </a:r>
            <a:r>
              <a:rPr lang="en-US" altLang="zh-CN" sz="1600" b="1"/>
              <a:t>SEQ=X</a:t>
            </a:r>
            <a:r>
              <a:rPr lang="zh-CN" altLang="en-US" sz="1600" b="1"/>
              <a:t>）</a:t>
            </a:r>
          </a:p>
        </p:txBody>
      </p:sp>
      <p:sp>
        <p:nvSpPr>
          <p:cNvPr id="42032" name="Text Box 48"/>
          <p:cNvSpPr txBox="1">
            <a:spLocks noChangeArrowheads="1"/>
          </p:cNvSpPr>
          <p:nvPr/>
        </p:nvSpPr>
        <p:spPr bwMode="auto">
          <a:xfrm>
            <a:off x="7002449" y="3656274"/>
            <a:ext cx="36655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b="1">
                <a:solidFill>
                  <a:srgbClr val="0000FF"/>
                </a:solidFill>
              </a:rPr>
              <a:t>通知上层应用程序，等待应用程序应答</a:t>
            </a:r>
          </a:p>
        </p:txBody>
      </p:sp>
      <p:sp>
        <p:nvSpPr>
          <p:cNvPr id="42033" name="Line 49"/>
          <p:cNvSpPr>
            <a:spLocks noChangeShapeType="1"/>
          </p:cNvSpPr>
          <p:nvPr/>
        </p:nvSpPr>
        <p:spPr bwMode="auto">
          <a:xfrm flipH="1">
            <a:off x="5173649" y="4342074"/>
            <a:ext cx="175260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034" name="Text Box 50"/>
          <p:cNvSpPr txBox="1">
            <a:spLocks noChangeArrowheads="1"/>
          </p:cNvSpPr>
          <p:nvPr/>
        </p:nvSpPr>
        <p:spPr bwMode="auto">
          <a:xfrm>
            <a:off x="2782874" y="3580075"/>
            <a:ext cx="228600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a:t>                 </a:t>
            </a:r>
            <a:r>
              <a:rPr lang="zh-CN" altLang="en-US" sz="1600" b="1"/>
              <a:t>接收确认报文</a:t>
            </a:r>
          </a:p>
          <a:p>
            <a:r>
              <a:rPr lang="zh-CN" altLang="en-US" sz="1600" b="1"/>
              <a:t>               （</a:t>
            </a:r>
            <a:r>
              <a:rPr lang="en-US" altLang="zh-CN" sz="1600" b="1"/>
              <a:t>ACK=X+1</a:t>
            </a:r>
            <a:r>
              <a:rPr lang="zh-CN" altLang="en-US" sz="1600" b="1"/>
              <a:t>）</a:t>
            </a:r>
          </a:p>
        </p:txBody>
      </p:sp>
      <p:sp>
        <p:nvSpPr>
          <p:cNvPr id="42035" name="Text Box 51"/>
          <p:cNvSpPr txBox="1">
            <a:spLocks noChangeArrowheads="1"/>
          </p:cNvSpPr>
          <p:nvPr/>
        </p:nvSpPr>
        <p:spPr bwMode="auto">
          <a:xfrm>
            <a:off x="1973250" y="5027875"/>
            <a:ext cx="3324225"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a:t>                 </a:t>
            </a:r>
            <a:r>
              <a:rPr lang="zh-CN" altLang="en-US" sz="1600" b="1"/>
              <a:t>发送确认报文</a:t>
            </a:r>
          </a:p>
          <a:p>
            <a:r>
              <a:rPr lang="zh-CN" altLang="en-US" sz="1600" b="1"/>
              <a:t>                （</a:t>
            </a:r>
            <a:r>
              <a:rPr lang="en-US" altLang="zh-CN" sz="1600" b="1"/>
              <a:t>SEQ=X+1, ACK=Y+1</a:t>
            </a:r>
            <a:r>
              <a:rPr lang="zh-CN" altLang="en-US" sz="1600" b="1"/>
              <a:t>）</a:t>
            </a:r>
          </a:p>
        </p:txBody>
      </p:sp>
      <p:sp>
        <p:nvSpPr>
          <p:cNvPr id="42036" name="Line 52"/>
          <p:cNvSpPr>
            <a:spLocks noChangeShapeType="1"/>
          </p:cNvSpPr>
          <p:nvPr/>
        </p:nvSpPr>
        <p:spPr bwMode="auto">
          <a:xfrm>
            <a:off x="5173649" y="5180274"/>
            <a:ext cx="175260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037" name="Text Box 53"/>
          <p:cNvSpPr txBox="1">
            <a:spLocks noChangeArrowheads="1"/>
          </p:cNvSpPr>
          <p:nvPr/>
        </p:nvSpPr>
        <p:spPr bwMode="auto">
          <a:xfrm>
            <a:off x="6143613" y="5208850"/>
            <a:ext cx="3425825"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a:t>                </a:t>
            </a:r>
            <a:r>
              <a:rPr lang="zh-CN" altLang="en-US" sz="1600" b="1"/>
              <a:t>接收 确认报文</a:t>
            </a:r>
          </a:p>
          <a:p>
            <a:r>
              <a:rPr lang="zh-CN" altLang="en-US" sz="1600" b="1"/>
              <a:t>                （ </a:t>
            </a:r>
            <a:r>
              <a:rPr lang="en-US" altLang="zh-CN" sz="1600" b="1"/>
              <a:t>SEQ=X+1, ACK=Y+1 </a:t>
            </a:r>
            <a:r>
              <a:rPr lang="zh-CN" altLang="en-US" sz="1600" b="1"/>
              <a:t>）</a:t>
            </a:r>
          </a:p>
        </p:txBody>
      </p:sp>
      <p:sp>
        <p:nvSpPr>
          <p:cNvPr id="42038" name="Text Box 54"/>
          <p:cNvSpPr txBox="1">
            <a:spLocks noChangeArrowheads="1"/>
          </p:cNvSpPr>
          <p:nvPr/>
        </p:nvSpPr>
        <p:spPr bwMode="auto">
          <a:xfrm>
            <a:off x="2278049" y="5864488"/>
            <a:ext cx="7918450" cy="915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t>— TCP</a:t>
            </a:r>
            <a:r>
              <a:rPr lang="zh-CN" altLang="en-US" b="1"/>
              <a:t>连接的拆除与建立过程略有不同，在于主机</a:t>
            </a:r>
            <a:r>
              <a:rPr lang="en-US" altLang="zh-CN" b="1"/>
              <a:t>B</a:t>
            </a:r>
            <a:r>
              <a:rPr lang="zh-CN" altLang="en-US" b="1"/>
              <a:t>接收到</a:t>
            </a:r>
            <a:r>
              <a:rPr lang="en-US" altLang="zh-CN" b="1"/>
              <a:t>FIN</a:t>
            </a:r>
            <a:r>
              <a:rPr lang="zh-CN" altLang="en-US" b="1"/>
              <a:t>报文后需通知</a:t>
            </a:r>
          </a:p>
          <a:p>
            <a:r>
              <a:rPr lang="zh-CN" altLang="en-US" b="1"/>
              <a:t>      上层应用程序，上层应用程序要花费一定时间才能给出响应（如等待人的</a:t>
            </a:r>
          </a:p>
          <a:p>
            <a:r>
              <a:rPr lang="zh-CN" altLang="en-US" b="1"/>
              <a:t>      响应），所以必须先发送确认报文以防对方等待超时后重发</a:t>
            </a:r>
            <a:r>
              <a:rPr lang="en-US" altLang="zh-CN" b="1"/>
              <a:t>FIN</a:t>
            </a:r>
            <a:r>
              <a:rPr lang="zh-CN" altLang="en-US" b="1"/>
              <a:t>报文</a:t>
            </a:r>
          </a:p>
        </p:txBody>
      </p:sp>
      <p:sp>
        <p:nvSpPr>
          <p:cNvPr id="42039" name="Line 55"/>
          <p:cNvSpPr>
            <a:spLocks noChangeShapeType="1"/>
          </p:cNvSpPr>
          <p:nvPr/>
        </p:nvSpPr>
        <p:spPr bwMode="auto">
          <a:xfrm flipH="1">
            <a:off x="5173649" y="3503874"/>
            <a:ext cx="175260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040" name="Text Box 56"/>
          <p:cNvSpPr txBox="1">
            <a:spLocks noChangeArrowheads="1"/>
          </p:cNvSpPr>
          <p:nvPr/>
        </p:nvSpPr>
        <p:spPr bwMode="auto">
          <a:xfrm>
            <a:off x="6926250" y="3319724"/>
            <a:ext cx="35226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b="1"/>
              <a:t>发送确认报文（</a:t>
            </a:r>
            <a:r>
              <a:rPr lang="en-US" altLang="zh-CN" sz="1600" b="1"/>
              <a:t>ACK=X+1, SEQ=Y</a:t>
            </a:r>
            <a:r>
              <a:rPr lang="zh-CN" altLang="en-US" sz="1600" b="1"/>
              <a:t>）</a:t>
            </a:r>
          </a:p>
        </p:txBody>
      </p:sp>
      <p:sp>
        <p:nvSpPr>
          <p:cNvPr id="42041" name="Text Box 57"/>
          <p:cNvSpPr txBox="1">
            <a:spLocks noChangeArrowheads="1"/>
          </p:cNvSpPr>
          <p:nvPr/>
        </p:nvSpPr>
        <p:spPr bwMode="auto">
          <a:xfrm>
            <a:off x="6926250" y="4157924"/>
            <a:ext cx="35655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b="1"/>
              <a:t>发送</a:t>
            </a:r>
            <a:r>
              <a:rPr lang="en-US" altLang="zh-CN" sz="1600" b="1"/>
              <a:t>FIN</a:t>
            </a:r>
            <a:r>
              <a:rPr lang="zh-CN" altLang="en-US" sz="1600" b="1"/>
              <a:t>报文（</a:t>
            </a:r>
            <a:r>
              <a:rPr lang="en-US" altLang="zh-CN" sz="1600" b="1"/>
              <a:t>SEQ=Y</a:t>
            </a:r>
            <a:r>
              <a:rPr lang="zh-CN" altLang="en-US" sz="1600" b="1"/>
              <a:t>，</a:t>
            </a:r>
            <a:r>
              <a:rPr lang="en-US" altLang="zh-CN" sz="1600" b="1"/>
              <a:t>ACK=X+1</a:t>
            </a:r>
            <a:r>
              <a:rPr lang="zh-CN" altLang="en-US" sz="1600" b="1"/>
              <a:t>）</a:t>
            </a:r>
          </a:p>
        </p:txBody>
      </p:sp>
      <p:sp>
        <p:nvSpPr>
          <p:cNvPr id="42042" name="Line 58"/>
          <p:cNvSpPr>
            <a:spLocks noChangeShapeType="1"/>
          </p:cNvSpPr>
          <p:nvPr/>
        </p:nvSpPr>
        <p:spPr bwMode="auto">
          <a:xfrm>
            <a:off x="7231049" y="3961074"/>
            <a:ext cx="0" cy="22860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043" name="Text Box 59"/>
          <p:cNvSpPr txBox="1">
            <a:spLocks noChangeArrowheads="1"/>
          </p:cNvSpPr>
          <p:nvPr/>
        </p:nvSpPr>
        <p:spPr bwMode="auto">
          <a:xfrm>
            <a:off x="2811450" y="4370650"/>
            <a:ext cx="2397125"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a:t>                 </a:t>
            </a:r>
            <a:r>
              <a:rPr lang="zh-CN" altLang="en-US" sz="1600" b="1"/>
              <a:t>接收</a:t>
            </a:r>
            <a:r>
              <a:rPr lang="en-US" altLang="zh-CN" sz="1600" b="1"/>
              <a:t>FIN</a:t>
            </a:r>
            <a:r>
              <a:rPr lang="zh-CN" altLang="en-US" sz="1600" b="1"/>
              <a:t>报文</a:t>
            </a:r>
          </a:p>
          <a:p>
            <a:r>
              <a:rPr lang="zh-CN" altLang="en-US" sz="1600" b="1"/>
              <a:t>（</a:t>
            </a:r>
            <a:r>
              <a:rPr lang="en-US" altLang="zh-CN" sz="1600" b="1"/>
              <a:t>SEQ=Y</a:t>
            </a:r>
            <a:r>
              <a:rPr lang="zh-CN" altLang="en-US" sz="1600" b="1"/>
              <a:t>，</a:t>
            </a:r>
            <a:r>
              <a:rPr lang="en-US" altLang="zh-CN" sz="1600" b="1"/>
              <a:t>ACK=X+1</a:t>
            </a:r>
            <a:r>
              <a:rPr lang="zh-CN" altLang="en-US" sz="1600" b="1"/>
              <a:t>）</a:t>
            </a:r>
          </a:p>
        </p:txBody>
      </p:sp>
      <p:sp>
        <p:nvSpPr>
          <p:cNvPr id="60" name="标题 3"/>
          <p:cNvSpPr txBox="1">
            <a:spLocks/>
          </p:cNvSpPr>
          <p:nvPr/>
        </p:nvSpPr>
        <p:spPr>
          <a:xfrm>
            <a:off x="1787525" y="200025"/>
            <a:ext cx="10058400" cy="858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rtl="0" fontAlgn="base">
              <a:spcBef>
                <a:spcPct val="0"/>
              </a:spcBef>
              <a:spcAft>
                <a:spcPct val="0"/>
              </a:spcAft>
              <a:defRPr sz="4000" b="1" kern="1200">
                <a:solidFill>
                  <a:srgbClr val="FFFF00"/>
                </a:solidFill>
                <a:latin typeface="+mj-lt"/>
                <a:ea typeface="+mj-ea"/>
                <a:cs typeface="+mj-cs"/>
              </a:defRPr>
            </a:lvl1pPr>
            <a:lvl2pPr algn="ctr" rtl="0" fontAlgn="base">
              <a:spcBef>
                <a:spcPct val="0"/>
              </a:spcBef>
              <a:spcAft>
                <a:spcPct val="0"/>
              </a:spcAft>
              <a:defRPr sz="4000" b="1">
                <a:solidFill>
                  <a:srgbClr val="FFFF00"/>
                </a:solidFill>
                <a:latin typeface="Arial" panose="020B0604020202020204" pitchFamily="34" charset="0"/>
                <a:ea typeface="黑体" panose="02010609060101010101" pitchFamily="49" charset="-122"/>
              </a:defRPr>
            </a:lvl2pPr>
            <a:lvl3pPr algn="ctr" rtl="0" fontAlgn="base">
              <a:spcBef>
                <a:spcPct val="0"/>
              </a:spcBef>
              <a:spcAft>
                <a:spcPct val="0"/>
              </a:spcAft>
              <a:defRPr sz="4000" b="1">
                <a:solidFill>
                  <a:srgbClr val="FFFF00"/>
                </a:solidFill>
                <a:latin typeface="Arial" panose="020B0604020202020204" pitchFamily="34" charset="0"/>
                <a:ea typeface="黑体" panose="02010609060101010101" pitchFamily="49" charset="-122"/>
              </a:defRPr>
            </a:lvl3pPr>
            <a:lvl4pPr algn="ctr" rtl="0" fontAlgn="base">
              <a:spcBef>
                <a:spcPct val="0"/>
              </a:spcBef>
              <a:spcAft>
                <a:spcPct val="0"/>
              </a:spcAft>
              <a:defRPr sz="4000" b="1">
                <a:solidFill>
                  <a:srgbClr val="FFFF00"/>
                </a:solidFill>
                <a:latin typeface="Arial" panose="020B0604020202020204" pitchFamily="34" charset="0"/>
                <a:ea typeface="黑体" panose="02010609060101010101" pitchFamily="49" charset="-122"/>
              </a:defRPr>
            </a:lvl4pPr>
            <a:lvl5pPr algn="ctr" rtl="0" fontAlgn="base">
              <a:spcBef>
                <a:spcPct val="0"/>
              </a:spcBef>
              <a:spcAft>
                <a:spcPct val="0"/>
              </a:spcAft>
              <a:defRPr sz="4000" b="1">
                <a:solidFill>
                  <a:srgbClr val="FFFF00"/>
                </a:solidFill>
                <a:latin typeface="Arial" panose="020B0604020202020204" pitchFamily="34" charset="0"/>
                <a:ea typeface="黑体" panose="02010609060101010101" pitchFamily="49" charset="-122"/>
              </a:defRPr>
            </a:lvl5pPr>
            <a:lvl6pPr marL="457200" algn="ctr" rtl="0" fontAlgn="base">
              <a:spcBef>
                <a:spcPct val="0"/>
              </a:spcBef>
              <a:spcAft>
                <a:spcPct val="0"/>
              </a:spcAft>
              <a:defRPr sz="4000" b="1">
                <a:solidFill>
                  <a:srgbClr val="FFFF00"/>
                </a:solidFill>
                <a:latin typeface="Arial" panose="020B0604020202020204" pitchFamily="34" charset="0"/>
                <a:ea typeface="黑体" panose="02010609060101010101" pitchFamily="49" charset="-122"/>
              </a:defRPr>
            </a:lvl6pPr>
            <a:lvl7pPr marL="914400" algn="ctr" rtl="0" fontAlgn="base">
              <a:spcBef>
                <a:spcPct val="0"/>
              </a:spcBef>
              <a:spcAft>
                <a:spcPct val="0"/>
              </a:spcAft>
              <a:defRPr sz="4000" b="1">
                <a:solidFill>
                  <a:srgbClr val="FFFF00"/>
                </a:solidFill>
                <a:latin typeface="Arial" panose="020B0604020202020204" pitchFamily="34" charset="0"/>
                <a:ea typeface="黑体" panose="02010609060101010101" pitchFamily="49" charset="-122"/>
              </a:defRPr>
            </a:lvl7pPr>
            <a:lvl8pPr marL="1371600" algn="ctr" rtl="0" fontAlgn="base">
              <a:spcBef>
                <a:spcPct val="0"/>
              </a:spcBef>
              <a:spcAft>
                <a:spcPct val="0"/>
              </a:spcAft>
              <a:defRPr sz="4000" b="1">
                <a:solidFill>
                  <a:srgbClr val="FFFF00"/>
                </a:solidFill>
                <a:latin typeface="Arial" panose="020B0604020202020204" pitchFamily="34" charset="0"/>
                <a:ea typeface="黑体" panose="02010609060101010101" pitchFamily="49" charset="-122"/>
              </a:defRPr>
            </a:lvl8pPr>
            <a:lvl9pPr marL="1828800" algn="ctr" rtl="0" fontAlgn="base">
              <a:spcBef>
                <a:spcPct val="0"/>
              </a:spcBef>
              <a:spcAft>
                <a:spcPct val="0"/>
              </a:spcAft>
              <a:defRPr sz="4000" b="1">
                <a:solidFill>
                  <a:srgbClr val="FFFF00"/>
                </a:solidFill>
                <a:latin typeface="Arial" panose="020B0604020202020204" pitchFamily="34" charset="0"/>
                <a:ea typeface="黑体" panose="02010609060101010101" pitchFamily="49" charset="-122"/>
              </a:defRPr>
            </a:lvl9pPr>
          </a:lstStyle>
          <a:p>
            <a:r>
              <a:rPr lang="en-US" altLang="zh-CN" dirty="0" smtClean="0">
                <a:solidFill>
                  <a:schemeClr val="tx1"/>
                </a:solidFill>
                <a:latin typeface="Times New Roman" panose="02020603050405020304" pitchFamily="18" charset="0"/>
                <a:cs typeface="Times New Roman" panose="02020603050405020304" pitchFamily="18" charset="0"/>
              </a:rPr>
              <a:t/>
            </a:r>
            <a:br>
              <a:rPr lang="en-US" altLang="zh-CN" dirty="0" smtClean="0">
                <a:solidFill>
                  <a:schemeClr val="tx1"/>
                </a:solidFill>
                <a:latin typeface="Times New Roman" panose="02020603050405020304" pitchFamily="18" charset="0"/>
                <a:cs typeface="Times New Roman" panose="02020603050405020304" pitchFamily="18" charset="0"/>
              </a:rPr>
            </a:br>
            <a:r>
              <a:rPr lang="en-US" altLang="zh-CN" dirty="0" smtClean="0">
                <a:solidFill>
                  <a:schemeClr val="tx1"/>
                </a:solidFill>
                <a:latin typeface="Times New Roman" panose="02020603050405020304" pitchFamily="18" charset="0"/>
                <a:cs typeface="Times New Roman" panose="02020603050405020304" pitchFamily="18" charset="0"/>
              </a:rPr>
              <a:t/>
            </a:r>
            <a:br>
              <a:rPr lang="en-US" altLang="zh-CN" dirty="0" smtClean="0">
                <a:solidFill>
                  <a:schemeClr val="tx1"/>
                </a:solidFill>
                <a:latin typeface="Times New Roman" panose="02020603050405020304" pitchFamily="18" charset="0"/>
                <a:cs typeface="Times New Roman" panose="02020603050405020304" pitchFamily="18" charset="0"/>
              </a:rPr>
            </a:br>
            <a:r>
              <a:rPr lang="en-US" altLang="zh-CN" dirty="0" smtClean="0">
                <a:solidFill>
                  <a:schemeClr val="tx1"/>
                </a:solidFill>
                <a:latin typeface="Times New Roman" panose="02020603050405020304" pitchFamily="18" charset="0"/>
                <a:cs typeface="Times New Roman" panose="02020603050405020304" pitchFamily="18" charset="0"/>
              </a:rPr>
              <a:t/>
            </a:r>
            <a:br>
              <a:rPr lang="en-US" altLang="zh-CN" dirty="0" smtClean="0">
                <a:solidFill>
                  <a:schemeClr val="tx1"/>
                </a:solidFill>
                <a:latin typeface="Times New Roman" panose="02020603050405020304" pitchFamily="18" charset="0"/>
                <a:cs typeface="Times New Roman" panose="02020603050405020304" pitchFamily="18" charset="0"/>
              </a:rPr>
            </a:br>
            <a:r>
              <a:rPr lang="zh-CN" altLang="en-US" dirty="0">
                <a:latin typeface="黑体" panose="02010609060101010101" pitchFamily="49" charset="-122"/>
                <a:ea typeface="黑体" panose="02010609060101010101" pitchFamily="49" charset="-122"/>
                <a:cs typeface="Times New Roman" panose="02020603050405020304" pitchFamily="18" charset="0"/>
              </a:rPr>
              <a:t>网络协议交互</a:t>
            </a:r>
          </a:p>
        </p:txBody>
      </p:sp>
    </p:spTree>
    <p:extLst>
      <p:ext uri="{BB962C8B-B14F-4D97-AF65-F5344CB8AC3E}">
        <p14:creationId xmlns:p14="http://schemas.microsoft.com/office/powerpoint/2010/main" val="18297924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zh-CN" altLang="en-US"/>
              <a:t>嗅探原理</a:t>
            </a:r>
          </a:p>
        </p:txBody>
      </p:sp>
      <p:sp>
        <p:nvSpPr>
          <p:cNvPr id="12291" name="Rectangle 3"/>
          <p:cNvSpPr>
            <a:spLocks noGrp="1" noChangeArrowheads="1"/>
          </p:cNvSpPr>
          <p:nvPr>
            <p:ph type="body" idx="1"/>
          </p:nvPr>
        </p:nvSpPr>
        <p:spPr>
          <a:xfrm>
            <a:off x="714291" y="1526058"/>
            <a:ext cx="11069541" cy="978603"/>
          </a:xfrm>
        </p:spPr>
        <p:txBody>
          <a:bodyPr/>
          <a:lstStyle/>
          <a:p>
            <a:pPr>
              <a:buClr>
                <a:srgbClr val="000054"/>
              </a:buClr>
              <a:buSzPct val="70000"/>
              <a:tabLst>
                <a:tab pos="765175" algn="l"/>
              </a:tabLst>
            </a:pPr>
            <a:r>
              <a:rPr kumimoji="1" lang="zh-CN" altLang="en-US" sz="2400" dirty="0">
                <a:solidFill>
                  <a:srgbClr val="000054"/>
                </a:solidFill>
                <a:latin typeface="Times New Roman" panose="02020603050405020304" pitchFamily="18" charset="0"/>
                <a:ea typeface="楷体" panose="02010609060101010101" pitchFamily="49" charset="-122"/>
                <a:cs typeface="Times New Roman" panose="02020603050405020304" pitchFamily="18" charset="0"/>
              </a:rPr>
              <a:t>网络嗅探</a:t>
            </a:r>
            <a:r>
              <a:rPr kumimoji="1" lang="en-US" altLang="zh-CN" sz="2400" dirty="0">
                <a:solidFill>
                  <a:srgbClr val="000054"/>
                </a:solidFill>
                <a:latin typeface="Times New Roman" panose="02020603050405020304" pitchFamily="18" charset="0"/>
                <a:ea typeface="楷体" panose="02010609060101010101" pitchFamily="49" charset="-122"/>
                <a:cs typeface="Times New Roman" panose="02020603050405020304" pitchFamily="18" charset="0"/>
              </a:rPr>
              <a:t>(sniffer)</a:t>
            </a:r>
            <a:r>
              <a:rPr kumimoji="1" lang="zh-CN" altLang="en-US" sz="2400" dirty="0">
                <a:solidFill>
                  <a:srgbClr val="000054"/>
                </a:solidFill>
                <a:latin typeface="Times New Roman" panose="02020603050405020304" pitchFamily="18" charset="0"/>
                <a:ea typeface="楷体" panose="02010609060101010101" pitchFamily="49" charset="-122"/>
                <a:cs typeface="Times New Roman" panose="02020603050405020304" pitchFamily="18" charset="0"/>
              </a:rPr>
              <a:t>又称网络监听或网络抓包，其目的是通过截获网络通信分组（报文），并对分组进行分析从而获知网络上的通信内容。</a:t>
            </a:r>
          </a:p>
        </p:txBody>
      </p:sp>
      <p:sp>
        <p:nvSpPr>
          <p:cNvPr id="4" name="Rectangle 3"/>
          <p:cNvSpPr txBox="1">
            <a:spLocks noChangeArrowheads="1"/>
          </p:cNvSpPr>
          <p:nvPr/>
        </p:nvSpPr>
        <p:spPr bwMode="auto">
          <a:xfrm>
            <a:off x="786514" y="2665678"/>
            <a:ext cx="11307419" cy="3027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Font typeface="Wingdings" panose="05000000000000000000" pitchFamily="2" charset="2"/>
              <a:buChar char="n"/>
              <a:defRPr sz="3200" b="1" kern="1200">
                <a:solidFill>
                  <a:schemeClr val="tx2"/>
                </a:solidFill>
                <a:latin typeface="+mn-lt"/>
                <a:ea typeface="+mn-ea"/>
                <a:cs typeface="+mn-cs"/>
              </a:defRPr>
            </a:lvl1pPr>
            <a:lvl2pPr marL="742950" indent="-285750" algn="l" rtl="0" fontAlgn="base">
              <a:spcBef>
                <a:spcPct val="20000"/>
              </a:spcBef>
              <a:spcAft>
                <a:spcPct val="0"/>
              </a:spcAft>
              <a:buFont typeface="Wingdings" panose="05000000000000000000" pitchFamily="2" charset="2"/>
              <a:buChar char="l"/>
              <a:defRPr sz="2800" b="1" kern="1200">
                <a:solidFill>
                  <a:schemeClr val="tx2"/>
                </a:solidFill>
                <a:latin typeface="+mn-lt"/>
                <a:ea typeface="+mn-ea"/>
                <a:cs typeface="+mn-cs"/>
              </a:defRPr>
            </a:lvl2pPr>
            <a:lvl3pPr marL="1143000" indent="-228600" algn="l" rtl="0" fontAlgn="base">
              <a:spcBef>
                <a:spcPct val="20000"/>
              </a:spcBef>
              <a:spcAft>
                <a:spcPct val="0"/>
              </a:spcAft>
              <a:buChar char="•"/>
              <a:defRPr sz="2400" b="1" kern="1200">
                <a:solidFill>
                  <a:schemeClr val="tx2"/>
                </a:solidFill>
                <a:latin typeface="+mn-lt"/>
                <a:ea typeface="+mn-ea"/>
                <a:cs typeface="+mn-cs"/>
              </a:defRPr>
            </a:lvl3pPr>
            <a:lvl4pPr marL="1600200" indent="-228600" algn="l" rtl="0" fontAlgn="base">
              <a:spcBef>
                <a:spcPct val="20000"/>
              </a:spcBef>
              <a:spcAft>
                <a:spcPct val="0"/>
              </a:spcAft>
              <a:buChar char="•"/>
              <a:defRPr sz="2000" b="1" kern="1200">
                <a:solidFill>
                  <a:schemeClr val="tx2"/>
                </a:solidFill>
                <a:latin typeface="+mn-lt"/>
                <a:ea typeface="+mn-ea"/>
                <a:cs typeface="+mn-cs"/>
              </a:defRPr>
            </a:lvl4pPr>
            <a:lvl5pPr marL="2057400" indent="-228600" algn="l" rtl="0" fontAlgn="base">
              <a:spcBef>
                <a:spcPct val="20000"/>
              </a:spcBef>
              <a:spcAft>
                <a:spcPct val="0"/>
              </a:spcAft>
              <a:buChar char="•"/>
              <a:defRPr sz="2000" b="1"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000054"/>
              </a:buClr>
              <a:buSzPct val="70000"/>
              <a:tabLst>
                <a:tab pos="765175" algn="l"/>
              </a:tabLst>
            </a:pPr>
            <a:r>
              <a:rPr kumimoji="1" lang="zh-CN" altLang="en-US" sz="2400" dirty="0">
                <a:solidFill>
                  <a:srgbClr val="000054"/>
                </a:solidFill>
                <a:latin typeface="Times New Roman" panose="02020603050405020304" pitchFamily="18" charset="0"/>
                <a:ea typeface="楷体" panose="02010609060101010101" pitchFamily="49" charset="-122"/>
                <a:cs typeface="Times New Roman" panose="02020603050405020304" pitchFamily="18" charset="0"/>
              </a:rPr>
              <a:t>网卡模式：非混杂模式，混杂模式</a:t>
            </a:r>
          </a:p>
          <a:p>
            <a:pPr>
              <a:buClr>
                <a:srgbClr val="000054"/>
              </a:buClr>
              <a:buSzPct val="70000"/>
              <a:tabLst>
                <a:tab pos="765175" algn="l"/>
              </a:tabLst>
            </a:pPr>
            <a:r>
              <a:rPr kumimoji="1" lang="zh-CN" altLang="en-US" sz="2400" dirty="0">
                <a:solidFill>
                  <a:srgbClr val="000054"/>
                </a:solidFill>
                <a:latin typeface="Times New Roman" panose="02020603050405020304" pitchFamily="18" charset="0"/>
                <a:ea typeface="楷体" panose="02010609060101010101" pitchFamily="49" charset="-122"/>
                <a:cs typeface="Times New Roman" panose="02020603050405020304" pitchFamily="18" charset="0"/>
              </a:rPr>
              <a:t>非混杂模式（正常工作模式）：主机网卡对到达的分组进行地址匹配和过滤操作。仅接收分组中目标主机地址与自身地址（</a:t>
            </a:r>
            <a:r>
              <a:rPr kumimoji="1" lang="en-US" altLang="zh-CN" sz="2400" dirty="0">
                <a:solidFill>
                  <a:srgbClr val="000054"/>
                </a:solidFill>
                <a:latin typeface="Times New Roman" panose="02020603050405020304" pitchFamily="18" charset="0"/>
                <a:ea typeface="楷体" panose="02010609060101010101" pitchFamily="49" charset="-122"/>
                <a:cs typeface="Times New Roman" panose="02020603050405020304" pitchFamily="18" charset="0"/>
              </a:rPr>
              <a:t>MAC</a:t>
            </a:r>
            <a:r>
              <a:rPr kumimoji="1" lang="zh-CN" altLang="en-US" sz="2400" dirty="0">
                <a:solidFill>
                  <a:srgbClr val="000054"/>
                </a:solidFill>
                <a:latin typeface="Times New Roman" panose="02020603050405020304" pitchFamily="18" charset="0"/>
                <a:ea typeface="楷体" panose="02010609060101010101" pitchFamily="49" charset="-122"/>
                <a:cs typeface="Times New Roman" panose="02020603050405020304" pitchFamily="18" charset="0"/>
              </a:rPr>
              <a:t>，</a:t>
            </a:r>
            <a:r>
              <a:rPr kumimoji="1" lang="en-US" altLang="zh-CN" sz="2400" dirty="0">
                <a:solidFill>
                  <a:srgbClr val="000054"/>
                </a:solidFill>
                <a:latin typeface="Times New Roman" panose="02020603050405020304" pitchFamily="18" charset="0"/>
                <a:ea typeface="楷体" panose="02010609060101010101" pitchFamily="49" charset="-122"/>
                <a:cs typeface="Times New Roman" panose="02020603050405020304" pitchFamily="18" charset="0"/>
              </a:rPr>
              <a:t>IP</a:t>
            </a:r>
            <a:r>
              <a:rPr kumimoji="1" lang="zh-CN" altLang="en-US" sz="2400" dirty="0">
                <a:solidFill>
                  <a:srgbClr val="000054"/>
                </a:solidFill>
                <a:latin typeface="Times New Roman" panose="02020603050405020304" pitchFamily="18" charset="0"/>
                <a:ea typeface="楷体" panose="02010609060101010101" pitchFamily="49" charset="-122"/>
                <a:cs typeface="Times New Roman" panose="02020603050405020304" pitchFamily="18" charset="0"/>
              </a:rPr>
              <a:t>）相匹配的分组，其他分组均丢弃。</a:t>
            </a:r>
          </a:p>
          <a:p>
            <a:pPr>
              <a:buClr>
                <a:srgbClr val="000054"/>
              </a:buClr>
              <a:buSzPct val="70000"/>
              <a:tabLst>
                <a:tab pos="765175" algn="l"/>
              </a:tabLst>
            </a:pPr>
            <a:r>
              <a:rPr kumimoji="1" lang="zh-CN" altLang="en-US" sz="2400" dirty="0">
                <a:solidFill>
                  <a:srgbClr val="000054"/>
                </a:solidFill>
                <a:latin typeface="Times New Roman" panose="02020603050405020304" pitchFamily="18" charset="0"/>
                <a:ea typeface="楷体" panose="02010609060101010101" pitchFamily="49" charset="-122"/>
                <a:cs typeface="Times New Roman" panose="02020603050405020304" pitchFamily="18" charset="0"/>
              </a:rPr>
              <a:t>混杂模式：无差别的接收所有达到网卡接口的分组，不进行分组地址的匹配过滤操作。</a:t>
            </a:r>
            <a:endParaRPr kumimoji="1" lang="zh-CN" altLang="en-US" sz="2400" dirty="0">
              <a:solidFill>
                <a:srgbClr val="000054"/>
              </a:solidFill>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01027202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92" name="Rectangle 8"/>
          <p:cNvSpPr>
            <a:spLocks noGrp="1" noChangeArrowheads="1"/>
          </p:cNvSpPr>
          <p:nvPr>
            <p:ph type="title"/>
          </p:nvPr>
        </p:nvSpPr>
        <p:spPr>
          <a:xfrm>
            <a:off x="5080884" y="102393"/>
            <a:ext cx="4808257" cy="1143000"/>
          </a:xfrm>
        </p:spPr>
        <p:txBody>
          <a:bodyPr/>
          <a:lstStyle/>
          <a:p>
            <a:r>
              <a:rPr lang="zh-CN" altLang="en-US" dirty="0"/>
              <a:t>嗅探原理</a:t>
            </a:r>
          </a:p>
        </p:txBody>
      </p:sp>
      <p:graphicFrame>
        <p:nvGraphicFramePr>
          <p:cNvPr id="41988" name="Object 4"/>
          <p:cNvGraphicFramePr>
            <a:graphicFrameLocks noChangeAspect="1"/>
          </p:cNvGraphicFramePr>
          <p:nvPr>
            <p:ph sz="half" idx="1"/>
            <p:extLst>
              <p:ext uri="{D42A27DB-BD31-4B8C-83A1-F6EECF244321}">
                <p14:modId xmlns:p14="http://schemas.microsoft.com/office/powerpoint/2010/main" val="3188045447"/>
              </p:ext>
            </p:extLst>
          </p:nvPr>
        </p:nvGraphicFramePr>
        <p:xfrm>
          <a:off x="69825" y="2484367"/>
          <a:ext cx="2959623" cy="2044317"/>
        </p:xfrm>
        <a:graphic>
          <a:graphicData uri="http://schemas.openxmlformats.org/presentationml/2006/ole">
            <mc:AlternateContent xmlns:mc="http://schemas.openxmlformats.org/markup-compatibility/2006">
              <mc:Choice xmlns:v="urn:schemas-microsoft-com:vml" Requires="v">
                <p:oleObj spid="_x0000_s11271" name="Visio" r:id="rId3" imgW="4260723" imgH="2943606" progId="Visio.Drawing.11">
                  <p:embed/>
                </p:oleObj>
              </mc:Choice>
              <mc:Fallback>
                <p:oleObj name="Visio" r:id="rId3" imgW="4260723" imgH="2943606"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825" y="2484367"/>
                        <a:ext cx="2959623" cy="2044317"/>
                      </a:xfrm>
                      <a:prstGeom prst="rect">
                        <a:avLst/>
                      </a:prstGeom>
                      <a:noFill/>
                      <a:ln>
                        <a:noFill/>
                      </a:ln>
                      <a:effectLst/>
                    </p:spPr>
                  </p:pic>
                </p:oleObj>
              </mc:Fallback>
            </mc:AlternateContent>
          </a:graphicData>
        </a:graphic>
      </p:graphicFrame>
      <p:graphicFrame>
        <p:nvGraphicFramePr>
          <p:cNvPr id="41991" name="Object 7"/>
          <p:cNvGraphicFramePr>
            <a:graphicFrameLocks noChangeAspect="1"/>
          </p:cNvGraphicFramePr>
          <p:nvPr>
            <p:ph sz="half" idx="2"/>
            <p:extLst>
              <p:ext uri="{D42A27DB-BD31-4B8C-83A1-F6EECF244321}">
                <p14:modId xmlns:p14="http://schemas.microsoft.com/office/powerpoint/2010/main" val="4147888147"/>
              </p:ext>
            </p:extLst>
          </p:nvPr>
        </p:nvGraphicFramePr>
        <p:xfrm>
          <a:off x="400548" y="4806020"/>
          <a:ext cx="2833800" cy="798187"/>
        </p:xfrm>
        <a:graphic>
          <a:graphicData uri="http://schemas.openxmlformats.org/presentationml/2006/ole">
            <mc:AlternateContent xmlns:mc="http://schemas.openxmlformats.org/markup-compatibility/2006">
              <mc:Choice xmlns:v="urn:schemas-microsoft-com:vml" Requires="v">
                <p:oleObj spid="_x0000_s11272" name="Visio" r:id="rId5" imgW="5167884" imgH="1455801" progId="Visio.Drawing.11">
                  <p:embed/>
                </p:oleObj>
              </mc:Choice>
              <mc:Fallback>
                <p:oleObj name="Visio" r:id="rId5" imgW="5167884" imgH="1455801" progId="Visio.Drawing.11">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0548" y="4806020"/>
                        <a:ext cx="2833800" cy="798187"/>
                      </a:xfrm>
                      <a:prstGeom prst="rect">
                        <a:avLst/>
                      </a:prstGeom>
                      <a:noFill/>
                      <a:ln>
                        <a:noFill/>
                      </a:ln>
                      <a:effectLst/>
                    </p:spPr>
                  </p:pic>
                </p:oleObj>
              </mc:Fallback>
            </mc:AlternateContent>
          </a:graphicData>
        </a:graphic>
      </p:graphicFrame>
      <p:sp>
        <p:nvSpPr>
          <p:cNvPr id="41994" name="Text Box 10"/>
          <p:cNvSpPr txBox="1">
            <a:spLocks noChangeArrowheads="1"/>
          </p:cNvSpPr>
          <p:nvPr/>
        </p:nvSpPr>
        <p:spPr bwMode="auto">
          <a:xfrm>
            <a:off x="1126" y="1372280"/>
            <a:ext cx="6056644"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zh-CN" altLang="en-US" sz="2400" b="1" dirty="0"/>
              <a:t>嗅</a:t>
            </a:r>
            <a:r>
              <a:rPr lang="zh-CN" altLang="en-US" sz="2400" b="1" dirty="0" smtClean="0"/>
              <a:t>探</a:t>
            </a:r>
            <a:endParaRPr lang="en-US" altLang="zh-CN" sz="2400" b="1" dirty="0" smtClean="0"/>
          </a:p>
          <a:p>
            <a:pPr algn="ctr">
              <a:spcBef>
                <a:spcPct val="50000"/>
              </a:spcBef>
            </a:pPr>
            <a:r>
              <a:rPr lang="zh-CN" altLang="en-US" sz="2400" b="1" dirty="0" smtClean="0"/>
              <a:t>共享</a:t>
            </a:r>
            <a:r>
              <a:rPr lang="zh-CN" altLang="en-US" sz="2400" b="1" dirty="0"/>
              <a:t>式</a:t>
            </a:r>
            <a:r>
              <a:rPr lang="zh-CN" altLang="en-US" sz="2400" b="1" dirty="0" smtClean="0"/>
              <a:t>网络（</a:t>
            </a:r>
            <a:r>
              <a:rPr lang="zh-CN" altLang="en-US" sz="2400" b="1" dirty="0"/>
              <a:t>集线器设备组网的网络</a:t>
            </a:r>
            <a:r>
              <a:rPr lang="zh-CN" altLang="en-US" sz="2400" b="1" dirty="0" smtClean="0"/>
              <a:t>）</a:t>
            </a:r>
            <a:endParaRPr lang="zh-CN" altLang="en-US" sz="2400" b="1" dirty="0"/>
          </a:p>
        </p:txBody>
      </p:sp>
      <p:graphicFrame>
        <p:nvGraphicFramePr>
          <p:cNvPr id="8" name="Object 3"/>
          <p:cNvGraphicFramePr>
            <a:graphicFrameLocks noChangeAspect="1"/>
          </p:cNvGraphicFramePr>
          <p:nvPr>
            <p:extLst>
              <p:ext uri="{D42A27DB-BD31-4B8C-83A1-F6EECF244321}">
                <p14:modId xmlns:p14="http://schemas.microsoft.com/office/powerpoint/2010/main" val="2563185073"/>
              </p:ext>
            </p:extLst>
          </p:nvPr>
        </p:nvGraphicFramePr>
        <p:xfrm>
          <a:off x="5080884" y="2708290"/>
          <a:ext cx="3810000" cy="2632075"/>
        </p:xfrm>
        <a:graphic>
          <a:graphicData uri="http://schemas.openxmlformats.org/presentationml/2006/ole">
            <mc:AlternateContent xmlns:mc="http://schemas.openxmlformats.org/markup-compatibility/2006">
              <mc:Choice xmlns:v="urn:schemas-microsoft-com:vml" Requires="v">
                <p:oleObj spid="_x0000_s11273" name="Visio" r:id="rId7" imgW="4260723" imgH="2943606" progId="Visio.Drawing.11">
                  <p:embed/>
                </p:oleObj>
              </mc:Choice>
              <mc:Fallback>
                <p:oleObj name="Visio" r:id="rId7" imgW="4260723" imgH="2943606" progId="Visio.Drawing.11">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80884" y="2708290"/>
                        <a:ext cx="3810000" cy="2632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 name="Object 7"/>
          <p:cNvGraphicFramePr>
            <a:graphicFrameLocks noChangeAspect="1"/>
          </p:cNvGraphicFramePr>
          <p:nvPr>
            <p:extLst>
              <p:ext uri="{D42A27DB-BD31-4B8C-83A1-F6EECF244321}">
                <p14:modId xmlns:p14="http://schemas.microsoft.com/office/powerpoint/2010/main" val="1737391552"/>
              </p:ext>
            </p:extLst>
          </p:nvPr>
        </p:nvGraphicFramePr>
        <p:xfrm>
          <a:off x="5534115" y="2859911"/>
          <a:ext cx="2903538" cy="1981200"/>
        </p:xfrm>
        <a:graphic>
          <a:graphicData uri="http://schemas.openxmlformats.org/presentationml/2006/ole">
            <mc:AlternateContent xmlns:mc="http://schemas.openxmlformats.org/markup-compatibility/2006">
              <mc:Choice xmlns:v="urn:schemas-microsoft-com:vml" Requires="v">
                <p:oleObj spid="_x0000_s11274" name="Visio" r:id="rId9" imgW="3756279" imgH="2561463" progId="Visio.Drawing.11">
                  <p:embed/>
                </p:oleObj>
              </mc:Choice>
              <mc:Fallback>
                <p:oleObj name="Visio" r:id="rId9" imgW="3756279" imgH="2561463" progId="Visio.Drawing.11">
                  <p:embed/>
                  <p:pic>
                    <p:nvPicPr>
                      <p:cNvPr id="0" name=""/>
                      <p:cNvPicPr>
                        <a:picLocks noGrp="1"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534115" y="2859911"/>
                        <a:ext cx="2903538" cy="198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 name="Text Box 5"/>
          <p:cNvSpPr txBox="1">
            <a:spLocks noChangeArrowheads="1"/>
          </p:cNvSpPr>
          <p:nvPr/>
        </p:nvSpPr>
        <p:spPr bwMode="auto">
          <a:xfrm>
            <a:off x="6361776" y="1344994"/>
            <a:ext cx="525780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zh-CN" altLang="en-US" sz="2400" b="1" dirty="0"/>
              <a:t>嗅</a:t>
            </a:r>
            <a:r>
              <a:rPr lang="zh-CN" altLang="en-US" sz="2400" b="1" dirty="0" smtClean="0"/>
              <a:t>探</a:t>
            </a:r>
            <a:endParaRPr lang="en-US" altLang="zh-CN" sz="2400" b="1" dirty="0" smtClean="0"/>
          </a:p>
          <a:p>
            <a:pPr algn="ctr">
              <a:spcBef>
                <a:spcPct val="50000"/>
              </a:spcBef>
            </a:pPr>
            <a:r>
              <a:rPr lang="zh-CN" altLang="en-US" sz="2400" b="1" dirty="0" smtClean="0"/>
              <a:t>交换式</a:t>
            </a:r>
            <a:r>
              <a:rPr lang="zh-CN" altLang="en-US" sz="2400" b="1" dirty="0"/>
              <a:t>网络（交换机设备组网的网络）</a:t>
            </a:r>
          </a:p>
        </p:txBody>
      </p:sp>
      <p:graphicFrame>
        <p:nvGraphicFramePr>
          <p:cNvPr id="11" name="Object 8"/>
          <p:cNvGraphicFramePr>
            <a:graphicFrameLocks noChangeAspect="1"/>
          </p:cNvGraphicFramePr>
          <p:nvPr>
            <p:extLst>
              <p:ext uri="{D42A27DB-BD31-4B8C-83A1-F6EECF244321}">
                <p14:modId xmlns:p14="http://schemas.microsoft.com/office/powerpoint/2010/main" val="2576379989"/>
              </p:ext>
            </p:extLst>
          </p:nvPr>
        </p:nvGraphicFramePr>
        <p:xfrm>
          <a:off x="8747899" y="2820154"/>
          <a:ext cx="2935287" cy="3048000"/>
        </p:xfrm>
        <a:graphic>
          <a:graphicData uri="http://schemas.openxmlformats.org/presentationml/2006/ole">
            <mc:AlternateContent xmlns:mc="http://schemas.openxmlformats.org/markup-compatibility/2006">
              <mc:Choice xmlns:v="urn:schemas-microsoft-com:vml" Requires="v">
                <p:oleObj spid="_x0000_s11275" name="Visio" r:id="rId11" imgW="3252216" imgH="3377565" progId="Visio.Drawing.11">
                  <p:embed/>
                </p:oleObj>
              </mc:Choice>
              <mc:Fallback>
                <p:oleObj name="Visio" r:id="rId11" imgW="3252216" imgH="3377565" progId="Visio.Drawing.11">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747899" y="2820154"/>
                        <a:ext cx="2935287" cy="304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39873737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8131" name="Object 3"/>
          <p:cNvGraphicFramePr>
            <a:graphicFrameLocks noChangeAspect="1"/>
          </p:cNvGraphicFramePr>
          <p:nvPr>
            <p:ph sz="half" idx="1"/>
          </p:nvPr>
        </p:nvGraphicFramePr>
        <p:xfrm>
          <a:off x="2706688" y="2759076"/>
          <a:ext cx="3810000" cy="2632075"/>
        </p:xfrm>
        <a:graphic>
          <a:graphicData uri="http://schemas.openxmlformats.org/presentationml/2006/ole">
            <mc:AlternateContent xmlns:mc="http://schemas.openxmlformats.org/markup-compatibility/2006">
              <mc:Choice xmlns:v="urn:schemas-microsoft-com:vml" Requires="v">
                <p:oleObj spid="_x0000_s12292" name="Visio" r:id="rId3" imgW="4260723" imgH="2943606" progId="Visio.Drawing.11">
                  <p:embed/>
                </p:oleObj>
              </mc:Choice>
              <mc:Fallback>
                <p:oleObj name="Visio" r:id="rId3" imgW="4260723" imgH="2943606"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06688" y="2759076"/>
                        <a:ext cx="3810000" cy="2632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8133" name="Text Box 5"/>
          <p:cNvSpPr txBox="1">
            <a:spLocks noChangeArrowheads="1"/>
          </p:cNvSpPr>
          <p:nvPr/>
        </p:nvSpPr>
        <p:spPr bwMode="auto">
          <a:xfrm>
            <a:off x="4038600" y="1981201"/>
            <a:ext cx="525780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a:t>交换式网络中的嗅探应用</a:t>
            </a:r>
          </a:p>
          <a:p>
            <a:pPr>
              <a:spcBef>
                <a:spcPct val="50000"/>
              </a:spcBef>
            </a:pPr>
            <a:r>
              <a:rPr lang="zh-CN" altLang="en-US" sz="2400" b="1"/>
              <a:t>             端口镜像</a:t>
            </a:r>
          </a:p>
        </p:txBody>
      </p:sp>
      <p:graphicFrame>
        <p:nvGraphicFramePr>
          <p:cNvPr id="48137" name="Object 9"/>
          <p:cNvGraphicFramePr>
            <a:graphicFrameLocks noGrp="1" noChangeAspect="1"/>
          </p:cNvGraphicFramePr>
          <p:nvPr>
            <p:ph sz="quarter" idx="2"/>
          </p:nvPr>
        </p:nvGraphicFramePr>
        <p:xfrm>
          <a:off x="3505200" y="3365501"/>
          <a:ext cx="5638800" cy="2557463"/>
        </p:xfrm>
        <a:graphic>
          <a:graphicData uri="http://schemas.openxmlformats.org/presentationml/2006/ole">
            <mc:AlternateContent xmlns:mc="http://schemas.openxmlformats.org/markup-compatibility/2006">
              <mc:Choice xmlns:v="urn:schemas-microsoft-com:vml" Requires="v">
                <p:oleObj spid="_x0000_s12293" name="Visio" r:id="rId5" imgW="7058025" imgH="3200019" progId="Visio.Drawing.11">
                  <p:embed/>
                </p:oleObj>
              </mc:Choice>
              <mc:Fallback>
                <p:oleObj name="Visio" r:id="rId5" imgW="7058025" imgH="3200019" progId="Visio.Drawing.11">
                  <p:embed/>
                  <p:pic>
                    <p:nvPicPr>
                      <p:cNvPr id="0" name=""/>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05200" y="3365501"/>
                        <a:ext cx="5638800" cy="2557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 name="Rectangle 8"/>
          <p:cNvSpPr>
            <a:spLocks noGrp="1" noChangeArrowheads="1"/>
          </p:cNvSpPr>
          <p:nvPr>
            <p:ph type="title"/>
          </p:nvPr>
        </p:nvSpPr>
        <p:spPr>
          <a:xfrm>
            <a:off x="5080884" y="102393"/>
            <a:ext cx="4808257" cy="1143000"/>
          </a:xfrm>
        </p:spPr>
        <p:txBody>
          <a:bodyPr/>
          <a:lstStyle/>
          <a:p>
            <a:r>
              <a:rPr lang="zh-CN" altLang="en-US" dirty="0"/>
              <a:t>嗅探原理</a:t>
            </a:r>
          </a:p>
        </p:txBody>
      </p:sp>
    </p:spTree>
    <p:extLst>
      <p:ext uri="{BB962C8B-B14F-4D97-AF65-F5344CB8AC3E}">
        <p14:creationId xmlns:p14="http://schemas.microsoft.com/office/powerpoint/2010/main" val="2987267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11" name="Picture 7" descr="wireshar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3586" y="1337363"/>
            <a:ext cx="8193818" cy="5462545"/>
          </a:xfrm>
          <a:prstGeom prst="rect">
            <a:avLst/>
          </a:prstGeom>
          <a:noFill/>
          <a:extLst>
            <a:ext uri="{909E8E84-426E-40DD-AFC4-6F175D3DCCD1}">
              <a14:hiddenFill xmlns:a14="http://schemas.microsoft.com/office/drawing/2010/main">
                <a:solidFill>
                  <a:srgbClr val="FFFFFF"/>
                </a:solidFill>
              </a14:hiddenFill>
            </a:ext>
          </a:extLst>
        </p:spPr>
      </p:pic>
      <p:sp>
        <p:nvSpPr>
          <p:cNvPr id="21512" name="Text Box 8"/>
          <p:cNvSpPr txBox="1">
            <a:spLocks noChangeArrowheads="1"/>
          </p:cNvSpPr>
          <p:nvPr/>
        </p:nvSpPr>
        <p:spPr bwMode="auto">
          <a:xfrm>
            <a:off x="5146480" y="287571"/>
            <a:ext cx="5587779"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fontAlgn="base">
              <a:spcBef>
                <a:spcPct val="0"/>
              </a:spcBef>
              <a:spcAft>
                <a:spcPct val="0"/>
              </a:spcAft>
            </a:pPr>
            <a:r>
              <a:rPr lang="zh-CN" altLang="en-US" sz="4000" b="1" dirty="0">
                <a:solidFill>
                  <a:srgbClr val="FFFF00"/>
                </a:solidFill>
                <a:latin typeface="+mj-lt"/>
                <a:ea typeface="+mj-ea"/>
                <a:cs typeface="+mj-cs"/>
              </a:rPr>
              <a:t>嗅探软件</a:t>
            </a:r>
            <a:r>
              <a:rPr lang="en-US" altLang="zh-CN" sz="4000" b="1" dirty="0">
                <a:solidFill>
                  <a:srgbClr val="FFFF00"/>
                </a:solidFill>
                <a:latin typeface="+mj-lt"/>
                <a:ea typeface="+mj-ea"/>
                <a:cs typeface="+mj-cs"/>
              </a:rPr>
              <a:t>—</a:t>
            </a:r>
            <a:r>
              <a:rPr lang="en-US" altLang="zh-CN" sz="4000" b="1" dirty="0" err="1">
                <a:solidFill>
                  <a:srgbClr val="FFFF00"/>
                </a:solidFill>
                <a:latin typeface="+mj-lt"/>
                <a:ea typeface="+mj-ea"/>
                <a:cs typeface="+mj-cs"/>
              </a:rPr>
              <a:t>WireShark</a:t>
            </a:r>
            <a:endParaRPr lang="en-US" altLang="zh-CN" sz="4000" b="1" dirty="0">
              <a:solidFill>
                <a:srgbClr val="FFFF00"/>
              </a:solidFill>
              <a:latin typeface="+mj-lt"/>
              <a:ea typeface="+mj-ea"/>
              <a:cs typeface="+mj-cs"/>
            </a:endParaRPr>
          </a:p>
        </p:txBody>
      </p:sp>
    </p:spTree>
    <p:extLst>
      <p:ext uri="{BB962C8B-B14F-4D97-AF65-F5344CB8AC3E}">
        <p14:creationId xmlns:p14="http://schemas.microsoft.com/office/powerpoint/2010/main" val="78377290"/>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Network">
  <a:themeElements>
    <a:clrScheme name="Network 13">
      <a:dk1>
        <a:srgbClr val="666699"/>
      </a:dk1>
      <a:lt1>
        <a:srgbClr val="FFFF66"/>
      </a:lt1>
      <a:dk2>
        <a:srgbClr val="000054"/>
      </a:dk2>
      <a:lt2>
        <a:srgbClr val="66FF99"/>
      </a:lt2>
      <a:accent1>
        <a:srgbClr val="3333FF"/>
      </a:accent1>
      <a:accent2>
        <a:srgbClr val="006699"/>
      </a:accent2>
      <a:accent3>
        <a:srgbClr val="AAAAB3"/>
      </a:accent3>
      <a:accent4>
        <a:srgbClr val="DADA56"/>
      </a:accent4>
      <a:accent5>
        <a:srgbClr val="ADADFF"/>
      </a:accent5>
      <a:accent6>
        <a:srgbClr val="005C8A"/>
      </a:accent6>
      <a:hlink>
        <a:srgbClr val="669900"/>
      </a:hlink>
      <a:folHlink>
        <a:srgbClr val="0000FF"/>
      </a:folHlink>
    </a:clrScheme>
    <a:fontScheme name="Network">
      <a:majorFont>
        <a:latin typeface="Arial"/>
        <a:ea typeface="隶书"/>
        <a:cs typeface=""/>
      </a:majorFont>
      <a:minorFont>
        <a:latin typeface="Arial"/>
        <a:ea typeface="楷体_GB2312"/>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w="9525" cap="flat" cmpd="sng" algn="ctr">
          <a:solidFill>
            <a:schemeClr val="bg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50000"/>
          </a:spcBef>
          <a:spcAft>
            <a:spcPct val="0"/>
          </a:spcAft>
          <a:buClr>
            <a:schemeClr val="bg1"/>
          </a:buClr>
          <a:buSzPct val="70000"/>
          <a:buFont typeface="Wingdings" panose="05000000000000000000" pitchFamily="2" charset="2"/>
          <a:buNone/>
          <a:tabLst/>
          <a:defRPr kumimoji="0" lang="zh-CN" altLang="en-US" sz="2400" b="1" i="0" u="none" strike="noStrike" cap="none" normalizeH="0" baseline="0" smtClean="0">
            <a:ln>
              <a:noFill/>
            </a:ln>
            <a:solidFill>
              <a:schemeClr val="bg1"/>
            </a:solidFill>
            <a:effectLst/>
            <a:latin typeface="Arial" panose="020B0604020202020204" pitchFamily="34" charset="0"/>
            <a:ea typeface="楷体_GB2312" pitchFamily="49" charset="-122"/>
          </a:defRPr>
        </a:defPPr>
      </a:lstStyle>
    </a:spDef>
    <a:lnDef>
      <a:spPr bwMode="auto">
        <a:xfrm>
          <a:off x="0" y="0"/>
          <a:ext cx="1" cy="1"/>
        </a:xfrm>
        <a:custGeom>
          <a:avLst/>
          <a:gdLst/>
          <a:ahLst/>
          <a:cxnLst/>
          <a:rect l="0" t="0" r="0" b="0"/>
          <a:pathLst/>
        </a:custGeom>
        <a:noFill/>
        <a:ln w="9525" cap="flat" cmpd="sng" algn="ctr">
          <a:solidFill>
            <a:schemeClr val="bg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50000"/>
          </a:spcBef>
          <a:spcAft>
            <a:spcPct val="0"/>
          </a:spcAft>
          <a:buClr>
            <a:schemeClr val="bg1"/>
          </a:buClr>
          <a:buSzPct val="70000"/>
          <a:buFont typeface="Wingdings" panose="05000000000000000000" pitchFamily="2" charset="2"/>
          <a:buNone/>
          <a:tabLst/>
          <a:defRPr kumimoji="0" lang="zh-CN" altLang="en-US" sz="2400" b="1" i="0" u="none" strike="noStrike" cap="none" normalizeH="0" baseline="0" smtClean="0">
            <a:ln>
              <a:noFill/>
            </a:ln>
            <a:solidFill>
              <a:schemeClr val="bg1"/>
            </a:solidFill>
            <a:effectLst/>
            <a:latin typeface="Arial" panose="020B0604020202020204" pitchFamily="34" charset="0"/>
            <a:ea typeface="楷体_GB2312" pitchFamily="49" charset="-122"/>
          </a:defRPr>
        </a:defPPr>
      </a:lstStyle>
    </a:lnDef>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
      <a:clrScheme name="Network 11">
        <a:dk1>
          <a:srgbClr val="666699"/>
        </a:dk1>
        <a:lt1>
          <a:srgbClr val="FFFF00"/>
        </a:lt1>
        <a:dk2>
          <a:srgbClr val="000054"/>
        </a:dk2>
        <a:lt2>
          <a:srgbClr val="00FF00"/>
        </a:lt2>
        <a:accent1>
          <a:srgbClr val="3333FF"/>
        </a:accent1>
        <a:accent2>
          <a:srgbClr val="006699"/>
        </a:accent2>
        <a:accent3>
          <a:srgbClr val="AAAAB3"/>
        </a:accent3>
        <a:accent4>
          <a:srgbClr val="DADA00"/>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12">
        <a:dk1>
          <a:srgbClr val="666699"/>
        </a:dk1>
        <a:lt1>
          <a:srgbClr val="FFFF00"/>
        </a:lt1>
        <a:dk2>
          <a:srgbClr val="000054"/>
        </a:dk2>
        <a:lt2>
          <a:srgbClr val="66FF99"/>
        </a:lt2>
        <a:accent1>
          <a:srgbClr val="3333FF"/>
        </a:accent1>
        <a:accent2>
          <a:srgbClr val="006699"/>
        </a:accent2>
        <a:accent3>
          <a:srgbClr val="AAAAB3"/>
        </a:accent3>
        <a:accent4>
          <a:srgbClr val="DADA00"/>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13">
        <a:dk1>
          <a:srgbClr val="666699"/>
        </a:dk1>
        <a:lt1>
          <a:srgbClr val="FFFF66"/>
        </a:lt1>
        <a:dk2>
          <a:srgbClr val="000054"/>
        </a:dk2>
        <a:lt2>
          <a:srgbClr val="66FF99"/>
        </a:lt2>
        <a:accent1>
          <a:srgbClr val="3333FF"/>
        </a:accent1>
        <a:accent2>
          <a:srgbClr val="006699"/>
        </a:accent2>
        <a:accent3>
          <a:srgbClr val="AAAAB3"/>
        </a:accent3>
        <a:accent4>
          <a:srgbClr val="DADA56"/>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Network">
  <a:themeElements>
    <a:clrScheme name="Network 13">
      <a:dk1>
        <a:srgbClr val="666699"/>
      </a:dk1>
      <a:lt1>
        <a:srgbClr val="FFFF66"/>
      </a:lt1>
      <a:dk2>
        <a:srgbClr val="000054"/>
      </a:dk2>
      <a:lt2>
        <a:srgbClr val="66FF99"/>
      </a:lt2>
      <a:accent1>
        <a:srgbClr val="3333FF"/>
      </a:accent1>
      <a:accent2>
        <a:srgbClr val="006699"/>
      </a:accent2>
      <a:accent3>
        <a:srgbClr val="AAAAB3"/>
      </a:accent3>
      <a:accent4>
        <a:srgbClr val="DADA56"/>
      </a:accent4>
      <a:accent5>
        <a:srgbClr val="ADADFF"/>
      </a:accent5>
      <a:accent6>
        <a:srgbClr val="005C8A"/>
      </a:accent6>
      <a:hlink>
        <a:srgbClr val="669900"/>
      </a:hlink>
      <a:folHlink>
        <a:srgbClr val="0000FF"/>
      </a:folHlink>
    </a:clrScheme>
    <a:fontScheme name="Network">
      <a:majorFont>
        <a:latin typeface="Arial"/>
        <a:ea typeface="隶书"/>
        <a:cs typeface=""/>
      </a:majorFont>
      <a:minorFont>
        <a:latin typeface="Arial"/>
        <a:ea typeface="楷体_GB2312"/>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w="9525" cap="flat" cmpd="sng" algn="ctr">
          <a:solidFill>
            <a:schemeClr val="bg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50000"/>
          </a:spcBef>
          <a:spcAft>
            <a:spcPct val="0"/>
          </a:spcAft>
          <a:buClr>
            <a:schemeClr val="bg1"/>
          </a:buClr>
          <a:buSzPct val="70000"/>
          <a:buFont typeface="Wingdings" panose="05000000000000000000" pitchFamily="2" charset="2"/>
          <a:buNone/>
          <a:tabLst/>
          <a:defRPr kumimoji="0" lang="zh-CN" altLang="en-US" sz="2400" b="1" i="0" u="none" strike="noStrike" cap="none" normalizeH="0" baseline="0" smtClean="0">
            <a:ln>
              <a:noFill/>
            </a:ln>
            <a:solidFill>
              <a:schemeClr val="bg1"/>
            </a:solidFill>
            <a:effectLst/>
            <a:latin typeface="Arial" panose="020B0604020202020204" pitchFamily="34" charset="0"/>
            <a:ea typeface="楷体_GB2312" pitchFamily="49" charset="-122"/>
          </a:defRPr>
        </a:defPPr>
      </a:lstStyle>
    </a:spDef>
    <a:lnDef>
      <a:spPr bwMode="auto">
        <a:xfrm>
          <a:off x="0" y="0"/>
          <a:ext cx="1" cy="1"/>
        </a:xfrm>
        <a:custGeom>
          <a:avLst/>
          <a:gdLst/>
          <a:ahLst/>
          <a:cxnLst/>
          <a:rect l="0" t="0" r="0" b="0"/>
          <a:pathLst/>
        </a:custGeom>
        <a:noFill/>
        <a:ln w="9525" cap="flat" cmpd="sng" algn="ctr">
          <a:solidFill>
            <a:schemeClr val="bg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50000"/>
          </a:spcBef>
          <a:spcAft>
            <a:spcPct val="0"/>
          </a:spcAft>
          <a:buClr>
            <a:schemeClr val="bg1"/>
          </a:buClr>
          <a:buSzPct val="70000"/>
          <a:buFont typeface="Wingdings" panose="05000000000000000000" pitchFamily="2" charset="2"/>
          <a:buNone/>
          <a:tabLst/>
          <a:defRPr kumimoji="0" lang="zh-CN" altLang="en-US" sz="2400" b="1" i="0" u="none" strike="noStrike" cap="none" normalizeH="0" baseline="0" smtClean="0">
            <a:ln>
              <a:noFill/>
            </a:ln>
            <a:solidFill>
              <a:schemeClr val="bg1"/>
            </a:solidFill>
            <a:effectLst/>
            <a:latin typeface="Arial" panose="020B0604020202020204" pitchFamily="34" charset="0"/>
            <a:ea typeface="楷体_GB2312" pitchFamily="49" charset="-122"/>
          </a:defRPr>
        </a:defPPr>
      </a:lstStyle>
    </a:lnDef>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
      <a:clrScheme name="Network 11">
        <a:dk1>
          <a:srgbClr val="666699"/>
        </a:dk1>
        <a:lt1>
          <a:srgbClr val="FFFF00"/>
        </a:lt1>
        <a:dk2>
          <a:srgbClr val="000054"/>
        </a:dk2>
        <a:lt2>
          <a:srgbClr val="00FF00"/>
        </a:lt2>
        <a:accent1>
          <a:srgbClr val="3333FF"/>
        </a:accent1>
        <a:accent2>
          <a:srgbClr val="006699"/>
        </a:accent2>
        <a:accent3>
          <a:srgbClr val="AAAAB3"/>
        </a:accent3>
        <a:accent4>
          <a:srgbClr val="DADA00"/>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12">
        <a:dk1>
          <a:srgbClr val="666699"/>
        </a:dk1>
        <a:lt1>
          <a:srgbClr val="FFFF00"/>
        </a:lt1>
        <a:dk2>
          <a:srgbClr val="000054"/>
        </a:dk2>
        <a:lt2>
          <a:srgbClr val="66FF99"/>
        </a:lt2>
        <a:accent1>
          <a:srgbClr val="3333FF"/>
        </a:accent1>
        <a:accent2>
          <a:srgbClr val="006699"/>
        </a:accent2>
        <a:accent3>
          <a:srgbClr val="AAAAB3"/>
        </a:accent3>
        <a:accent4>
          <a:srgbClr val="DADA00"/>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13">
        <a:dk1>
          <a:srgbClr val="666699"/>
        </a:dk1>
        <a:lt1>
          <a:srgbClr val="FFFF66"/>
        </a:lt1>
        <a:dk2>
          <a:srgbClr val="000054"/>
        </a:dk2>
        <a:lt2>
          <a:srgbClr val="66FF99"/>
        </a:lt2>
        <a:accent1>
          <a:srgbClr val="3333FF"/>
        </a:accent1>
        <a:accent2>
          <a:srgbClr val="006699"/>
        </a:accent2>
        <a:accent3>
          <a:srgbClr val="AAAAB3"/>
        </a:accent3>
        <a:accent4>
          <a:srgbClr val="DADA56"/>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默认设计模板">
  <a:themeElements>
    <a:clrScheme name="">
      <a:dk1>
        <a:srgbClr val="000000"/>
      </a:dk1>
      <a:lt1>
        <a:srgbClr val="CCFFFF"/>
      </a:lt1>
      <a:dk2>
        <a:srgbClr val="000000"/>
      </a:dk2>
      <a:lt2>
        <a:srgbClr val="808080"/>
      </a:lt2>
      <a:accent1>
        <a:srgbClr val="00CC99"/>
      </a:accent1>
      <a:accent2>
        <a:srgbClr val="3333CC"/>
      </a:accent2>
      <a:accent3>
        <a:srgbClr val="E2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w="9525" cap="flat" cmpd="sng" algn="ctr">
          <a:solidFill>
            <a:schemeClr val="bg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50000"/>
          </a:spcBef>
          <a:spcAft>
            <a:spcPct val="0"/>
          </a:spcAft>
          <a:buClr>
            <a:schemeClr val="bg1"/>
          </a:buClr>
          <a:buSzPct val="70000"/>
          <a:buFont typeface="Wingdings" panose="05000000000000000000" pitchFamily="2" charset="2"/>
          <a:buNone/>
          <a:tabLst/>
          <a:defRPr kumimoji="0" lang="zh-CN" altLang="en-US" sz="2400" b="1" i="0" u="none" strike="noStrike" cap="none" normalizeH="0" baseline="0" smtClean="0">
            <a:ln>
              <a:noFill/>
            </a:ln>
            <a:solidFill>
              <a:schemeClr val="bg1"/>
            </a:solidFill>
            <a:effectLst/>
            <a:latin typeface="Arial" panose="020B0604020202020204" pitchFamily="34" charset="0"/>
            <a:ea typeface="楷体_GB2312" pitchFamily="49" charset="-122"/>
          </a:defRPr>
        </a:defPPr>
      </a:lstStyle>
    </a:spDef>
    <a:lnDef>
      <a:spPr bwMode="auto">
        <a:xfrm>
          <a:off x="0" y="0"/>
          <a:ext cx="1" cy="1"/>
        </a:xfrm>
        <a:custGeom>
          <a:avLst/>
          <a:gdLst/>
          <a:ahLst/>
          <a:cxnLst/>
          <a:rect l="0" t="0" r="0" b="0"/>
          <a:pathLst/>
        </a:custGeom>
        <a:noFill/>
        <a:ln w="9525" cap="flat" cmpd="sng" algn="ctr">
          <a:solidFill>
            <a:schemeClr val="bg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50000"/>
          </a:spcBef>
          <a:spcAft>
            <a:spcPct val="0"/>
          </a:spcAft>
          <a:buClr>
            <a:schemeClr val="bg1"/>
          </a:buClr>
          <a:buSzPct val="70000"/>
          <a:buFont typeface="Wingdings" panose="05000000000000000000" pitchFamily="2" charset="2"/>
          <a:buNone/>
          <a:tabLst/>
          <a:defRPr kumimoji="0" lang="zh-CN" altLang="en-US" sz="2400" b="1" i="0" u="none" strike="noStrike" cap="none" normalizeH="0" baseline="0" smtClean="0">
            <a:ln>
              <a:noFill/>
            </a:ln>
            <a:solidFill>
              <a:schemeClr val="bg1"/>
            </a:solidFill>
            <a:effectLst/>
            <a:latin typeface="Arial" panose="020B0604020202020204" pitchFamily="34" charset="0"/>
            <a:ea typeface="楷体_GB2312" pitchFamily="49"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5_Network">
  <a:themeElements>
    <a:clrScheme name="Network 13">
      <a:dk1>
        <a:srgbClr val="666699"/>
      </a:dk1>
      <a:lt1>
        <a:srgbClr val="FFFF66"/>
      </a:lt1>
      <a:dk2>
        <a:srgbClr val="000054"/>
      </a:dk2>
      <a:lt2>
        <a:srgbClr val="66FF99"/>
      </a:lt2>
      <a:accent1>
        <a:srgbClr val="3333FF"/>
      </a:accent1>
      <a:accent2>
        <a:srgbClr val="006699"/>
      </a:accent2>
      <a:accent3>
        <a:srgbClr val="AAAAB3"/>
      </a:accent3>
      <a:accent4>
        <a:srgbClr val="DADA56"/>
      </a:accent4>
      <a:accent5>
        <a:srgbClr val="ADADFF"/>
      </a:accent5>
      <a:accent6>
        <a:srgbClr val="005C8A"/>
      </a:accent6>
      <a:hlink>
        <a:srgbClr val="669900"/>
      </a:hlink>
      <a:folHlink>
        <a:srgbClr val="0000FF"/>
      </a:folHlink>
    </a:clrScheme>
    <a:fontScheme name="Network">
      <a:majorFont>
        <a:latin typeface="Arial"/>
        <a:ea typeface="隶书"/>
        <a:cs typeface=""/>
      </a:majorFont>
      <a:minorFont>
        <a:latin typeface="Arial"/>
        <a:ea typeface="楷体_GB2312"/>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w="9525" cap="flat" cmpd="sng" algn="ctr">
          <a:solidFill>
            <a:schemeClr val="bg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50000"/>
          </a:spcBef>
          <a:spcAft>
            <a:spcPct val="0"/>
          </a:spcAft>
          <a:buClr>
            <a:schemeClr val="bg1"/>
          </a:buClr>
          <a:buSzPct val="70000"/>
          <a:buFont typeface="Wingdings" panose="05000000000000000000" pitchFamily="2" charset="2"/>
          <a:buNone/>
          <a:tabLst/>
          <a:defRPr kumimoji="0" lang="zh-CN" altLang="en-US" sz="2400" b="1" i="0" u="none" strike="noStrike" cap="none" normalizeH="0" baseline="0" smtClean="0">
            <a:ln>
              <a:noFill/>
            </a:ln>
            <a:solidFill>
              <a:schemeClr val="bg1"/>
            </a:solidFill>
            <a:effectLst/>
            <a:latin typeface="Arial" panose="020B0604020202020204" pitchFamily="34" charset="0"/>
            <a:ea typeface="楷体_GB2312" pitchFamily="49" charset="-122"/>
          </a:defRPr>
        </a:defPPr>
      </a:lstStyle>
    </a:spDef>
    <a:lnDef>
      <a:spPr bwMode="auto">
        <a:xfrm>
          <a:off x="0" y="0"/>
          <a:ext cx="1" cy="1"/>
        </a:xfrm>
        <a:custGeom>
          <a:avLst/>
          <a:gdLst/>
          <a:ahLst/>
          <a:cxnLst/>
          <a:rect l="0" t="0" r="0" b="0"/>
          <a:pathLst/>
        </a:custGeom>
        <a:noFill/>
        <a:ln w="9525" cap="flat" cmpd="sng" algn="ctr">
          <a:solidFill>
            <a:schemeClr val="bg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50000"/>
          </a:spcBef>
          <a:spcAft>
            <a:spcPct val="0"/>
          </a:spcAft>
          <a:buClr>
            <a:schemeClr val="bg1"/>
          </a:buClr>
          <a:buSzPct val="70000"/>
          <a:buFont typeface="Wingdings" panose="05000000000000000000" pitchFamily="2" charset="2"/>
          <a:buNone/>
          <a:tabLst/>
          <a:defRPr kumimoji="0" lang="zh-CN" altLang="en-US" sz="2400" b="1" i="0" u="none" strike="noStrike" cap="none" normalizeH="0" baseline="0" smtClean="0">
            <a:ln>
              <a:noFill/>
            </a:ln>
            <a:solidFill>
              <a:schemeClr val="bg1"/>
            </a:solidFill>
            <a:effectLst/>
            <a:latin typeface="Arial" panose="020B0604020202020204" pitchFamily="34" charset="0"/>
            <a:ea typeface="楷体_GB2312" pitchFamily="49" charset="-122"/>
          </a:defRPr>
        </a:defPPr>
      </a:lstStyle>
    </a:lnDef>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
      <a:clrScheme name="Network 11">
        <a:dk1>
          <a:srgbClr val="666699"/>
        </a:dk1>
        <a:lt1>
          <a:srgbClr val="FFFF00"/>
        </a:lt1>
        <a:dk2>
          <a:srgbClr val="000054"/>
        </a:dk2>
        <a:lt2>
          <a:srgbClr val="00FF00"/>
        </a:lt2>
        <a:accent1>
          <a:srgbClr val="3333FF"/>
        </a:accent1>
        <a:accent2>
          <a:srgbClr val="006699"/>
        </a:accent2>
        <a:accent3>
          <a:srgbClr val="AAAAB3"/>
        </a:accent3>
        <a:accent4>
          <a:srgbClr val="DADA00"/>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12">
        <a:dk1>
          <a:srgbClr val="666699"/>
        </a:dk1>
        <a:lt1>
          <a:srgbClr val="FFFF00"/>
        </a:lt1>
        <a:dk2>
          <a:srgbClr val="000054"/>
        </a:dk2>
        <a:lt2>
          <a:srgbClr val="66FF99"/>
        </a:lt2>
        <a:accent1>
          <a:srgbClr val="3333FF"/>
        </a:accent1>
        <a:accent2>
          <a:srgbClr val="006699"/>
        </a:accent2>
        <a:accent3>
          <a:srgbClr val="AAAAB3"/>
        </a:accent3>
        <a:accent4>
          <a:srgbClr val="DADA00"/>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13">
        <a:dk1>
          <a:srgbClr val="666699"/>
        </a:dk1>
        <a:lt1>
          <a:srgbClr val="FFFF66"/>
        </a:lt1>
        <a:dk2>
          <a:srgbClr val="000054"/>
        </a:dk2>
        <a:lt2>
          <a:srgbClr val="66FF99"/>
        </a:lt2>
        <a:accent1>
          <a:srgbClr val="3333FF"/>
        </a:accent1>
        <a:accent2>
          <a:srgbClr val="006699"/>
        </a:accent2>
        <a:accent3>
          <a:srgbClr val="AAAAB3"/>
        </a:accent3>
        <a:accent4>
          <a:srgbClr val="DADA56"/>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6_Network">
  <a:themeElements>
    <a:clrScheme name="Network 13">
      <a:dk1>
        <a:srgbClr val="666699"/>
      </a:dk1>
      <a:lt1>
        <a:srgbClr val="FFFF66"/>
      </a:lt1>
      <a:dk2>
        <a:srgbClr val="000054"/>
      </a:dk2>
      <a:lt2>
        <a:srgbClr val="66FF99"/>
      </a:lt2>
      <a:accent1>
        <a:srgbClr val="3333FF"/>
      </a:accent1>
      <a:accent2>
        <a:srgbClr val="006699"/>
      </a:accent2>
      <a:accent3>
        <a:srgbClr val="AAAAB3"/>
      </a:accent3>
      <a:accent4>
        <a:srgbClr val="DADA56"/>
      </a:accent4>
      <a:accent5>
        <a:srgbClr val="ADADFF"/>
      </a:accent5>
      <a:accent6>
        <a:srgbClr val="005C8A"/>
      </a:accent6>
      <a:hlink>
        <a:srgbClr val="669900"/>
      </a:hlink>
      <a:folHlink>
        <a:srgbClr val="0000FF"/>
      </a:folHlink>
    </a:clrScheme>
    <a:fontScheme name="Network">
      <a:majorFont>
        <a:latin typeface="Arial"/>
        <a:ea typeface="隶书"/>
        <a:cs typeface=""/>
      </a:majorFont>
      <a:minorFont>
        <a:latin typeface="Arial"/>
        <a:ea typeface="楷体_GB2312"/>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w="9525" cap="flat" cmpd="sng" algn="ctr">
          <a:solidFill>
            <a:schemeClr val="bg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50000"/>
          </a:spcBef>
          <a:spcAft>
            <a:spcPct val="0"/>
          </a:spcAft>
          <a:buClr>
            <a:schemeClr val="bg1"/>
          </a:buClr>
          <a:buSzPct val="70000"/>
          <a:buFont typeface="Wingdings" panose="05000000000000000000" pitchFamily="2" charset="2"/>
          <a:buNone/>
          <a:tabLst/>
          <a:defRPr kumimoji="0" lang="zh-CN" altLang="en-US" sz="2400" b="1" i="0" u="none" strike="noStrike" cap="none" normalizeH="0" baseline="0" smtClean="0">
            <a:ln>
              <a:noFill/>
            </a:ln>
            <a:solidFill>
              <a:schemeClr val="bg1"/>
            </a:solidFill>
            <a:effectLst/>
            <a:latin typeface="Arial" panose="020B0604020202020204" pitchFamily="34" charset="0"/>
            <a:ea typeface="楷体_GB2312" pitchFamily="49" charset="-122"/>
          </a:defRPr>
        </a:defPPr>
      </a:lstStyle>
    </a:spDef>
    <a:lnDef>
      <a:spPr bwMode="auto">
        <a:xfrm>
          <a:off x="0" y="0"/>
          <a:ext cx="1" cy="1"/>
        </a:xfrm>
        <a:custGeom>
          <a:avLst/>
          <a:gdLst/>
          <a:ahLst/>
          <a:cxnLst/>
          <a:rect l="0" t="0" r="0" b="0"/>
          <a:pathLst/>
        </a:custGeom>
        <a:noFill/>
        <a:ln w="9525" cap="flat" cmpd="sng" algn="ctr">
          <a:solidFill>
            <a:schemeClr val="bg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50000"/>
          </a:spcBef>
          <a:spcAft>
            <a:spcPct val="0"/>
          </a:spcAft>
          <a:buClr>
            <a:schemeClr val="bg1"/>
          </a:buClr>
          <a:buSzPct val="70000"/>
          <a:buFont typeface="Wingdings" panose="05000000000000000000" pitchFamily="2" charset="2"/>
          <a:buNone/>
          <a:tabLst/>
          <a:defRPr kumimoji="0" lang="zh-CN" altLang="en-US" sz="2400" b="1" i="0" u="none" strike="noStrike" cap="none" normalizeH="0" baseline="0" smtClean="0">
            <a:ln>
              <a:noFill/>
            </a:ln>
            <a:solidFill>
              <a:schemeClr val="bg1"/>
            </a:solidFill>
            <a:effectLst/>
            <a:latin typeface="Arial" panose="020B0604020202020204" pitchFamily="34" charset="0"/>
            <a:ea typeface="楷体_GB2312" pitchFamily="49" charset="-122"/>
          </a:defRPr>
        </a:defPPr>
      </a:lstStyle>
    </a:lnDef>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
      <a:clrScheme name="Network 11">
        <a:dk1>
          <a:srgbClr val="666699"/>
        </a:dk1>
        <a:lt1>
          <a:srgbClr val="FFFF00"/>
        </a:lt1>
        <a:dk2>
          <a:srgbClr val="000054"/>
        </a:dk2>
        <a:lt2>
          <a:srgbClr val="00FF00"/>
        </a:lt2>
        <a:accent1>
          <a:srgbClr val="3333FF"/>
        </a:accent1>
        <a:accent2>
          <a:srgbClr val="006699"/>
        </a:accent2>
        <a:accent3>
          <a:srgbClr val="AAAAB3"/>
        </a:accent3>
        <a:accent4>
          <a:srgbClr val="DADA00"/>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12">
        <a:dk1>
          <a:srgbClr val="666699"/>
        </a:dk1>
        <a:lt1>
          <a:srgbClr val="FFFF00"/>
        </a:lt1>
        <a:dk2>
          <a:srgbClr val="000054"/>
        </a:dk2>
        <a:lt2>
          <a:srgbClr val="66FF99"/>
        </a:lt2>
        <a:accent1>
          <a:srgbClr val="3333FF"/>
        </a:accent1>
        <a:accent2>
          <a:srgbClr val="006699"/>
        </a:accent2>
        <a:accent3>
          <a:srgbClr val="AAAAB3"/>
        </a:accent3>
        <a:accent4>
          <a:srgbClr val="DADA00"/>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13">
        <a:dk1>
          <a:srgbClr val="666699"/>
        </a:dk1>
        <a:lt1>
          <a:srgbClr val="FFFF66"/>
        </a:lt1>
        <a:dk2>
          <a:srgbClr val="000054"/>
        </a:dk2>
        <a:lt2>
          <a:srgbClr val="66FF99"/>
        </a:lt2>
        <a:accent1>
          <a:srgbClr val="3333FF"/>
        </a:accent1>
        <a:accent2>
          <a:srgbClr val="006699"/>
        </a:accent2>
        <a:accent3>
          <a:srgbClr val="AAAAB3"/>
        </a:accent3>
        <a:accent4>
          <a:srgbClr val="DADA56"/>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1_默认设计模板">
  <a:themeElements>
    <a:clrScheme name="">
      <a:dk1>
        <a:srgbClr val="000000"/>
      </a:dk1>
      <a:lt1>
        <a:srgbClr val="CCFFFF"/>
      </a:lt1>
      <a:dk2>
        <a:srgbClr val="000000"/>
      </a:dk2>
      <a:lt2>
        <a:srgbClr val="808080"/>
      </a:lt2>
      <a:accent1>
        <a:srgbClr val="00CC99"/>
      </a:accent1>
      <a:accent2>
        <a:srgbClr val="3333CC"/>
      </a:accent2>
      <a:accent3>
        <a:srgbClr val="E2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w="9525" cap="flat" cmpd="sng" algn="ctr">
          <a:solidFill>
            <a:schemeClr val="bg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50000"/>
          </a:spcBef>
          <a:spcAft>
            <a:spcPct val="0"/>
          </a:spcAft>
          <a:buClr>
            <a:schemeClr val="bg1"/>
          </a:buClr>
          <a:buSzPct val="70000"/>
          <a:buFont typeface="Wingdings" panose="05000000000000000000" pitchFamily="2" charset="2"/>
          <a:buNone/>
          <a:tabLst/>
          <a:defRPr kumimoji="0" lang="zh-CN" altLang="en-US" sz="2400" b="1" i="0" u="none" strike="noStrike" cap="none" normalizeH="0" baseline="0" smtClean="0">
            <a:ln>
              <a:noFill/>
            </a:ln>
            <a:solidFill>
              <a:schemeClr val="bg1"/>
            </a:solidFill>
            <a:effectLst/>
            <a:latin typeface="Arial" panose="020B0604020202020204" pitchFamily="34" charset="0"/>
            <a:ea typeface="楷体_GB2312" pitchFamily="49" charset="-122"/>
          </a:defRPr>
        </a:defPPr>
      </a:lstStyle>
    </a:spDef>
    <a:lnDef>
      <a:spPr bwMode="auto">
        <a:xfrm>
          <a:off x="0" y="0"/>
          <a:ext cx="1" cy="1"/>
        </a:xfrm>
        <a:custGeom>
          <a:avLst/>
          <a:gdLst/>
          <a:ahLst/>
          <a:cxnLst/>
          <a:rect l="0" t="0" r="0" b="0"/>
          <a:pathLst/>
        </a:custGeom>
        <a:noFill/>
        <a:ln w="9525" cap="flat" cmpd="sng" algn="ctr">
          <a:solidFill>
            <a:schemeClr val="bg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50000"/>
          </a:spcBef>
          <a:spcAft>
            <a:spcPct val="0"/>
          </a:spcAft>
          <a:buClr>
            <a:schemeClr val="bg1"/>
          </a:buClr>
          <a:buSzPct val="70000"/>
          <a:buFont typeface="Wingdings" panose="05000000000000000000" pitchFamily="2" charset="2"/>
          <a:buNone/>
          <a:tabLst/>
          <a:defRPr kumimoji="0" lang="zh-CN" altLang="en-US" sz="2400" b="1" i="0" u="none" strike="noStrike" cap="none" normalizeH="0" baseline="0" smtClean="0">
            <a:ln>
              <a:noFill/>
            </a:ln>
            <a:solidFill>
              <a:schemeClr val="bg1"/>
            </a:solidFill>
            <a:effectLst/>
            <a:latin typeface="Arial" panose="020B0604020202020204" pitchFamily="34" charset="0"/>
            <a:ea typeface="楷体_GB2312" pitchFamily="49"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2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黑体"/>
        <a:cs typeface=""/>
      </a:majorFont>
      <a:minorFont>
        <a:latin typeface="Arial"/>
        <a:ea typeface="楷体_GB2312"/>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2400" b="1" i="0" u="none" strike="noStrike" cap="none" normalizeH="0" baseline="0" smtClean="0">
            <a:ln>
              <a:noFill/>
            </a:ln>
            <a:solidFill>
              <a:schemeClr val="tx1"/>
            </a:solidFill>
            <a:effectLst>
              <a:outerShdw blurRad="38100" dist="38100" dir="2700000" algn="tl">
                <a:srgbClr val="000000">
                  <a:alpha val="43137"/>
                </a:srgbClr>
              </a:outerShdw>
            </a:effectLst>
            <a:latin typeface="Arial" panose="020B0604020202020204" pitchFamily="34" charset="0"/>
            <a:ea typeface="楷体_GB2312"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2400" b="1" i="0" u="none" strike="noStrike" cap="none" normalizeH="0" baseline="0" smtClean="0">
            <a:ln>
              <a:noFill/>
            </a:ln>
            <a:solidFill>
              <a:schemeClr val="tx1"/>
            </a:solidFill>
            <a:effectLst>
              <a:outerShdw blurRad="38100" dist="38100" dir="2700000" algn="tl">
                <a:srgbClr val="000000">
                  <a:alpha val="43137"/>
                </a:srgbClr>
              </a:outerShdw>
            </a:effectLst>
            <a:latin typeface="Arial" panose="020B0604020202020204" pitchFamily="34" charset="0"/>
            <a:ea typeface="楷体_GB2312" pitchFamily="49"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3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黑体"/>
        <a:cs typeface=""/>
      </a:majorFont>
      <a:minorFont>
        <a:latin typeface="Arial"/>
        <a:ea typeface="楷体_GB2312"/>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2400" b="1" i="0" u="none" strike="noStrike" cap="none" normalizeH="0" baseline="0" smtClean="0">
            <a:ln>
              <a:noFill/>
            </a:ln>
            <a:solidFill>
              <a:schemeClr val="tx1"/>
            </a:solidFill>
            <a:effectLst>
              <a:outerShdw blurRad="38100" dist="38100" dir="2700000" algn="tl">
                <a:srgbClr val="000000">
                  <a:alpha val="43137"/>
                </a:srgbClr>
              </a:outerShdw>
            </a:effectLst>
            <a:latin typeface="Arial" panose="020B0604020202020204" pitchFamily="34" charset="0"/>
            <a:ea typeface="楷体_GB2312"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2400" b="1" i="0" u="none" strike="noStrike" cap="none" normalizeH="0" baseline="0" smtClean="0">
            <a:ln>
              <a:noFill/>
            </a:ln>
            <a:solidFill>
              <a:schemeClr val="tx1"/>
            </a:solidFill>
            <a:effectLst>
              <a:outerShdw blurRad="38100" dist="38100" dir="2700000" algn="tl">
                <a:srgbClr val="000000">
                  <a:alpha val="43137"/>
                </a:srgbClr>
              </a:outerShdw>
            </a:effectLst>
            <a:latin typeface="Arial" panose="020B0604020202020204" pitchFamily="34" charset="0"/>
            <a:ea typeface="楷体_GB2312" pitchFamily="49"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8_默认设计模板">
  <a:themeElements>
    <a:clrScheme name="">
      <a:dk1>
        <a:srgbClr val="000000"/>
      </a:dk1>
      <a:lt1>
        <a:srgbClr val="CCFFFF"/>
      </a:lt1>
      <a:dk2>
        <a:srgbClr val="000000"/>
      </a:dk2>
      <a:lt2>
        <a:srgbClr val="808080"/>
      </a:lt2>
      <a:accent1>
        <a:srgbClr val="00CC99"/>
      </a:accent1>
      <a:accent2>
        <a:srgbClr val="3333CC"/>
      </a:accent2>
      <a:accent3>
        <a:srgbClr val="E2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2006_Title/Bullet_Cisco White Temp">
  <a:themeElements>
    <a:clrScheme name="2006_Title/Bullet_Cisco White Temp 1">
      <a:dk1>
        <a:srgbClr val="000000"/>
      </a:dk1>
      <a:lt1>
        <a:srgbClr val="FFFFFF"/>
      </a:lt1>
      <a:dk2>
        <a:srgbClr val="0183B7"/>
      </a:dk2>
      <a:lt2>
        <a:srgbClr val="8E8E95"/>
      </a:lt2>
      <a:accent1>
        <a:srgbClr val="0183B7"/>
      </a:accent1>
      <a:accent2>
        <a:srgbClr val="B21A1A"/>
      </a:accent2>
      <a:accent3>
        <a:srgbClr val="FFFFFF"/>
      </a:accent3>
      <a:accent4>
        <a:srgbClr val="000000"/>
      </a:accent4>
      <a:accent5>
        <a:srgbClr val="AAC1D8"/>
      </a:accent5>
      <a:accent6>
        <a:srgbClr val="A11616"/>
      </a:accent6>
      <a:hlink>
        <a:srgbClr val="83A2CF"/>
      </a:hlink>
      <a:folHlink>
        <a:srgbClr val="EFB525"/>
      </a:folHlink>
    </a:clrScheme>
    <a:fontScheme name="2006_Title/Bullet_Cisco White Temp">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2"/>
              </a:solidFill>
              <a:prstDash val="solid"/>
              <a:round/>
              <a:headEnd type="none" w="med" len="med"/>
              <a:tailEnd type="none" w="med" len="med"/>
            </a14:hiddenLine>
          </a:ext>
          <a:ext uri="{AF507438-7753-43E0-B8FC-AC1667EBCBE1}">
            <a14:hiddenEffects xmlns:a14="http://schemas.microsoft.com/office/drawing/2010/main">
              <a:effectLst>
                <a:outerShdw dist="17961" dir="2700000" algn="ctr" rotWithShape="0">
                  <a:schemeClr val="bg2"/>
                </a:outerShdw>
              </a:effectLst>
            </a14:hiddenEffects>
          </a:ext>
        </a:extLst>
      </a:spPr>
      <a:bodyPr vert="horz" wrap="square" lIns="82124" tIns="41061" rIns="82124" bIns="41061" numCol="1" anchor="t" anchorCtr="0" compatLnSpc="1">
        <a:prstTxWarp prst="textNoShape">
          <a:avLst/>
        </a:prstTxWarp>
        <a:spAutoFit/>
      </a:bodyPr>
      <a:lstStyle>
        <a:defPPr marL="0" marR="0" indent="0" algn="ctr" defTabSz="814388" rtl="0" eaLnBrk="0" fontAlgn="base" latinLnBrk="0" hangingPunct="0">
          <a:lnSpc>
            <a:spcPct val="90000"/>
          </a:lnSpc>
          <a:spcBef>
            <a:spcPct val="50000"/>
          </a:spcBef>
          <a:spcAft>
            <a:spcPct val="0"/>
          </a:spcAft>
          <a:buClrTx/>
          <a:buSzTx/>
          <a:buFontTx/>
          <a:buNone/>
          <a:tabLst/>
          <a:defRPr kumimoji="0" lang="en-US" altLang="zh-CN" sz="2400" b="0" i="1"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2"/>
              </a:solidFill>
              <a:prstDash val="solid"/>
              <a:round/>
              <a:headEnd type="none" w="med" len="med"/>
              <a:tailEnd type="none" w="med" len="med"/>
            </a14:hiddenLine>
          </a:ext>
          <a:ext uri="{AF507438-7753-43E0-B8FC-AC1667EBCBE1}">
            <a14:hiddenEffects xmlns:a14="http://schemas.microsoft.com/office/drawing/2010/main">
              <a:effectLst>
                <a:outerShdw dist="17961" dir="2700000" algn="ctr" rotWithShape="0">
                  <a:schemeClr val="bg2"/>
                </a:outerShdw>
              </a:effectLst>
            </a14:hiddenEffects>
          </a:ext>
        </a:extLst>
      </a:spPr>
      <a:bodyPr vert="horz" wrap="square" lIns="82124" tIns="41061" rIns="82124" bIns="41061" numCol="1" anchor="t" anchorCtr="0" compatLnSpc="1">
        <a:prstTxWarp prst="textNoShape">
          <a:avLst/>
        </a:prstTxWarp>
        <a:spAutoFit/>
      </a:bodyPr>
      <a:lstStyle>
        <a:defPPr marL="0" marR="0" indent="0" algn="ctr" defTabSz="814388" rtl="0" eaLnBrk="0" fontAlgn="base" latinLnBrk="0" hangingPunct="0">
          <a:lnSpc>
            <a:spcPct val="90000"/>
          </a:lnSpc>
          <a:spcBef>
            <a:spcPct val="50000"/>
          </a:spcBef>
          <a:spcAft>
            <a:spcPct val="0"/>
          </a:spcAft>
          <a:buClrTx/>
          <a:buSzTx/>
          <a:buFontTx/>
          <a:buNone/>
          <a:tabLst/>
          <a:defRPr kumimoji="0" lang="en-US" altLang="zh-CN" sz="2400" b="0" i="1"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2006_Title/Bullet_Cisco White Temp 1">
        <a:dk1>
          <a:srgbClr val="000000"/>
        </a:dk1>
        <a:lt1>
          <a:srgbClr val="FFFFFF"/>
        </a:lt1>
        <a:dk2>
          <a:srgbClr val="0183B7"/>
        </a:dk2>
        <a:lt2>
          <a:srgbClr val="8E8E95"/>
        </a:lt2>
        <a:accent1>
          <a:srgbClr val="0183B7"/>
        </a:accent1>
        <a:accent2>
          <a:srgbClr val="B21A1A"/>
        </a:accent2>
        <a:accent3>
          <a:srgbClr val="FFFFFF"/>
        </a:accent3>
        <a:accent4>
          <a:srgbClr val="000000"/>
        </a:accent4>
        <a:accent5>
          <a:srgbClr val="AAC1D8"/>
        </a:accent5>
        <a:accent6>
          <a:srgbClr val="A11616"/>
        </a:accent6>
        <a:hlink>
          <a:srgbClr val="83A2CF"/>
        </a:hlink>
        <a:folHlink>
          <a:srgbClr val="EFB525"/>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3530</TotalTime>
  <Words>2991</Words>
  <Application>Microsoft Office PowerPoint</Application>
  <PresentationFormat>宽屏</PresentationFormat>
  <Paragraphs>696</Paragraphs>
  <Slides>45</Slides>
  <Notes>7</Notes>
  <HiddenSlides>0</HiddenSlides>
  <MMClips>0</MMClips>
  <ScaleCrop>false</ScaleCrop>
  <HeadingPairs>
    <vt:vector size="8" baseType="variant">
      <vt:variant>
        <vt:lpstr>已用的字体</vt:lpstr>
      </vt:variant>
      <vt:variant>
        <vt:i4>17</vt:i4>
      </vt:variant>
      <vt:variant>
        <vt:lpstr>主题</vt:lpstr>
      </vt:variant>
      <vt:variant>
        <vt:i4>11</vt:i4>
      </vt:variant>
      <vt:variant>
        <vt:lpstr>嵌入 OLE 服务器</vt:lpstr>
      </vt:variant>
      <vt:variant>
        <vt:i4>2</vt:i4>
      </vt:variant>
      <vt:variant>
        <vt:lpstr>幻灯片标题</vt:lpstr>
      </vt:variant>
      <vt:variant>
        <vt:i4>45</vt:i4>
      </vt:variant>
    </vt:vector>
  </HeadingPairs>
  <TitlesOfParts>
    <vt:vector size="75" baseType="lpstr">
      <vt:lpstr>Monotype Sorts</vt:lpstr>
      <vt:lpstr>黑体</vt:lpstr>
      <vt:lpstr>楷体</vt:lpstr>
      <vt:lpstr>楷体_GB2312</vt:lpstr>
      <vt:lpstr>隶书</vt:lpstr>
      <vt:lpstr>宋体</vt:lpstr>
      <vt:lpstr>幼圆</vt:lpstr>
      <vt:lpstr>Arial</vt:lpstr>
      <vt:lpstr>Calibri</vt:lpstr>
      <vt:lpstr>Calibri Light</vt:lpstr>
      <vt:lpstr>Franklin Gothic Medium</vt:lpstr>
      <vt:lpstr>Garamond</vt:lpstr>
      <vt:lpstr>Helvetica</vt:lpstr>
      <vt:lpstr>Tahoma</vt:lpstr>
      <vt:lpstr>Times</vt:lpstr>
      <vt:lpstr>Times New Roman</vt:lpstr>
      <vt:lpstr>Wingdings</vt:lpstr>
      <vt:lpstr>Office 主题</vt:lpstr>
      <vt:lpstr>Network</vt:lpstr>
      <vt:lpstr>3_Network</vt:lpstr>
      <vt:lpstr>默认设计模板</vt:lpstr>
      <vt:lpstr>5_Network</vt:lpstr>
      <vt:lpstr>6_Network</vt:lpstr>
      <vt:lpstr>1_默认设计模板</vt:lpstr>
      <vt:lpstr>2_默认设计模板</vt:lpstr>
      <vt:lpstr>3_默认设计模板</vt:lpstr>
      <vt:lpstr>8_默认设计模板</vt:lpstr>
      <vt:lpstr>2006_Title/Bullet_Cisco White Temp</vt:lpstr>
      <vt:lpstr>VISIO</vt:lpstr>
      <vt:lpstr>Microsoft Visio 绘图</vt:lpstr>
      <vt:lpstr>PowerPoint 演示文稿</vt:lpstr>
      <vt:lpstr>计算机网络的初步认识</vt:lpstr>
      <vt:lpstr>计算机网络是什么？</vt:lpstr>
      <vt:lpstr>计算机网络是什么？</vt:lpstr>
      <vt:lpstr>PowerPoint 演示文稿</vt:lpstr>
      <vt:lpstr>交换机</vt:lpstr>
      <vt:lpstr>以太网 — 交换机</vt:lpstr>
      <vt:lpstr>路由器－外观</vt:lpstr>
      <vt:lpstr>路由器的作用</vt:lpstr>
      <vt:lpstr>互联网</vt:lpstr>
      <vt:lpstr>互联网的结构</vt:lpstr>
      <vt:lpstr>一些易混淆的名词与概念</vt:lpstr>
      <vt:lpstr>网络中的协议与数据</vt:lpstr>
      <vt:lpstr>计算机网络体系架构  参考模型</vt:lpstr>
      <vt:lpstr>网络体系结构——参考模型</vt:lpstr>
      <vt:lpstr>OSI参考模型各层功能</vt:lpstr>
      <vt:lpstr>OSI 各层基本功能</vt:lpstr>
      <vt:lpstr>OSI 各层基本功能</vt:lpstr>
      <vt:lpstr>OSI参考模型各层功能</vt:lpstr>
      <vt:lpstr>PowerPoint 演示文稿</vt:lpstr>
      <vt:lpstr>PowerPoint 演示文稿</vt:lpstr>
      <vt:lpstr>PowerPoint 演示文稿</vt:lpstr>
      <vt:lpstr>PowerPoint 演示文稿</vt:lpstr>
      <vt:lpstr>TCP/IP应用层</vt:lpstr>
      <vt:lpstr>   TCP/IP传输层</vt:lpstr>
      <vt:lpstr>TCP/IP网络层</vt:lpstr>
      <vt:lpstr>网络数据与封装</vt:lpstr>
      <vt:lpstr>通信机制</vt:lpstr>
      <vt:lpstr>PowerPoint 演示文稿</vt:lpstr>
      <vt:lpstr>数据封装</vt:lpstr>
      <vt:lpstr>PowerPoint 演示文稿</vt:lpstr>
      <vt:lpstr>PowerPoint 演示文稿</vt:lpstr>
      <vt:lpstr>IP分组（packet）的格式 </vt:lpstr>
      <vt:lpstr>PowerPoint 演示文稿</vt:lpstr>
      <vt:lpstr>PowerPoint 演示文稿</vt:lpstr>
      <vt:lpstr>举例：TCP/IP 数据解封装</vt:lpstr>
      <vt:lpstr>TCP连接管理</vt:lpstr>
      <vt:lpstr>PowerPoint 演示文稿</vt:lpstr>
      <vt:lpstr>PowerPoint 演示文稿</vt:lpstr>
      <vt:lpstr>PowerPoint 演示文稿</vt:lpstr>
      <vt:lpstr>PowerPoint 演示文稿</vt:lpstr>
      <vt:lpstr>嗅探原理</vt:lpstr>
      <vt:lpstr>嗅探原理</vt:lpstr>
      <vt:lpstr>嗅探原理</vt:lpstr>
      <vt:lpstr>PowerPoint 演示文稿</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张·骏</dc:creator>
  <cp:lastModifiedBy>张· 骏</cp:lastModifiedBy>
  <cp:revision>235</cp:revision>
  <dcterms:created xsi:type="dcterms:W3CDTF">2015-07-08T03:33:10Z</dcterms:created>
  <dcterms:modified xsi:type="dcterms:W3CDTF">2019-08-03T12:07:31Z</dcterms:modified>
</cp:coreProperties>
</file>